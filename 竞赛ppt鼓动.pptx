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59" r:id="rId6"/>
    <p:sldId id="261" r:id="rId7"/>
    <p:sldId id="260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3018"/>
    <a:srgbClr val="BF2A22"/>
    <a:srgbClr val="BE2B24"/>
    <a:srgbClr val="DFC89E"/>
    <a:srgbClr val="F0E1DC"/>
    <a:srgbClr val="B25230"/>
    <a:srgbClr val="F9E184"/>
    <a:srgbClr val="FAFADA"/>
    <a:srgbClr val="BD2924"/>
    <a:srgbClr val="F9E3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26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BB702-62C4-43DB-AD15-B1AC25EA0C4C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3A066-8F64-40BE-A840-03F2D80AEE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176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3A066-8F64-40BE-A840-03F2D80AEE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22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31F71E-5DCB-6590-B2DE-6A1EF4776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663DC2-E126-A460-8E16-2859F8032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B840CD-5DBE-DD42-5EC9-B9C5AC695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5B46C-F0D8-42BD-B2F0-DD102A23B49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499F7-0704-92C0-8021-E06BE5CA7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A51E69-E025-8EC9-0EAE-66DD037C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FBEB-0BE1-4B61-8273-C9B932A56F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03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5E7852-42B0-7BD1-BAB2-A1D75A4D7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287564-1ADD-3A23-1AF7-DDA035C93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251ABC-615C-6564-0C8F-4CBF5BEB9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5B46C-F0D8-42BD-B2F0-DD102A23B49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317DFC-EB3E-0308-762D-C2B039BA8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39CC3F-FE42-4DD4-543B-D1D61C112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FBEB-0BE1-4B61-8273-C9B932A56F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206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CEE00-4960-807F-934B-3F4A795B7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526D34-4AE3-0F7C-6263-D7BB49486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EF2A20-083D-9358-900E-75B219C8F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5B46C-F0D8-42BD-B2F0-DD102A23B49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473F7-D32D-751B-D89B-67719D36E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A841BB-EE21-F3F0-19FA-21EB6D234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FBEB-0BE1-4B61-8273-C9B932A56F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149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39C419-1762-5004-C8B9-3B7110A3B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A4415-54BD-B8CF-B6EC-269B3F49B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C77259-BFBC-B189-9D99-456480910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22817E-7467-48DA-90A0-63226C454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5B46C-F0D8-42BD-B2F0-DD102A23B49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50BA09-D7D2-029C-85AD-6A45D9A27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32EA5F-542F-1907-FCC7-B75E416ED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FBEB-0BE1-4B61-8273-C9B932A56F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393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A80100-F12D-17F3-D7F5-9ED5B9887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3382BC-0693-62B0-0D5F-8F039AC5B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B0858F-ECA9-0940-2EC0-146EAB902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CCE471A-F137-8A83-898E-CADE51D27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A55BF2-571E-A703-7717-BF4283D37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000EFD-A25B-CD1D-C2C9-CB80D93A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5B46C-F0D8-42BD-B2F0-DD102A23B49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8915D7-B1F9-8C64-F104-1F96230FE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4F714C-9452-AA46-5FBE-292B45A2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FBEB-0BE1-4B61-8273-C9B932A56F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48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F8A6C-8AE8-57E1-9095-40C810BDA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00DB48-A5F0-F375-FC65-36824F6C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5B46C-F0D8-42BD-B2F0-DD102A23B49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8FB577-EC7D-A912-8565-5422CE1DE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FEC3D7-E630-537F-B2CA-1005D26D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FBEB-0BE1-4B61-8273-C9B932A56F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04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E93221-055C-7970-01D1-01A9A554F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5B46C-F0D8-42BD-B2F0-DD102A23B49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D7A3E4-B16C-C5E1-E93A-A8B3C2B05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67DE38-B868-2231-4D6D-20B8AF07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FBEB-0BE1-4B61-8273-C9B932A56F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26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EE130-3CFB-D679-B0D9-1968AEECA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89080A-4BB1-1AF5-B0CF-FC14B5E2A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4A41E6-2D58-6C51-44CA-7863BF78B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112A32-92D3-6746-D29B-85EA37DD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5B46C-F0D8-42BD-B2F0-DD102A23B49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C8DDC5-03AE-4F87-F77D-75CB5B33A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D784DE-D4DA-B73A-C442-3D82A7F74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FBEB-0BE1-4B61-8273-C9B932A56F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40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F8079-E287-75B9-F34C-4FA1FFBE2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4DF4E5-21A9-1516-1CA1-2133A64ACBF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2E8C38-5E5C-A00F-62BC-7E325989B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681BAE-613A-4668-ED26-7396F5A3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5B46C-F0D8-42BD-B2F0-DD102A23B49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879F23-A958-9CD7-629C-BFCD10DDF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19FC46-93BB-1CFC-B8B5-B29FE88B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FBEB-0BE1-4B61-8273-C9B932A56F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99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924EE6-CAFF-B9B2-9040-4513EA08E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3B7086-57DE-297A-22F4-B58A0A35D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361451-6C1F-BE3F-5AED-0C4282459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5B46C-F0D8-42BD-B2F0-DD102A23B49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598167-DDBE-EDB5-915B-D1CDE96C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3B5A82-B4BB-3E8F-9475-942687E42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FBEB-0BE1-4B61-8273-C9B932A56F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225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D88B12-F2D4-6C8A-9A5A-9A4B974B28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95795C-8556-B954-32DA-2FD1D8F13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2C762B-AF34-AE51-616C-376E00FA3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5B46C-F0D8-42BD-B2F0-DD102A23B49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AE2895-E40F-A22F-FF9B-EBB55D6AF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1983F5-DB99-5591-ACFB-353A6A0C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8FBEB-0BE1-4B61-8273-C9B932A56F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110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9F27B7-AACF-E663-454F-353F3889E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2B3CAA-814E-CCDE-AD7C-DA9AE6294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D3E90C-E72E-76AC-9952-26FA4861A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F5B46C-F0D8-42BD-B2F0-DD102A23B497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A2C50B-4600-EC43-BC26-0E5D1D116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44528F-207F-C54F-74EE-44E52149F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F8FBEB-0BE1-4B61-8273-C9B932A56F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001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3.png"/><Relationship Id="rId5" Type="http://schemas.openxmlformats.org/officeDocument/2006/relationships/image" Target="../media/image5.png"/><Relationship Id="rId15" Type="http://schemas.openxmlformats.org/officeDocument/2006/relationships/image" Target="../media/image1.jp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8.png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4.png"/><Relationship Id="rId3" Type="http://schemas.openxmlformats.org/officeDocument/2006/relationships/image" Target="../media/image2.jpg"/><Relationship Id="rId7" Type="http://schemas.openxmlformats.org/officeDocument/2006/relationships/image" Target="../media/image22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12.png"/><Relationship Id="rId5" Type="http://schemas.openxmlformats.org/officeDocument/2006/relationships/image" Target="../media/image18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8.png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9.png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image" Target="../media/image20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0.png"/><Relationship Id="rId7" Type="http://schemas.openxmlformats.org/officeDocument/2006/relationships/image" Target="../media/image9.png"/><Relationship Id="rId12" Type="http://schemas.openxmlformats.org/officeDocument/2006/relationships/image" Target="../media/image3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openxmlformats.org/officeDocument/2006/relationships/image" Target="../media/image35.png"/><Relationship Id="rId4" Type="http://schemas.openxmlformats.org/officeDocument/2006/relationships/image" Target="../media/image31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317AAD2-D8A9-9494-D41A-9E806ABF5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51" y="865901"/>
            <a:ext cx="4542761" cy="3779249"/>
          </a:xfrm>
          <a:prstGeom prst="rect">
            <a:avLst/>
          </a:prstGeom>
        </p:spPr>
      </p:pic>
      <p:sp>
        <p:nvSpPr>
          <p:cNvPr id="28" name="矩形: 单圆角 27">
            <a:extLst>
              <a:ext uri="{FF2B5EF4-FFF2-40B4-BE49-F238E27FC236}">
                <a16:creationId xmlns:a16="http://schemas.microsoft.com/office/drawing/2014/main" id="{5A4FCC9D-3571-D1D7-D788-BBDF42522D3B}"/>
              </a:ext>
            </a:extLst>
          </p:cNvPr>
          <p:cNvSpPr/>
          <p:nvPr/>
        </p:nvSpPr>
        <p:spPr>
          <a:xfrm>
            <a:off x="4803272" y="4946756"/>
            <a:ext cx="3337145" cy="478859"/>
          </a:xfrm>
          <a:prstGeom prst="round1Rect">
            <a:avLst/>
          </a:prstGeom>
          <a:gradFill flip="none" rotWithShape="1">
            <a:gsLst>
              <a:gs pos="0">
                <a:srgbClr val="F9E184"/>
              </a:gs>
              <a:gs pos="74000">
                <a:srgbClr val="FAFADA"/>
              </a:gs>
              <a:gs pos="83000">
                <a:srgbClr val="FAFADA"/>
              </a:gs>
              <a:gs pos="57000">
                <a:srgbClr val="F9E184"/>
              </a:gs>
              <a:gs pos="89000">
                <a:srgbClr val="FAFADA"/>
              </a:gs>
              <a:gs pos="82478">
                <a:srgbClr val="FAFADA"/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2319745-0D4C-5439-290E-192E6BF5A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7761" y="2394968"/>
            <a:ext cx="180766" cy="969167"/>
          </a:xfr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4E74CF-7EB2-C28B-F282-1ACA1C2AF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643" y="4395448"/>
            <a:ext cx="11111345" cy="1210403"/>
          </a:xfrm>
        </p:spPr>
        <p:txBody>
          <a:bodyPr/>
          <a:lstStyle/>
          <a:p>
            <a:r>
              <a:rPr lang="zh-CN" altLang="zh-CN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面向中小学AI通识教育的交互式虚拟实验室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1FEB2854-8D9B-0246-C769-6628A9969DB2}"/>
              </a:ext>
            </a:extLst>
          </p:cNvPr>
          <p:cNvSpPr/>
          <p:nvPr/>
        </p:nvSpPr>
        <p:spPr>
          <a:xfrm flipV="1">
            <a:off x="6190493" y="1351000"/>
            <a:ext cx="1550426" cy="3117128"/>
          </a:xfrm>
          <a:custGeom>
            <a:avLst/>
            <a:gdLst>
              <a:gd name="csX0" fmla="*/ 1440718 w 1920602"/>
              <a:gd name="csY0" fmla="*/ 4119558 h 4132445"/>
              <a:gd name="csX1" fmla="*/ 1212767 w 1920602"/>
              <a:gd name="csY1" fmla="*/ 3934470 h 4132445"/>
              <a:gd name="csX2" fmla="*/ 925719 w 1920602"/>
              <a:gd name="csY2" fmla="*/ 3572087 h 4132445"/>
              <a:gd name="csX3" fmla="*/ 747774 w 1920602"/>
              <a:gd name="csY3" fmla="*/ 3370763 h 4132445"/>
              <a:gd name="csX4" fmla="*/ 674388 w 1920602"/>
              <a:gd name="csY4" fmla="*/ 3377258 h 4132445"/>
              <a:gd name="csX5" fmla="*/ 612692 w 1920602"/>
              <a:gd name="csY5" fmla="*/ 3412976 h 4132445"/>
              <a:gd name="csX6" fmla="*/ 654256 w 1920602"/>
              <a:gd name="csY6" fmla="*/ 3483115 h 4132445"/>
              <a:gd name="csX7" fmla="*/ 765958 w 1920602"/>
              <a:gd name="csY7" fmla="*/ 3768865 h 4132445"/>
              <a:gd name="csX8" fmla="*/ 697768 w 1920602"/>
              <a:gd name="csY8" fmla="*/ 3899401 h 4132445"/>
              <a:gd name="csX9" fmla="*/ 584117 w 1920602"/>
              <a:gd name="csY9" fmla="*/ 3978632 h 4132445"/>
              <a:gd name="csX10" fmla="*/ 506835 w 1920602"/>
              <a:gd name="csY10" fmla="*/ 3998115 h 4132445"/>
              <a:gd name="csX11" fmla="*/ 449685 w 1920602"/>
              <a:gd name="csY11" fmla="*/ 3966942 h 4132445"/>
              <a:gd name="csX12" fmla="*/ 424357 w 1920602"/>
              <a:gd name="csY12" fmla="*/ 3899401 h 4132445"/>
              <a:gd name="csX13" fmla="*/ 400978 w 1920602"/>
              <a:gd name="csY13" fmla="*/ 3814975 h 4132445"/>
              <a:gd name="csX14" fmla="*/ 241867 w 1920602"/>
              <a:gd name="csY14" fmla="*/ 3545461 h 4132445"/>
              <a:gd name="csX15" fmla="*/ 63273 w 1920602"/>
              <a:gd name="csY15" fmla="*/ 3207107 h 4132445"/>
              <a:gd name="csX16" fmla="*/ 157441 w 1920602"/>
              <a:gd name="csY16" fmla="*/ 2943437 h 4132445"/>
              <a:gd name="csX17" fmla="*/ 237321 w 1920602"/>
              <a:gd name="csY17" fmla="*/ 2934345 h 4132445"/>
              <a:gd name="csX18" fmla="*/ 410719 w 1920602"/>
              <a:gd name="csY18" fmla="*/ 3118134 h 4132445"/>
              <a:gd name="csX19" fmla="*/ 498392 w 1920602"/>
              <a:gd name="csY19" fmla="*/ 3175934 h 4132445"/>
              <a:gd name="csX20" fmla="*/ 643865 w 1920602"/>
              <a:gd name="csY20" fmla="*/ 3114238 h 4132445"/>
              <a:gd name="csX21" fmla="*/ 780895 w 1920602"/>
              <a:gd name="csY21" fmla="*/ 3031760 h 4132445"/>
              <a:gd name="csX22" fmla="*/ 812717 w 1920602"/>
              <a:gd name="csY22" fmla="*/ 2999938 h 4132445"/>
              <a:gd name="csX23" fmla="*/ 721148 w 1920602"/>
              <a:gd name="csY23" fmla="*/ 2967466 h 4132445"/>
              <a:gd name="csX24" fmla="*/ 667894 w 1920602"/>
              <a:gd name="csY24" fmla="*/ 2946684 h 4132445"/>
              <a:gd name="csX25" fmla="*/ 634773 w 1920602"/>
              <a:gd name="csY25" fmla="*/ 2909017 h 4132445"/>
              <a:gd name="csX26" fmla="*/ 606198 w 1920602"/>
              <a:gd name="csY26" fmla="*/ 2825890 h 4132445"/>
              <a:gd name="csX27" fmla="*/ 582169 w 1920602"/>
              <a:gd name="csY27" fmla="*/ 2734970 h 4132445"/>
              <a:gd name="csX28" fmla="*/ 563985 w 1920602"/>
              <a:gd name="csY28" fmla="*/ 2619371 h 4132445"/>
              <a:gd name="csX29" fmla="*/ 508134 w 1920602"/>
              <a:gd name="csY29" fmla="*/ 2234907 h 4132445"/>
              <a:gd name="csX30" fmla="*/ 550996 w 1920602"/>
              <a:gd name="csY30" fmla="*/ 2066055 h 4132445"/>
              <a:gd name="csX31" fmla="*/ 686078 w 1920602"/>
              <a:gd name="csY31" fmla="*/ 1919283 h 4132445"/>
              <a:gd name="csX32" fmla="*/ 676337 w 1920602"/>
              <a:gd name="csY32" fmla="*/ 1875771 h 4132445"/>
              <a:gd name="csX33" fmla="*/ 493846 w 1920602"/>
              <a:gd name="csY33" fmla="*/ 1782253 h 4132445"/>
              <a:gd name="csX34" fmla="*/ 284729 w 1920602"/>
              <a:gd name="csY34" fmla="*/ 1691333 h 4132445"/>
              <a:gd name="csX35" fmla="*/ 214591 w 1920602"/>
              <a:gd name="csY35" fmla="*/ 1666005 h 4132445"/>
              <a:gd name="csX36" fmla="*/ 188613 w 1920602"/>
              <a:gd name="csY36" fmla="*/ 1603659 h 4132445"/>
              <a:gd name="csX37" fmla="*/ 209395 w 1920602"/>
              <a:gd name="csY37" fmla="*/ 1501699 h 4132445"/>
              <a:gd name="csX38" fmla="*/ 450334 w 1920602"/>
              <a:gd name="csY38" fmla="*/ 1458187 h 4132445"/>
              <a:gd name="csX39" fmla="*/ 603600 w 1920602"/>
              <a:gd name="csY39" fmla="*/ 1490658 h 4132445"/>
              <a:gd name="csX40" fmla="*/ 563336 w 1920602"/>
              <a:gd name="csY40" fmla="*/ 1385450 h 4132445"/>
              <a:gd name="csX41" fmla="*/ 547100 w 1920602"/>
              <a:gd name="csY41" fmla="*/ 1328950 h 4132445"/>
              <a:gd name="csX42" fmla="*/ 571129 w 1920602"/>
              <a:gd name="csY42" fmla="*/ 1291283 h 4132445"/>
              <a:gd name="csX43" fmla="*/ 621784 w 1920602"/>
              <a:gd name="csY43" fmla="*/ 1206857 h 4132445"/>
              <a:gd name="csX44" fmla="*/ 665296 w 1920602"/>
              <a:gd name="csY44" fmla="*/ 1149057 h 4132445"/>
              <a:gd name="csX45" fmla="*/ 686728 w 1920602"/>
              <a:gd name="csY45" fmla="*/ 1165293 h 4132445"/>
              <a:gd name="csX46" fmla="*/ 717251 w 1920602"/>
              <a:gd name="csY46" fmla="*/ 1177632 h 4132445"/>
              <a:gd name="csX47" fmla="*/ 744527 w 1920602"/>
              <a:gd name="csY47" fmla="*/ 1158149 h 4132445"/>
              <a:gd name="csX48" fmla="*/ 775700 w 1920602"/>
              <a:gd name="csY48" fmla="*/ 1159448 h 4132445"/>
              <a:gd name="csX49" fmla="*/ 788039 w 1920602"/>
              <a:gd name="csY49" fmla="*/ 1192569 h 4132445"/>
              <a:gd name="csX50" fmla="*/ 804924 w 1920602"/>
              <a:gd name="csY50" fmla="*/ 1239328 h 4132445"/>
              <a:gd name="csX51" fmla="*/ 872465 w 1920602"/>
              <a:gd name="csY51" fmla="*/ 1482216 h 4132445"/>
              <a:gd name="csX52" fmla="*/ 910132 w 1920602"/>
              <a:gd name="csY52" fmla="*/ 1599763 h 4132445"/>
              <a:gd name="csX53" fmla="*/ 1143928 w 1920602"/>
              <a:gd name="csY53" fmla="*/ 1674447 h 4132445"/>
              <a:gd name="csX54" fmla="*/ 1212767 w 1920602"/>
              <a:gd name="csY54" fmla="*/ 1669901 h 4132445"/>
              <a:gd name="csX55" fmla="*/ 1239394 w 1920602"/>
              <a:gd name="csY55" fmla="*/ 1077620 h 4132445"/>
              <a:gd name="csX56" fmla="*/ 1218612 w 1920602"/>
              <a:gd name="csY56" fmla="*/ 917859 h 4132445"/>
              <a:gd name="csX57" fmla="*/ 1169256 w 1920602"/>
              <a:gd name="csY57" fmla="*/ 812651 h 4132445"/>
              <a:gd name="csX58" fmla="*/ 981570 w 1920602"/>
              <a:gd name="csY58" fmla="*/ 627563 h 4132445"/>
              <a:gd name="csX59" fmla="*/ 923121 w 1920602"/>
              <a:gd name="csY59" fmla="*/ 584051 h 4132445"/>
              <a:gd name="csX60" fmla="*/ 827005 w 1920602"/>
              <a:gd name="csY60" fmla="*/ 528850 h 4132445"/>
              <a:gd name="csX61" fmla="*/ 788039 w 1920602"/>
              <a:gd name="csY61" fmla="*/ 509367 h 4132445"/>
              <a:gd name="csX62" fmla="*/ 726343 w 1920602"/>
              <a:gd name="csY62" fmla="*/ 478194 h 4132445"/>
              <a:gd name="csX63" fmla="*/ 668544 w 1920602"/>
              <a:gd name="csY63" fmla="*/ 441826 h 4132445"/>
              <a:gd name="csX64" fmla="*/ 638020 w 1920602"/>
              <a:gd name="csY64" fmla="*/ 428188 h 4132445"/>
              <a:gd name="csX65" fmla="*/ 613991 w 1920602"/>
              <a:gd name="csY65" fmla="*/ 417797 h 4132445"/>
              <a:gd name="csX66" fmla="*/ 586066 w 1920602"/>
              <a:gd name="csY66" fmla="*/ 402860 h 4132445"/>
              <a:gd name="csX67" fmla="*/ 565933 w 1920602"/>
              <a:gd name="csY67" fmla="*/ 389871 h 4132445"/>
              <a:gd name="csX68" fmla="*/ 530864 w 1920602"/>
              <a:gd name="csY68" fmla="*/ 359348 h 4132445"/>
              <a:gd name="csX69" fmla="*/ 504887 w 1920602"/>
              <a:gd name="csY69" fmla="*/ 349606 h 4132445"/>
              <a:gd name="csX70" fmla="*/ 483455 w 1920602"/>
              <a:gd name="csY70" fmla="*/ 343762 h 4132445"/>
              <a:gd name="csX71" fmla="*/ 454231 w 1920602"/>
              <a:gd name="csY71" fmla="*/ 331422 h 4132445"/>
              <a:gd name="csX72" fmla="*/ 423708 w 1920602"/>
              <a:gd name="csY72" fmla="*/ 311290 h 4132445"/>
              <a:gd name="csX73" fmla="*/ 413317 w 1920602"/>
              <a:gd name="csY73" fmla="*/ 289859 h 4132445"/>
              <a:gd name="csX74" fmla="*/ 378248 w 1920602"/>
              <a:gd name="csY74" fmla="*/ 262583 h 4132445"/>
              <a:gd name="csX75" fmla="*/ 335385 w 1920602"/>
              <a:gd name="csY75" fmla="*/ 250243 h 4132445"/>
              <a:gd name="csX76" fmla="*/ 299666 w 1920602"/>
              <a:gd name="csY76" fmla="*/ 246996 h 4132445"/>
              <a:gd name="csX77" fmla="*/ 282781 w 1920602"/>
              <a:gd name="csY77" fmla="*/ 246347 h 4132445"/>
              <a:gd name="csX78" fmla="*/ 238620 w 1920602"/>
              <a:gd name="csY78" fmla="*/ 213875 h 4132445"/>
              <a:gd name="csX79" fmla="*/ 203550 w 1920602"/>
              <a:gd name="csY79" fmla="*/ 191145 h 4132445"/>
              <a:gd name="csX80" fmla="*/ 179521 w 1920602"/>
              <a:gd name="csY80" fmla="*/ 155426 h 4132445"/>
              <a:gd name="csX81" fmla="*/ 165883 w 1920602"/>
              <a:gd name="csY81" fmla="*/ 171662 h 4132445"/>
              <a:gd name="csX82" fmla="*/ 152895 w 1920602"/>
              <a:gd name="csY82" fmla="*/ 183352 h 4132445"/>
              <a:gd name="csX83" fmla="*/ 100291 w 1920602"/>
              <a:gd name="csY83" fmla="*/ 161271 h 4132445"/>
              <a:gd name="csX84" fmla="*/ 42491 w 1920602"/>
              <a:gd name="csY84" fmla="*/ 138541 h 4132445"/>
              <a:gd name="csX85" fmla="*/ 45089 w 1920602"/>
              <a:gd name="csY85" fmla="*/ 121656 h 4132445"/>
              <a:gd name="csX86" fmla="*/ 106136 w 1920602"/>
              <a:gd name="csY86" fmla="*/ 126202 h 4132445"/>
              <a:gd name="csX87" fmla="*/ 206797 w 1920602"/>
              <a:gd name="csY87" fmla="*/ 148283 h 4132445"/>
              <a:gd name="csX88" fmla="*/ 320448 w 1920602"/>
              <a:gd name="csY88" fmla="*/ 163220 h 4132445"/>
              <a:gd name="csX89" fmla="*/ 267195 w 1920602"/>
              <a:gd name="csY89" fmla="*/ 116460 h 4132445"/>
              <a:gd name="csX90" fmla="*/ 252258 w 1920602"/>
              <a:gd name="csY90" fmla="*/ 110616 h 4132445"/>
              <a:gd name="csX91" fmla="*/ 227579 w 1920602"/>
              <a:gd name="csY91" fmla="*/ 99575 h 4132445"/>
              <a:gd name="csX92" fmla="*/ 184067 w 1920602"/>
              <a:gd name="csY92" fmla="*/ 80092 h 4132445"/>
              <a:gd name="csX93" fmla="*/ 152895 w 1920602"/>
              <a:gd name="csY93" fmla="*/ 64506 h 4132445"/>
              <a:gd name="csX94" fmla="*/ 126917 w 1920602"/>
              <a:gd name="csY94" fmla="*/ 54764 h 4132445"/>
              <a:gd name="csX95" fmla="*/ 52882 w 1920602"/>
              <a:gd name="csY95" fmla="*/ 28787 h 4132445"/>
              <a:gd name="csX96" fmla="*/ -7515 w 1920602"/>
              <a:gd name="csY96" fmla="*/ 6057 h 4132445"/>
              <a:gd name="csX97" fmla="*/ 40543 w 1920602"/>
              <a:gd name="csY97" fmla="*/ 6057 h 4132445"/>
              <a:gd name="csX98" fmla="*/ 301615 w 1920602"/>
              <a:gd name="csY98" fmla="*/ 71000 h 4132445"/>
              <a:gd name="csX99" fmla="*/ 351621 w 1920602"/>
              <a:gd name="csY99" fmla="*/ 83339 h 4132445"/>
              <a:gd name="csX100" fmla="*/ 382794 w 1920602"/>
              <a:gd name="csY100" fmla="*/ 90483 h 4132445"/>
              <a:gd name="csX101" fmla="*/ 495795 w 1920602"/>
              <a:gd name="csY101" fmla="*/ 151530 h 4132445"/>
              <a:gd name="csX102" fmla="*/ 476312 w 1920602"/>
              <a:gd name="csY102" fmla="*/ 160622 h 4132445"/>
              <a:gd name="csX103" fmla="*/ 449685 w 1920602"/>
              <a:gd name="csY103" fmla="*/ 165817 h 4132445"/>
              <a:gd name="csX104" fmla="*/ 415265 w 1920602"/>
              <a:gd name="csY104" fmla="*/ 172312 h 4132445"/>
              <a:gd name="csX105" fmla="*/ 382144 w 1920602"/>
              <a:gd name="csY105" fmla="*/ 175559 h 4132445"/>
              <a:gd name="csX106" fmla="*/ 358115 w 1920602"/>
              <a:gd name="csY106" fmla="*/ 171662 h 4132445"/>
              <a:gd name="csX107" fmla="*/ 339931 w 1920602"/>
              <a:gd name="csY107" fmla="*/ 172961 h 4132445"/>
              <a:gd name="csX108" fmla="*/ 482806 w 1920602"/>
              <a:gd name="csY108" fmla="*/ 246347 h 4132445"/>
              <a:gd name="csX109" fmla="*/ 616589 w 1920602"/>
              <a:gd name="csY109" fmla="*/ 308043 h 4132445"/>
              <a:gd name="csX110" fmla="*/ 743878 w 1920602"/>
              <a:gd name="csY110" fmla="*/ 351555 h 4132445"/>
              <a:gd name="csX111" fmla="*/ 745826 w 1920602"/>
              <a:gd name="csY111" fmla="*/ 337267 h 4132445"/>
              <a:gd name="csX112" fmla="*/ 635423 w 1920602"/>
              <a:gd name="csY112" fmla="*/ 278169 h 4132445"/>
              <a:gd name="csX113" fmla="*/ 525669 w 1920602"/>
              <a:gd name="csY113" fmla="*/ 217122 h 4132445"/>
              <a:gd name="csX114" fmla="*/ 512680 w 1920602"/>
              <a:gd name="csY114" fmla="*/ 207381 h 4132445"/>
              <a:gd name="csX115" fmla="*/ 504237 w 1920602"/>
              <a:gd name="csY115" fmla="*/ 185300 h 4132445"/>
              <a:gd name="csX116" fmla="*/ 571129 w 1920602"/>
              <a:gd name="csY116" fmla="*/ 169064 h 4132445"/>
              <a:gd name="csX117" fmla="*/ 625681 w 1920602"/>
              <a:gd name="csY117" fmla="*/ 185950 h 4132445"/>
              <a:gd name="csX118" fmla="*/ 662049 w 1920602"/>
              <a:gd name="csY118" fmla="*/ 205433 h 4132445"/>
              <a:gd name="csX119" fmla="*/ 699716 w 1920602"/>
              <a:gd name="csY119" fmla="*/ 220370 h 4132445"/>
              <a:gd name="csX120" fmla="*/ 754269 w 1920602"/>
              <a:gd name="csY120" fmla="*/ 234008 h 4132445"/>
              <a:gd name="csX121" fmla="*/ 867270 w 1920602"/>
              <a:gd name="csY121" fmla="*/ 272324 h 4132445"/>
              <a:gd name="csX122" fmla="*/ 872465 w 1920602"/>
              <a:gd name="csY122" fmla="*/ 260634 h 4132445"/>
              <a:gd name="csX123" fmla="*/ 732837 w 1920602"/>
              <a:gd name="csY123" fmla="*/ 181404 h 4132445"/>
              <a:gd name="csX124" fmla="*/ 639969 w 1920602"/>
              <a:gd name="csY124" fmla="*/ 131397 h 4132445"/>
              <a:gd name="csX125" fmla="*/ 705561 w 1920602"/>
              <a:gd name="csY125" fmla="*/ 152829 h 4132445"/>
              <a:gd name="csX126" fmla="*/ 738682 w 1920602"/>
              <a:gd name="csY126" fmla="*/ 161921 h 4132445"/>
              <a:gd name="csX127" fmla="*/ 775050 w 1920602"/>
              <a:gd name="csY127" fmla="*/ 171662 h 4132445"/>
              <a:gd name="csX128" fmla="*/ 810120 w 1920602"/>
              <a:gd name="csY128" fmla="*/ 181404 h 4132445"/>
              <a:gd name="csX129" fmla="*/ 969880 w 1920602"/>
              <a:gd name="csY129" fmla="*/ 224266 h 4132445"/>
              <a:gd name="csX130" fmla="*/ 1057553 w 1920602"/>
              <a:gd name="csY130" fmla="*/ 236605 h 4132445"/>
              <a:gd name="csX131" fmla="*/ 1172503 w 1920602"/>
              <a:gd name="csY131" fmla="*/ 261284 h 4132445"/>
              <a:gd name="csX132" fmla="*/ 1233549 w 1920602"/>
              <a:gd name="csY132" fmla="*/ 285313 h 4132445"/>
              <a:gd name="csX133" fmla="*/ 1274463 w 1920602"/>
              <a:gd name="csY133" fmla="*/ 304146 h 4132445"/>
              <a:gd name="csX134" fmla="*/ 1321223 w 1920602"/>
              <a:gd name="csY134" fmla="*/ 326227 h 4132445"/>
              <a:gd name="csX135" fmla="*/ 1486178 w 1920602"/>
              <a:gd name="csY135" fmla="*/ 470401 h 4132445"/>
              <a:gd name="csX136" fmla="*/ 1555667 w 1920602"/>
              <a:gd name="csY136" fmla="*/ 619121 h 4132445"/>
              <a:gd name="csX137" fmla="*/ 1571254 w 1920602"/>
              <a:gd name="csY137" fmla="*/ 846422 h 4132445"/>
              <a:gd name="csX138" fmla="*/ 1560863 w 1920602"/>
              <a:gd name="csY138" fmla="*/ 977607 h 4132445"/>
              <a:gd name="csX139" fmla="*/ 1554369 w 1920602"/>
              <a:gd name="csY139" fmla="*/ 1054889 h 4132445"/>
              <a:gd name="csX140" fmla="*/ 1538782 w 1920602"/>
              <a:gd name="csY140" fmla="*/ 1353628 h 4132445"/>
              <a:gd name="csX141" fmla="*/ 1521897 w 1920602"/>
              <a:gd name="csY141" fmla="*/ 1585475 h 4132445"/>
              <a:gd name="csX142" fmla="*/ 1510857 w 1920602"/>
              <a:gd name="csY142" fmla="*/ 1749132 h 4132445"/>
              <a:gd name="csX143" fmla="*/ 1552420 w 1920602"/>
              <a:gd name="csY143" fmla="*/ 1766017 h 4132445"/>
              <a:gd name="csX144" fmla="*/ 1655031 w 1920602"/>
              <a:gd name="csY144" fmla="*/ 1789397 h 4132445"/>
              <a:gd name="csX145" fmla="*/ 1747899 w 1920602"/>
              <a:gd name="csY145" fmla="*/ 1804983 h 4132445"/>
              <a:gd name="csX146" fmla="*/ 1818038 w 1920602"/>
              <a:gd name="csY146" fmla="*/ 1828363 h 4132445"/>
              <a:gd name="csX147" fmla="*/ 1859602 w 1920602"/>
              <a:gd name="csY147" fmla="*/ 1856938 h 4132445"/>
              <a:gd name="csX148" fmla="*/ 1836871 w 1920602"/>
              <a:gd name="csY148" fmla="*/ 1889409 h 4132445"/>
              <a:gd name="csX149" fmla="*/ 1823883 w 1920602"/>
              <a:gd name="csY149" fmla="*/ 1930973 h 4132445"/>
              <a:gd name="csX150" fmla="*/ 1831027 w 1920602"/>
              <a:gd name="csY150" fmla="*/ 1973186 h 4132445"/>
              <a:gd name="csX151" fmla="*/ 1734261 w 1920602"/>
              <a:gd name="csY151" fmla="*/ 1999813 h 4132445"/>
              <a:gd name="csX152" fmla="*/ 1688801 w 1920602"/>
              <a:gd name="csY152" fmla="*/ 2012801 h 4132445"/>
              <a:gd name="csX153" fmla="*/ 1661525 w 1920602"/>
              <a:gd name="csY153" fmla="*/ 2025790 h 4132445"/>
              <a:gd name="csX154" fmla="*/ 1584892 w 1920602"/>
              <a:gd name="csY154" fmla="*/ 2076446 h 4132445"/>
              <a:gd name="csX155" fmla="*/ 1553719 w 1920602"/>
              <a:gd name="csY155" fmla="*/ 2108268 h 4132445"/>
              <a:gd name="csX156" fmla="*/ 1563461 w 1920602"/>
              <a:gd name="csY156" fmla="*/ 2133596 h 4132445"/>
              <a:gd name="csX157" fmla="*/ 1658927 w 1920602"/>
              <a:gd name="csY157" fmla="*/ 2665480 h 4132445"/>
              <a:gd name="csX158" fmla="*/ 1696594 w 1920602"/>
              <a:gd name="csY158" fmla="*/ 3079169 h 4132445"/>
              <a:gd name="csX159" fmla="*/ 1548524 w 1920602"/>
              <a:gd name="csY159" fmla="*/ 3212302 h 4132445"/>
              <a:gd name="csX160" fmla="*/ 1311481 w 1920602"/>
              <a:gd name="csY160" fmla="*/ 3194767 h 4132445"/>
              <a:gd name="csX161" fmla="*/ 992610 w 1920602"/>
              <a:gd name="csY161" fmla="*/ 2970064 h 4132445"/>
              <a:gd name="csX162" fmla="*/ 821809 w 1920602"/>
              <a:gd name="csY162" fmla="*/ 2875896 h 4132445"/>
              <a:gd name="csX163" fmla="*/ 815965 w 1920602"/>
              <a:gd name="csY163" fmla="*/ 2947983 h 4132445"/>
              <a:gd name="csX164" fmla="*/ 1104312 w 1920602"/>
              <a:gd name="csY164" fmla="*/ 3155152 h 4132445"/>
              <a:gd name="csX165" fmla="*/ 1178997 w 1920602"/>
              <a:gd name="csY165" fmla="*/ 3192170 h 4132445"/>
              <a:gd name="csX166" fmla="*/ 1221859 w 1920602"/>
              <a:gd name="csY166" fmla="*/ 3201262 h 4132445"/>
              <a:gd name="csX167" fmla="*/ 1307584 w 1920602"/>
              <a:gd name="csY167" fmla="*/ 3232434 h 4132445"/>
              <a:gd name="csX168" fmla="*/ 1556966 w 1920602"/>
              <a:gd name="csY168" fmla="*/ 3358424 h 4132445"/>
              <a:gd name="csX169" fmla="*/ 1762187 w 1920602"/>
              <a:gd name="csY169" fmla="*/ 3422718 h 4132445"/>
              <a:gd name="csX170" fmla="*/ 1823883 w 1920602"/>
              <a:gd name="csY170" fmla="*/ 3444799 h 4132445"/>
              <a:gd name="csX171" fmla="*/ 1911556 w 1920602"/>
              <a:gd name="csY171" fmla="*/ 3539616 h 4132445"/>
              <a:gd name="csX172" fmla="*/ 1825831 w 1920602"/>
              <a:gd name="csY172" fmla="*/ 3614300 h 4132445"/>
              <a:gd name="csX173" fmla="*/ 1598530 w 1920602"/>
              <a:gd name="csY173" fmla="*/ 3652617 h 4132445"/>
              <a:gd name="csX174" fmla="*/ 1497219 w 1920602"/>
              <a:gd name="csY174" fmla="*/ 3657812 h 4132445"/>
              <a:gd name="csX175" fmla="*/ 1531638 w 1920602"/>
              <a:gd name="csY175" fmla="*/ 3731847 h 4132445"/>
              <a:gd name="csX176" fmla="*/ 1658927 w 1920602"/>
              <a:gd name="csY176" fmla="*/ 3988373 h 4132445"/>
              <a:gd name="csX177" fmla="*/ 1614766 w 1920602"/>
              <a:gd name="csY177" fmla="*/ 4081242 h 4132445"/>
              <a:gd name="csX178" fmla="*/ 1495920 w 1920602"/>
              <a:gd name="csY178" fmla="*/ 4126702 h 4132445"/>
              <a:gd name="csX179" fmla="*/ 1440718 w 1920602"/>
              <a:gd name="csY179" fmla="*/ 4119558 h 4132445"/>
              <a:gd name="csX180" fmla="*/ 1339407 w 1920602"/>
              <a:gd name="csY180" fmla="*/ 3942263 h 4132445"/>
              <a:gd name="csX181" fmla="*/ 1324470 w 1920602"/>
              <a:gd name="csY181" fmla="*/ 3861734 h 4132445"/>
              <a:gd name="csX182" fmla="*/ 1250434 w 1920602"/>
              <a:gd name="csY182" fmla="*/ 3672100 h 4132445"/>
              <a:gd name="csX183" fmla="*/ 1240044 w 1920602"/>
              <a:gd name="csY183" fmla="*/ 3584426 h 4132445"/>
              <a:gd name="csX184" fmla="*/ 1256929 w 1920602"/>
              <a:gd name="csY184" fmla="*/ 3500000 h 4132445"/>
              <a:gd name="csX185" fmla="*/ 1347849 w 1920602"/>
              <a:gd name="csY185" fmla="*/ 3422069 h 4132445"/>
              <a:gd name="csX186" fmla="*/ 1371229 w 1920602"/>
              <a:gd name="csY186" fmla="*/ 3370114 h 4132445"/>
              <a:gd name="csX187" fmla="*/ 1228354 w 1920602"/>
              <a:gd name="csY187" fmla="*/ 3272050 h 4132445"/>
              <a:gd name="csX188" fmla="*/ 1061450 w 1920602"/>
              <a:gd name="csY188" fmla="*/ 3170089 h 4132445"/>
              <a:gd name="csX189" fmla="*/ 931563 w 1920602"/>
              <a:gd name="csY189" fmla="*/ 3094755 h 4132445"/>
              <a:gd name="csX190" fmla="*/ 917925 w 1920602"/>
              <a:gd name="csY190" fmla="*/ 3126577 h 4132445"/>
              <a:gd name="csX191" fmla="*/ 896494 w 1920602"/>
              <a:gd name="csY191" fmla="*/ 3196066 h 4132445"/>
              <a:gd name="csX192" fmla="*/ 891948 w 1920602"/>
              <a:gd name="csY192" fmla="*/ 3335694 h 4132445"/>
              <a:gd name="csX193" fmla="*/ 1077686 w 1920602"/>
              <a:gd name="csY193" fmla="*/ 3709767 h 4132445"/>
              <a:gd name="csX194" fmla="*/ 1288751 w 1920602"/>
              <a:gd name="csY194" fmla="*/ 3935120 h 4132445"/>
              <a:gd name="csX195" fmla="*/ 1339407 w 1920602"/>
              <a:gd name="csY195" fmla="*/ 3942263 h 4132445"/>
              <a:gd name="csX196" fmla="*/ 1364734 w 1920602"/>
              <a:gd name="csY196" fmla="*/ 2972662 h 4132445"/>
              <a:gd name="csX197" fmla="*/ 1327717 w 1920602"/>
              <a:gd name="csY197" fmla="*/ 2497278 h 4132445"/>
              <a:gd name="csX198" fmla="*/ 1289400 w 1920602"/>
              <a:gd name="csY198" fmla="*/ 2438179 h 4132445"/>
              <a:gd name="csX199" fmla="*/ 1260176 w 1920602"/>
              <a:gd name="csY199" fmla="*/ 2441426 h 4132445"/>
              <a:gd name="csX200" fmla="*/ 1228354 w 1920602"/>
              <a:gd name="csY200" fmla="*/ 2470001 h 4132445"/>
              <a:gd name="csX201" fmla="*/ 1223158 w 1920602"/>
              <a:gd name="csY201" fmla="*/ 2493381 h 4132445"/>
              <a:gd name="csX202" fmla="*/ 1091973 w 1920602"/>
              <a:gd name="csY202" fmla="*/ 2477795 h 4132445"/>
              <a:gd name="csX203" fmla="*/ 1021834 w 1920602"/>
              <a:gd name="csY203" fmla="*/ 2459611 h 4132445"/>
              <a:gd name="csX204" fmla="*/ 1147175 w 1920602"/>
              <a:gd name="csY204" fmla="*/ 2555077 h 4132445"/>
              <a:gd name="csX205" fmla="*/ 1286803 w 1920602"/>
              <a:gd name="csY205" fmla="*/ 2651842 h 4132445"/>
              <a:gd name="csX206" fmla="*/ 1282257 w 1920602"/>
              <a:gd name="csY206" fmla="*/ 2691458 h 4132445"/>
              <a:gd name="csX207" fmla="*/ 1254331 w 1920602"/>
              <a:gd name="csY207" fmla="*/ 2705745 h 4132445"/>
              <a:gd name="csX208" fmla="*/ 1264722 w 1920602"/>
              <a:gd name="csY208" fmla="*/ 2730424 h 4132445"/>
              <a:gd name="csX209" fmla="*/ 1283556 w 1920602"/>
              <a:gd name="csY209" fmla="*/ 2745361 h 4132445"/>
              <a:gd name="csX210" fmla="*/ 1268619 w 1920602"/>
              <a:gd name="csY210" fmla="*/ 2753154 h 4132445"/>
              <a:gd name="csX211" fmla="*/ 1195233 w 1920602"/>
              <a:gd name="csY211" fmla="*/ 2764194 h 4132445"/>
              <a:gd name="csX212" fmla="*/ 1112755 w 1920602"/>
              <a:gd name="csY212" fmla="*/ 2751205 h 4132445"/>
              <a:gd name="csX213" fmla="*/ 973127 w 1920602"/>
              <a:gd name="csY213" fmla="*/ 2681716 h 4132445"/>
              <a:gd name="csX214" fmla="*/ 910132 w 1920602"/>
              <a:gd name="csY214" fmla="*/ 2658337 h 4132445"/>
              <a:gd name="csX215" fmla="*/ 869218 w 1920602"/>
              <a:gd name="csY215" fmla="*/ 2658986 h 4132445"/>
              <a:gd name="csX216" fmla="*/ 870517 w 1920602"/>
              <a:gd name="csY216" fmla="*/ 2767441 h 4132445"/>
              <a:gd name="csX217" fmla="*/ 887402 w 1920602"/>
              <a:gd name="csY217" fmla="*/ 2779131 h 4132445"/>
              <a:gd name="csX218" fmla="*/ 1147175 w 1920602"/>
              <a:gd name="csY218" fmla="*/ 2901224 h 4132445"/>
              <a:gd name="csX219" fmla="*/ 1364734 w 1920602"/>
              <a:gd name="csY219" fmla="*/ 2972662 h 4132445"/>
              <a:gd name="csX220" fmla="*/ 1082232 w 1920602"/>
              <a:gd name="csY220" fmla="*/ 2587549 h 4132445"/>
              <a:gd name="csX221" fmla="*/ 906236 w 1920602"/>
              <a:gd name="csY221" fmla="*/ 2440777 h 4132445"/>
              <a:gd name="csX222" fmla="*/ 856229 w 1920602"/>
              <a:gd name="csY222" fmla="*/ 2421944 h 4132445"/>
              <a:gd name="csX223" fmla="*/ 850384 w 1920602"/>
              <a:gd name="csY223" fmla="*/ 2503122 h 4132445"/>
              <a:gd name="csX224" fmla="*/ 934161 w 1920602"/>
              <a:gd name="csY224" fmla="*/ 2545336 h 4132445"/>
              <a:gd name="csX225" fmla="*/ 1015340 w 1920602"/>
              <a:gd name="csY225" fmla="*/ 2575859 h 4132445"/>
              <a:gd name="csX226" fmla="*/ 1082232 w 1920602"/>
              <a:gd name="csY226" fmla="*/ 2587549 h 4132445"/>
              <a:gd name="csX227" fmla="*/ 1297843 w 1920602"/>
              <a:gd name="csY227" fmla="*/ 2375184 h 4132445"/>
              <a:gd name="csX228" fmla="*/ 1250434 w 1920602"/>
              <a:gd name="csY228" fmla="*/ 2312839 h 4132445"/>
              <a:gd name="csX229" fmla="*/ 1223158 w 1920602"/>
              <a:gd name="csY229" fmla="*/ 2294655 h 4132445"/>
              <a:gd name="csX230" fmla="*/ 1161462 w 1920602"/>
              <a:gd name="csY230" fmla="*/ 2258936 h 4132445"/>
              <a:gd name="csX231" fmla="*/ 1104962 w 1920602"/>
              <a:gd name="csY231" fmla="*/ 2238804 h 4132445"/>
              <a:gd name="csX232" fmla="*/ 1059502 w 1920602"/>
              <a:gd name="csY232" fmla="*/ 2227114 h 4132445"/>
              <a:gd name="csX233" fmla="*/ 1003650 w 1920602"/>
              <a:gd name="csY233" fmla="*/ 2214125 h 4132445"/>
              <a:gd name="csX234" fmla="*/ 982869 w 1920602"/>
              <a:gd name="csY234" fmla="*/ 2240103 h 4132445"/>
              <a:gd name="csX235" fmla="*/ 1058203 w 1920602"/>
              <a:gd name="csY235" fmla="*/ 2282965 h 4132445"/>
              <a:gd name="csX236" fmla="*/ 1166658 w 1920602"/>
              <a:gd name="csY236" fmla="*/ 2340765 h 4132445"/>
              <a:gd name="csX237" fmla="*/ 1258877 w 1920602"/>
              <a:gd name="csY237" fmla="*/ 2388822 h 4132445"/>
              <a:gd name="csX238" fmla="*/ 1290050 w 1920602"/>
              <a:gd name="csY238" fmla="*/ 2402461 h 4132445"/>
              <a:gd name="csX239" fmla="*/ 1297843 w 1920602"/>
              <a:gd name="csY239" fmla="*/ 2375184 h 4132445"/>
              <a:gd name="csX240" fmla="*/ 994558 w 1920602"/>
              <a:gd name="csY240" fmla="*/ 2307644 h 4132445"/>
              <a:gd name="csX241" fmla="*/ 925719 w 1920602"/>
              <a:gd name="csY241" fmla="*/ 2251792 h 4132445"/>
              <a:gd name="csX242" fmla="*/ 849735 w 1920602"/>
              <a:gd name="csY242" fmla="*/ 2214125 h 4132445"/>
              <a:gd name="csX243" fmla="*/ 917925 w 1920602"/>
              <a:gd name="csY243" fmla="*/ 2298551 h 4132445"/>
              <a:gd name="csX244" fmla="*/ 994558 w 1920602"/>
              <a:gd name="csY244" fmla="*/ 2307644 h 4132445"/>
              <a:gd name="csX245" fmla="*/ 1283556 w 1920602"/>
              <a:gd name="csY245" fmla="*/ 2145935 h 4132445"/>
              <a:gd name="csX246" fmla="*/ 1281607 w 1920602"/>
              <a:gd name="csY246" fmla="*/ 2132946 h 4132445"/>
              <a:gd name="csX247" fmla="*/ 1255630 w 1920602"/>
              <a:gd name="csY247" fmla="*/ 2146584 h 4132445"/>
              <a:gd name="csX248" fmla="*/ 1283556 w 1920602"/>
              <a:gd name="csY248" fmla="*/ 2145935 h 4132445"/>
              <a:gd name="csX249" fmla="*/ 1559564 w 1920602"/>
              <a:gd name="csY249" fmla="*/ 2056313 h 4132445"/>
              <a:gd name="csX250" fmla="*/ 1566708 w 1920602"/>
              <a:gd name="csY250" fmla="*/ 2006307 h 4132445"/>
              <a:gd name="csX251" fmla="*/ 1534886 w 1920602"/>
              <a:gd name="csY251" fmla="*/ 2051767 h 4132445"/>
              <a:gd name="csX252" fmla="*/ 1559564 w 1920602"/>
              <a:gd name="csY252" fmla="*/ 2056313 h 4132445"/>
              <a:gd name="csX253" fmla="*/ 846488 w 1920602"/>
              <a:gd name="csY253" fmla="*/ 2025790 h 4132445"/>
              <a:gd name="csX254" fmla="*/ 812717 w 1920602"/>
              <a:gd name="csY254" fmla="*/ 1957600 h 4132445"/>
              <a:gd name="csX255" fmla="*/ 743228 w 1920602"/>
              <a:gd name="csY255" fmla="*/ 1938117 h 4132445"/>
              <a:gd name="csX256" fmla="*/ 757516 w 1920602"/>
              <a:gd name="csY256" fmla="*/ 1969289 h 4132445"/>
              <a:gd name="csX257" fmla="*/ 788688 w 1920602"/>
              <a:gd name="csY257" fmla="*/ 2014750 h 4132445"/>
              <a:gd name="csX258" fmla="*/ 846488 w 1920602"/>
              <a:gd name="csY258" fmla="*/ 2025790 h 4132445"/>
              <a:gd name="csX259" fmla="*/ 1147824 w 1920602"/>
              <a:gd name="csY259" fmla="*/ 1998514 h 4132445"/>
              <a:gd name="csX260" fmla="*/ 1179646 w 1920602"/>
              <a:gd name="csY260" fmla="*/ 1882266 h 4132445"/>
              <a:gd name="csX261" fmla="*/ 1111456 w 1920602"/>
              <a:gd name="csY261" fmla="*/ 1860185 h 4132445"/>
              <a:gd name="csX262" fmla="*/ 986116 w 1920602"/>
              <a:gd name="csY262" fmla="*/ 1825116 h 4132445"/>
              <a:gd name="csX263" fmla="*/ 866620 w 1920602"/>
              <a:gd name="csY263" fmla="*/ 1848495 h 4132445"/>
              <a:gd name="csX264" fmla="*/ 856229 w 1920602"/>
              <a:gd name="csY264" fmla="*/ 1901749 h 4132445"/>
              <a:gd name="csX265" fmla="*/ 1117950 w 1920602"/>
              <a:gd name="csY265" fmla="*/ 2032284 h 4132445"/>
              <a:gd name="csX266" fmla="*/ 1147824 w 1920602"/>
              <a:gd name="csY266" fmla="*/ 1998514 h 4132445"/>
              <a:gd name="csX267" fmla="*/ 1475138 w 1920602"/>
              <a:gd name="csY267" fmla="*/ 1985525 h 4132445"/>
              <a:gd name="csX268" fmla="*/ 1470592 w 1920602"/>
              <a:gd name="csY268" fmla="*/ 1955002 h 4132445"/>
              <a:gd name="csX269" fmla="*/ 1441367 w 1920602"/>
              <a:gd name="csY269" fmla="*/ 1961496 h 4132445"/>
              <a:gd name="csX270" fmla="*/ 1445913 w 1920602"/>
              <a:gd name="csY270" fmla="*/ 1993318 h 4132445"/>
              <a:gd name="csX271" fmla="*/ 1475138 w 1920602"/>
              <a:gd name="csY271" fmla="*/ 1985525 h 4132445"/>
              <a:gd name="csX272" fmla="*/ 658153 w 1920602"/>
              <a:gd name="csY272" fmla="*/ 1809529 h 4132445"/>
              <a:gd name="csX273" fmla="*/ 631526 w 1920602"/>
              <a:gd name="csY273" fmla="*/ 1779655 h 4132445"/>
              <a:gd name="csX274" fmla="*/ 628279 w 1920602"/>
              <a:gd name="csY274" fmla="*/ 1762770 h 4132445"/>
              <a:gd name="csX275" fmla="*/ 654905 w 1920602"/>
              <a:gd name="csY275" fmla="*/ 1769914 h 4132445"/>
              <a:gd name="csX276" fmla="*/ 655555 w 1920602"/>
              <a:gd name="csY276" fmla="*/ 1727701 h 4132445"/>
              <a:gd name="csX277" fmla="*/ 373701 w 1920602"/>
              <a:gd name="csY277" fmla="*/ 1649120 h 4132445"/>
              <a:gd name="csX278" fmla="*/ 456829 w 1920602"/>
              <a:gd name="csY278" fmla="*/ 1723804 h 4132445"/>
              <a:gd name="csX279" fmla="*/ 589962 w 1920602"/>
              <a:gd name="csY279" fmla="*/ 1797190 h 4132445"/>
              <a:gd name="csX280" fmla="*/ 658153 w 1920602"/>
              <a:gd name="csY280" fmla="*/ 1809529 h 41324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</a:cxnLst>
            <a:rect l="l" t="t" r="r" b="b"/>
            <a:pathLst>
              <a:path w="1920602" h="4132445">
                <a:moveTo>
                  <a:pt x="1440718" y="4119558"/>
                </a:moveTo>
                <a:cubicBezTo>
                  <a:pt x="1393309" y="4092932"/>
                  <a:pt x="1266670" y="3990321"/>
                  <a:pt x="1212767" y="3934470"/>
                </a:cubicBezTo>
                <a:cubicBezTo>
                  <a:pt x="1109508" y="3828613"/>
                  <a:pt x="1052358" y="3756526"/>
                  <a:pt x="925719" y="3572087"/>
                </a:cubicBezTo>
                <a:cubicBezTo>
                  <a:pt x="817913" y="3414925"/>
                  <a:pt x="788688" y="3382453"/>
                  <a:pt x="747774" y="3370763"/>
                </a:cubicBezTo>
                <a:cubicBezTo>
                  <a:pt x="723745" y="3363620"/>
                  <a:pt x="714004" y="3364919"/>
                  <a:pt x="674388" y="3377258"/>
                </a:cubicBezTo>
                <a:cubicBezTo>
                  <a:pt x="625032" y="3392195"/>
                  <a:pt x="612692" y="3399338"/>
                  <a:pt x="612692" y="3412976"/>
                </a:cubicBezTo>
                <a:cubicBezTo>
                  <a:pt x="612692" y="3418172"/>
                  <a:pt x="631526" y="3449345"/>
                  <a:pt x="654256" y="3483115"/>
                </a:cubicBezTo>
                <a:cubicBezTo>
                  <a:pt x="733487" y="3599363"/>
                  <a:pt x="774401" y="3703272"/>
                  <a:pt x="765958" y="3768865"/>
                </a:cubicBezTo>
                <a:cubicBezTo>
                  <a:pt x="760113" y="3814975"/>
                  <a:pt x="734786" y="3863682"/>
                  <a:pt x="697768" y="3899401"/>
                </a:cubicBezTo>
                <a:cubicBezTo>
                  <a:pt x="659452" y="3936419"/>
                  <a:pt x="641917" y="3948758"/>
                  <a:pt x="584117" y="3978632"/>
                </a:cubicBezTo>
                <a:cubicBezTo>
                  <a:pt x="545152" y="3998115"/>
                  <a:pt x="534111" y="4000712"/>
                  <a:pt x="506835" y="3998115"/>
                </a:cubicBezTo>
                <a:cubicBezTo>
                  <a:pt x="478909" y="3995517"/>
                  <a:pt x="471766" y="3991620"/>
                  <a:pt x="449685" y="3966942"/>
                </a:cubicBezTo>
                <a:cubicBezTo>
                  <a:pt x="426955" y="3940965"/>
                  <a:pt x="425007" y="3935120"/>
                  <a:pt x="424357" y="3899401"/>
                </a:cubicBezTo>
                <a:cubicBezTo>
                  <a:pt x="424357" y="3867579"/>
                  <a:pt x="419811" y="3851992"/>
                  <a:pt x="400978" y="3814975"/>
                </a:cubicBezTo>
                <a:cubicBezTo>
                  <a:pt x="369155" y="3753279"/>
                  <a:pt x="295120" y="3627938"/>
                  <a:pt x="241867" y="3545461"/>
                </a:cubicBezTo>
                <a:cubicBezTo>
                  <a:pt x="117825" y="3355826"/>
                  <a:pt x="69767" y="3264906"/>
                  <a:pt x="63273" y="3207107"/>
                </a:cubicBezTo>
                <a:cubicBezTo>
                  <a:pt x="54181" y="3129824"/>
                  <a:pt x="110032" y="2974610"/>
                  <a:pt x="157441" y="2943437"/>
                </a:cubicBezTo>
                <a:cubicBezTo>
                  <a:pt x="180171" y="2927851"/>
                  <a:pt x="211344" y="2924604"/>
                  <a:pt x="237321" y="2934345"/>
                </a:cubicBezTo>
                <a:cubicBezTo>
                  <a:pt x="271741" y="2947334"/>
                  <a:pt x="351621" y="3032409"/>
                  <a:pt x="410719" y="3118134"/>
                </a:cubicBezTo>
                <a:cubicBezTo>
                  <a:pt x="433449" y="3151905"/>
                  <a:pt x="451633" y="3164244"/>
                  <a:pt x="498392" y="3175934"/>
                </a:cubicBezTo>
                <a:cubicBezTo>
                  <a:pt x="549048" y="3188922"/>
                  <a:pt x="578922" y="3175934"/>
                  <a:pt x="643865" y="3114238"/>
                </a:cubicBezTo>
                <a:cubicBezTo>
                  <a:pt x="706211" y="3053841"/>
                  <a:pt x="731538" y="3038254"/>
                  <a:pt x="780895" y="3031760"/>
                </a:cubicBezTo>
                <a:cubicBezTo>
                  <a:pt x="825057" y="3025266"/>
                  <a:pt x="832200" y="3018771"/>
                  <a:pt x="812717" y="2999938"/>
                </a:cubicBezTo>
                <a:cubicBezTo>
                  <a:pt x="789987" y="2977857"/>
                  <a:pt x="760113" y="2967466"/>
                  <a:pt x="721148" y="2967466"/>
                </a:cubicBezTo>
                <a:cubicBezTo>
                  <a:pt x="689975" y="2967466"/>
                  <a:pt x="684130" y="2965518"/>
                  <a:pt x="667894" y="2946684"/>
                </a:cubicBezTo>
                <a:cubicBezTo>
                  <a:pt x="658153" y="2934995"/>
                  <a:pt x="643216" y="2918109"/>
                  <a:pt x="634773" y="2909017"/>
                </a:cubicBezTo>
                <a:cubicBezTo>
                  <a:pt x="625032" y="2897977"/>
                  <a:pt x="615940" y="2872649"/>
                  <a:pt x="606198" y="2825890"/>
                </a:cubicBezTo>
                <a:cubicBezTo>
                  <a:pt x="599054" y="2789522"/>
                  <a:pt x="588014" y="2748608"/>
                  <a:pt x="582169" y="2734970"/>
                </a:cubicBezTo>
                <a:cubicBezTo>
                  <a:pt x="576324" y="2721332"/>
                  <a:pt x="568531" y="2670676"/>
                  <a:pt x="563985" y="2619371"/>
                </a:cubicBezTo>
                <a:cubicBezTo>
                  <a:pt x="556192" y="2532996"/>
                  <a:pt x="522421" y="2297253"/>
                  <a:pt x="508134" y="2234907"/>
                </a:cubicBezTo>
                <a:cubicBezTo>
                  <a:pt x="493846" y="2168016"/>
                  <a:pt x="499042" y="2144636"/>
                  <a:pt x="550996" y="2066055"/>
                </a:cubicBezTo>
                <a:cubicBezTo>
                  <a:pt x="628279" y="1947209"/>
                  <a:pt x="641917" y="1932272"/>
                  <a:pt x="686078" y="1919283"/>
                </a:cubicBezTo>
                <a:cubicBezTo>
                  <a:pt x="704262" y="1913438"/>
                  <a:pt x="699067" y="1890708"/>
                  <a:pt x="676337" y="1875771"/>
                </a:cubicBezTo>
                <a:cubicBezTo>
                  <a:pt x="664647" y="1868628"/>
                  <a:pt x="582819" y="1826414"/>
                  <a:pt x="493846" y="1782253"/>
                </a:cubicBezTo>
                <a:cubicBezTo>
                  <a:pt x="376299" y="1723155"/>
                  <a:pt x="320448" y="1699126"/>
                  <a:pt x="284729" y="1691333"/>
                </a:cubicBezTo>
                <a:cubicBezTo>
                  <a:pt x="258103" y="1684838"/>
                  <a:pt x="226280" y="1673798"/>
                  <a:pt x="214591" y="1666005"/>
                </a:cubicBezTo>
                <a:cubicBezTo>
                  <a:pt x="195108" y="1653016"/>
                  <a:pt x="193159" y="1648470"/>
                  <a:pt x="188613" y="1603659"/>
                </a:cubicBezTo>
                <a:cubicBezTo>
                  <a:pt x="182769" y="1554952"/>
                  <a:pt x="182769" y="1554952"/>
                  <a:pt x="209395" y="1501699"/>
                </a:cubicBezTo>
                <a:cubicBezTo>
                  <a:pt x="256804" y="1406882"/>
                  <a:pt x="278235" y="1402985"/>
                  <a:pt x="450334" y="1458187"/>
                </a:cubicBezTo>
                <a:cubicBezTo>
                  <a:pt x="589313" y="1502348"/>
                  <a:pt x="598405" y="1504296"/>
                  <a:pt x="603600" y="1490658"/>
                </a:cubicBezTo>
                <a:cubicBezTo>
                  <a:pt x="609445" y="1475721"/>
                  <a:pt x="589962" y="1423767"/>
                  <a:pt x="563336" y="1385450"/>
                </a:cubicBezTo>
                <a:cubicBezTo>
                  <a:pt x="541255" y="1353628"/>
                  <a:pt x="540605" y="1349732"/>
                  <a:pt x="547100" y="1328950"/>
                </a:cubicBezTo>
                <a:cubicBezTo>
                  <a:pt x="550996" y="1316611"/>
                  <a:pt x="562037" y="1299725"/>
                  <a:pt x="571129" y="1291283"/>
                </a:cubicBezTo>
                <a:cubicBezTo>
                  <a:pt x="590612" y="1273099"/>
                  <a:pt x="615940" y="1230886"/>
                  <a:pt x="621784" y="1206857"/>
                </a:cubicBezTo>
                <a:cubicBezTo>
                  <a:pt x="626330" y="1186724"/>
                  <a:pt x="647762" y="1158149"/>
                  <a:pt x="665296" y="1149057"/>
                </a:cubicBezTo>
                <a:cubicBezTo>
                  <a:pt x="675687" y="1143212"/>
                  <a:pt x="678934" y="1145810"/>
                  <a:pt x="686728" y="1165293"/>
                </a:cubicBezTo>
                <a:cubicBezTo>
                  <a:pt x="697119" y="1190621"/>
                  <a:pt x="704262" y="1193218"/>
                  <a:pt x="717251" y="1177632"/>
                </a:cubicBezTo>
                <a:cubicBezTo>
                  <a:pt x="721797" y="1172437"/>
                  <a:pt x="734136" y="1163345"/>
                  <a:pt x="744527" y="1158149"/>
                </a:cubicBezTo>
                <a:cubicBezTo>
                  <a:pt x="761412" y="1149057"/>
                  <a:pt x="764659" y="1149057"/>
                  <a:pt x="775700" y="1159448"/>
                </a:cubicBezTo>
                <a:cubicBezTo>
                  <a:pt x="782844" y="1165942"/>
                  <a:pt x="788039" y="1178931"/>
                  <a:pt x="788039" y="1192569"/>
                </a:cubicBezTo>
                <a:cubicBezTo>
                  <a:pt x="788039" y="1204908"/>
                  <a:pt x="795183" y="1225041"/>
                  <a:pt x="804924" y="1239328"/>
                </a:cubicBezTo>
                <a:cubicBezTo>
                  <a:pt x="825706" y="1271150"/>
                  <a:pt x="862724" y="1403634"/>
                  <a:pt x="872465" y="1482216"/>
                </a:cubicBezTo>
                <a:cubicBezTo>
                  <a:pt x="883505" y="1569889"/>
                  <a:pt x="889350" y="1589372"/>
                  <a:pt x="910132" y="1599763"/>
                </a:cubicBezTo>
                <a:cubicBezTo>
                  <a:pt x="928966" y="1609504"/>
                  <a:pt x="1067944" y="1653666"/>
                  <a:pt x="1143928" y="1674447"/>
                </a:cubicBezTo>
                <a:cubicBezTo>
                  <a:pt x="1193934" y="1688086"/>
                  <a:pt x="1207572" y="1687436"/>
                  <a:pt x="1212767" y="1669901"/>
                </a:cubicBezTo>
                <a:cubicBezTo>
                  <a:pt x="1227704" y="1617947"/>
                  <a:pt x="1242641" y="1289334"/>
                  <a:pt x="1239394" y="1077620"/>
                </a:cubicBezTo>
                <a:cubicBezTo>
                  <a:pt x="1238745" y="984751"/>
                  <a:pt x="1236796" y="972412"/>
                  <a:pt x="1218612" y="917859"/>
                </a:cubicBezTo>
                <a:cubicBezTo>
                  <a:pt x="1206923" y="882790"/>
                  <a:pt x="1186790" y="839928"/>
                  <a:pt x="1169256" y="812651"/>
                </a:cubicBezTo>
                <a:cubicBezTo>
                  <a:pt x="1125744" y="748358"/>
                  <a:pt x="1047162" y="669776"/>
                  <a:pt x="981570" y="627563"/>
                </a:cubicBezTo>
                <a:cubicBezTo>
                  <a:pt x="951046" y="607431"/>
                  <a:pt x="924420" y="587948"/>
                  <a:pt x="923121" y="584051"/>
                </a:cubicBezTo>
                <a:cubicBezTo>
                  <a:pt x="921173" y="577557"/>
                  <a:pt x="865971" y="545735"/>
                  <a:pt x="827005" y="528850"/>
                </a:cubicBezTo>
                <a:cubicBezTo>
                  <a:pt x="814666" y="523654"/>
                  <a:pt x="797131" y="514562"/>
                  <a:pt x="788039" y="509367"/>
                </a:cubicBezTo>
                <a:cubicBezTo>
                  <a:pt x="778947" y="504171"/>
                  <a:pt x="751671" y="489884"/>
                  <a:pt x="726343" y="478194"/>
                </a:cubicBezTo>
                <a:cubicBezTo>
                  <a:pt x="701665" y="465855"/>
                  <a:pt x="675038" y="449619"/>
                  <a:pt x="668544" y="441826"/>
                </a:cubicBezTo>
                <a:cubicBezTo>
                  <a:pt x="661400" y="434033"/>
                  <a:pt x="648411" y="428188"/>
                  <a:pt x="638020" y="428188"/>
                </a:cubicBezTo>
                <a:cubicBezTo>
                  <a:pt x="628279" y="428188"/>
                  <a:pt x="617238" y="423642"/>
                  <a:pt x="613991" y="417797"/>
                </a:cubicBezTo>
                <a:cubicBezTo>
                  <a:pt x="610744" y="411952"/>
                  <a:pt x="598405" y="405458"/>
                  <a:pt x="586066" y="402860"/>
                </a:cubicBezTo>
                <a:cubicBezTo>
                  <a:pt x="573077" y="399613"/>
                  <a:pt x="564634" y="394417"/>
                  <a:pt x="565933" y="389871"/>
                </a:cubicBezTo>
                <a:cubicBezTo>
                  <a:pt x="568531" y="376233"/>
                  <a:pt x="554244" y="363894"/>
                  <a:pt x="530864" y="359348"/>
                </a:cubicBezTo>
                <a:cubicBezTo>
                  <a:pt x="518525" y="357400"/>
                  <a:pt x="506835" y="352854"/>
                  <a:pt x="504887" y="349606"/>
                </a:cubicBezTo>
                <a:cubicBezTo>
                  <a:pt x="502938" y="346359"/>
                  <a:pt x="493197" y="343762"/>
                  <a:pt x="483455" y="343762"/>
                </a:cubicBezTo>
                <a:cubicBezTo>
                  <a:pt x="473714" y="343762"/>
                  <a:pt x="460076" y="337917"/>
                  <a:pt x="454231" y="331422"/>
                </a:cubicBezTo>
                <a:cubicBezTo>
                  <a:pt x="447737" y="324279"/>
                  <a:pt x="434099" y="315187"/>
                  <a:pt x="423708" y="311290"/>
                </a:cubicBezTo>
                <a:cubicBezTo>
                  <a:pt x="403575" y="302847"/>
                  <a:pt x="399679" y="295054"/>
                  <a:pt x="413317" y="289859"/>
                </a:cubicBezTo>
                <a:cubicBezTo>
                  <a:pt x="427604" y="284663"/>
                  <a:pt x="402276" y="265180"/>
                  <a:pt x="378248" y="262583"/>
                </a:cubicBezTo>
                <a:cubicBezTo>
                  <a:pt x="365908" y="261933"/>
                  <a:pt x="347075" y="256088"/>
                  <a:pt x="335385" y="250243"/>
                </a:cubicBezTo>
                <a:cubicBezTo>
                  <a:pt x="318500" y="241151"/>
                  <a:pt x="312005" y="240502"/>
                  <a:pt x="299666" y="246996"/>
                </a:cubicBezTo>
                <a:cubicBezTo>
                  <a:pt x="288626" y="252841"/>
                  <a:pt x="284729" y="252841"/>
                  <a:pt x="282781" y="246347"/>
                </a:cubicBezTo>
                <a:cubicBezTo>
                  <a:pt x="276936" y="230111"/>
                  <a:pt x="255505" y="213875"/>
                  <a:pt x="238620" y="213875"/>
                </a:cubicBezTo>
                <a:cubicBezTo>
                  <a:pt x="213292" y="213875"/>
                  <a:pt x="194458" y="202185"/>
                  <a:pt x="203550" y="191145"/>
                </a:cubicBezTo>
                <a:cubicBezTo>
                  <a:pt x="215240" y="177507"/>
                  <a:pt x="200303" y="155426"/>
                  <a:pt x="179521" y="155426"/>
                </a:cubicBezTo>
                <a:cubicBezTo>
                  <a:pt x="165234" y="155426"/>
                  <a:pt x="163286" y="158024"/>
                  <a:pt x="165883" y="171662"/>
                </a:cubicBezTo>
                <a:cubicBezTo>
                  <a:pt x="169130" y="185950"/>
                  <a:pt x="167832" y="187249"/>
                  <a:pt x="152895" y="183352"/>
                </a:cubicBezTo>
                <a:cubicBezTo>
                  <a:pt x="143803" y="181404"/>
                  <a:pt x="120423" y="171013"/>
                  <a:pt x="100291" y="161271"/>
                </a:cubicBezTo>
                <a:cubicBezTo>
                  <a:pt x="80158" y="150880"/>
                  <a:pt x="54181" y="140489"/>
                  <a:pt x="42491" y="138541"/>
                </a:cubicBezTo>
                <a:cubicBezTo>
                  <a:pt x="16514" y="133346"/>
                  <a:pt x="18462" y="119058"/>
                  <a:pt x="45089" y="121656"/>
                </a:cubicBezTo>
                <a:cubicBezTo>
                  <a:pt x="55480" y="122305"/>
                  <a:pt x="82756" y="124254"/>
                  <a:pt x="106136" y="126202"/>
                </a:cubicBezTo>
                <a:cubicBezTo>
                  <a:pt x="129515" y="127501"/>
                  <a:pt x="174975" y="137892"/>
                  <a:pt x="206797" y="148283"/>
                </a:cubicBezTo>
                <a:cubicBezTo>
                  <a:pt x="261999" y="167116"/>
                  <a:pt x="320448" y="174909"/>
                  <a:pt x="320448" y="163220"/>
                </a:cubicBezTo>
                <a:cubicBezTo>
                  <a:pt x="320448" y="153478"/>
                  <a:pt x="277586" y="116460"/>
                  <a:pt x="267195" y="116460"/>
                </a:cubicBezTo>
                <a:cubicBezTo>
                  <a:pt x="261350" y="116460"/>
                  <a:pt x="254855" y="113863"/>
                  <a:pt x="252258" y="110616"/>
                </a:cubicBezTo>
                <a:cubicBezTo>
                  <a:pt x="250309" y="107368"/>
                  <a:pt x="239269" y="102173"/>
                  <a:pt x="227579" y="99575"/>
                </a:cubicBezTo>
                <a:cubicBezTo>
                  <a:pt x="216539" y="97627"/>
                  <a:pt x="196407" y="88535"/>
                  <a:pt x="184067" y="80092"/>
                </a:cubicBezTo>
                <a:cubicBezTo>
                  <a:pt x="171728" y="71650"/>
                  <a:pt x="157441" y="64506"/>
                  <a:pt x="152895" y="64506"/>
                </a:cubicBezTo>
                <a:cubicBezTo>
                  <a:pt x="147699" y="64506"/>
                  <a:pt x="136009" y="59960"/>
                  <a:pt x="126917" y="54764"/>
                </a:cubicBezTo>
                <a:cubicBezTo>
                  <a:pt x="117176" y="49569"/>
                  <a:pt x="84055" y="37879"/>
                  <a:pt x="52882" y="28787"/>
                </a:cubicBezTo>
                <a:cubicBezTo>
                  <a:pt x="21709" y="19695"/>
                  <a:pt x="-5567" y="9304"/>
                  <a:pt x="-7515" y="6057"/>
                </a:cubicBezTo>
                <a:cubicBezTo>
                  <a:pt x="-15958" y="-8230"/>
                  <a:pt x="11968" y="-8230"/>
                  <a:pt x="40543" y="6057"/>
                </a:cubicBezTo>
                <a:cubicBezTo>
                  <a:pt x="109383" y="40477"/>
                  <a:pt x="142504" y="48270"/>
                  <a:pt x="301615" y="71000"/>
                </a:cubicBezTo>
                <a:cubicBezTo>
                  <a:pt x="321098" y="73598"/>
                  <a:pt x="343828" y="78793"/>
                  <a:pt x="351621" y="83339"/>
                </a:cubicBezTo>
                <a:cubicBezTo>
                  <a:pt x="358765" y="87236"/>
                  <a:pt x="373052" y="90483"/>
                  <a:pt x="382794" y="90483"/>
                </a:cubicBezTo>
                <a:cubicBezTo>
                  <a:pt x="404225" y="90483"/>
                  <a:pt x="495795" y="139840"/>
                  <a:pt x="495795" y="151530"/>
                </a:cubicBezTo>
                <a:cubicBezTo>
                  <a:pt x="495795" y="156725"/>
                  <a:pt x="487352" y="159972"/>
                  <a:pt x="476312" y="160622"/>
                </a:cubicBezTo>
                <a:cubicBezTo>
                  <a:pt x="465921" y="160622"/>
                  <a:pt x="453582" y="163220"/>
                  <a:pt x="449685" y="165817"/>
                </a:cubicBezTo>
                <a:cubicBezTo>
                  <a:pt x="445139" y="168415"/>
                  <a:pt x="430202" y="171013"/>
                  <a:pt x="415265" y="172312"/>
                </a:cubicBezTo>
                <a:cubicBezTo>
                  <a:pt x="400978" y="172961"/>
                  <a:pt x="386041" y="174909"/>
                  <a:pt x="382144" y="175559"/>
                </a:cubicBezTo>
                <a:cubicBezTo>
                  <a:pt x="378897" y="176208"/>
                  <a:pt x="367857" y="174260"/>
                  <a:pt x="358115" y="171662"/>
                </a:cubicBezTo>
                <a:cubicBezTo>
                  <a:pt x="347724" y="169064"/>
                  <a:pt x="339931" y="169714"/>
                  <a:pt x="339931" y="172961"/>
                </a:cubicBezTo>
                <a:cubicBezTo>
                  <a:pt x="339931" y="180754"/>
                  <a:pt x="369155" y="195691"/>
                  <a:pt x="482806" y="246347"/>
                </a:cubicBezTo>
                <a:cubicBezTo>
                  <a:pt x="516576" y="261933"/>
                  <a:pt x="576974" y="289859"/>
                  <a:pt x="616589" y="308043"/>
                </a:cubicBezTo>
                <a:cubicBezTo>
                  <a:pt x="707509" y="350905"/>
                  <a:pt x="735435" y="359997"/>
                  <a:pt x="743878" y="351555"/>
                </a:cubicBezTo>
                <a:cubicBezTo>
                  <a:pt x="747774" y="347658"/>
                  <a:pt x="748424" y="341813"/>
                  <a:pt x="745826" y="337267"/>
                </a:cubicBezTo>
                <a:cubicBezTo>
                  <a:pt x="743228" y="333371"/>
                  <a:pt x="693871" y="306744"/>
                  <a:pt x="635423" y="278169"/>
                </a:cubicBezTo>
                <a:cubicBezTo>
                  <a:pt x="576974" y="249594"/>
                  <a:pt x="527617" y="222318"/>
                  <a:pt x="525669" y="217122"/>
                </a:cubicBezTo>
                <a:cubicBezTo>
                  <a:pt x="523720" y="211927"/>
                  <a:pt x="517875" y="207381"/>
                  <a:pt x="512680" y="207381"/>
                </a:cubicBezTo>
                <a:cubicBezTo>
                  <a:pt x="506186" y="207381"/>
                  <a:pt x="503588" y="200887"/>
                  <a:pt x="504237" y="185300"/>
                </a:cubicBezTo>
                <a:cubicBezTo>
                  <a:pt x="506186" y="155426"/>
                  <a:pt x="521772" y="151530"/>
                  <a:pt x="571129" y="169064"/>
                </a:cubicBezTo>
                <a:cubicBezTo>
                  <a:pt x="592560" y="176208"/>
                  <a:pt x="616589" y="184001"/>
                  <a:pt x="625681" y="185950"/>
                </a:cubicBezTo>
                <a:cubicBezTo>
                  <a:pt x="634773" y="187898"/>
                  <a:pt x="651009" y="196990"/>
                  <a:pt x="662049" y="205433"/>
                </a:cubicBezTo>
                <a:cubicBezTo>
                  <a:pt x="673090" y="213226"/>
                  <a:pt x="689975" y="220370"/>
                  <a:pt x="699716" y="220370"/>
                </a:cubicBezTo>
                <a:cubicBezTo>
                  <a:pt x="708808" y="220370"/>
                  <a:pt x="733487" y="226864"/>
                  <a:pt x="754269" y="234008"/>
                </a:cubicBezTo>
                <a:cubicBezTo>
                  <a:pt x="817263" y="257387"/>
                  <a:pt x="861425" y="272324"/>
                  <a:pt x="867270" y="272324"/>
                </a:cubicBezTo>
                <a:cubicBezTo>
                  <a:pt x="869867" y="272324"/>
                  <a:pt x="872465" y="267129"/>
                  <a:pt x="872465" y="260634"/>
                </a:cubicBezTo>
                <a:cubicBezTo>
                  <a:pt x="872465" y="248295"/>
                  <a:pt x="837396" y="228812"/>
                  <a:pt x="732837" y="181404"/>
                </a:cubicBezTo>
                <a:cubicBezTo>
                  <a:pt x="657503" y="147633"/>
                  <a:pt x="643216" y="139840"/>
                  <a:pt x="639969" y="131397"/>
                </a:cubicBezTo>
                <a:cubicBezTo>
                  <a:pt x="634124" y="113213"/>
                  <a:pt x="693871" y="133346"/>
                  <a:pt x="705561" y="152829"/>
                </a:cubicBezTo>
                <a:cubicBezTo>
                  <a:pt x="708808" y="158674"/>
                  <a:pt x="721797" y="161921"/>
                  <a:pt x="738682" y="161921"/>
                </a:cubicBezTo>
                <a:cubicBezTo>
                  <a:pt x="756217" y="161921"/>
                  <a:pt x="769855" y="165817"/>
                  <a:pt x="775050" y="171662"/>
                </a:cubicBezTo>
                <a:cubicBezTo>
                  <a:pt x="779596" y="177507"/>
                  <a:pt x="794533" y="181404"/>
                  <a:pt x="810120" y="181404"/>
                </a:cubicBezTo>
                <a:cubicBezTo>
                  <a:pt x="842591" y="182053"/>
                  <a:pt x="938707" y="207381"/>
                  <a:pt x="969880" y="224266"/>
                </a:cubicBezTo>
                <a:cubicBezTo>
                  <a:pt x="987415" y="233358"/>
                  <a:pt x="1007547" y="235956"/>
                  <a:pt x="1057553" y="236605"/>
                </a:cubicBezTo>
                <a:cubicBezTo>
                  <a:pt x="1118600" y="237255"/>
                  <a:pt x="1125744" y="238554"/>
                  <a:pt x="1172503" y="261284"/>
                </a:cubicBezTo>
                <a:cubicBezTo>
                  <a:pt x="1199779" y="274272"/>
                  <a:pt x="1227704" y="285313"/>
                  <a:pt x="1233549" y="285313"/>
                </a:cubicBezTo>
                <a:cubicBezTo>
                  <a:pt x="1240044" y="285313"/>
                  <a:pt x="1258228" y="293755"/>
                  <a:pt x="1274463" y="304146"/>
                </a:cubicBezTo>
                <a:cubicBezTo>
                  <a:pt x="1290699" y="314537"/>
                  <a:pt x="1311481" y="324279"/>
                  <a:pt x="1321223" y="326227"/>
                </a:cubicBezTo>
                <a:cubicBezTo>
                  <a:pt x="1361487" y="335968"/>
                  <a:pt x="1431626" y="397015"/>
                  <a:pt x="1486178" y="470401"/>
                </a:cubicBezTo>
                <a:cubicBezTo>
                  <a:pt x="1531638" y="531447"/>
                  <a:pt x="1540731" y="549631"/>
                  <a:pt x="1555667" y="619121"/>
                </a:cubicBezTo>
                <a:cubicBezTo>
                  <a:pt x="1581645" y="736668"/>
                  <a:pt x="1582944" y="760047"/>
                  <a:pt x="1571254" y="846422"/>
                </a:cubicBezTo>
                <a:cubicBezTo>
                  <a:pt x="1565409" y="890583"/>
                  <a:pt x="1560863" y="949681"/>
                  <a:pt x="1560863" y="977607"/>
                </a:cubicBezTo>
                <a:cubicBezTo>
                  <a:pt x="1560863" y="1006182"/>
                  <a:pt x="1557616" y="1040602"/>
                  <a:pt x="1554369" y="1054889"/>
                </a:cubicBezTo>
                <a:cubicBezTo>
                  <a:pt x="1548524" y="1078918"/>
                  <a:pt x="1545277" y="1141913"/>
                  <a:pt x="1538782" y="1353628"/>
                </a:cubicBezTo>
                <a:cubicBezTo>
                  <a:pt x="1537483" y="1396491"/>
                  <a:pt x="1529690" y="1501049"/>
                  <a:pt x="1521897" y="1585475"/>
                </a:cubicBezTo>
                <a:cubicBezTo>
                  <a:pt x="1514104" y="1670551"/>
                  <a:pt x="1508908" y="1743937"/>
                  <a:pt x="1510857" y="1749132"/>
                </a:cubicBezTo>
                <a:cubicBezTo>
                  <a:pt x="1512805" y="1754328"/>
                  <a:pt x="1530989" y="1762121"/>
                  <a:pt x="1552420" y="1766017"/>
                </a:cubicBezTo>
                <a:cubicBezTo>
                  <a:pt x="1573202" y="1770563"/>
                  <a:pt x="1619312" y="1780954"/>
                  <a:pt x="1655031" y="1789397"/>
                </a:cubicBezTo>
                <a:cubicBezTo>
                  <a:pt x="1690749" y="1797839"/>
                  <a:pt x="1732962" y="1804983"/>
                  <a:pt x="1747899" y="1804983"/>
                </a:cubicBezTo>
                <a:cubicBezTo>
                  <a:pt x="1768681" y="1804983"/>
                  <a:pt x="1788164" y="1811478"/>
                  <a:pt x="1818038" y="1828363"/>
                </a:cubicBezTo>
                <a:cubicBezTo>
                  <a:pt x="1840768" y="1841351"/>
                  <a:pt x="1859602" y="1853691"/>
                  <a:pt x="1859602" y="1856938"/>
                </a:cubicBezTo>
                <a:cubicBezTo>
                  <a:pt x="1859602" y="1859536"/>
                  <a:pt x="1849211" y="1874472"/>
                  <a:pt x="1836871" y="1889409"/>
                </a:cubicBezTo>
                <a:cubicBezTo>
                  <a:pt x="1815440" y="1915387"/>
                  <a:pt x="1814141" y="1917984"/>
                  <a:pt x="1823883" y="1930973"/>
                </a:cubicBezTo>
                <a:cubicBezTo>
                  <a:pt x="1840768" y="1954353"/>
                  <a:pt x="1842067" y="1960847"/>
                  <a:pt x="1831027" y="1973186"/>
                </a:cubicBezTo>
                <a:cubicBezTo>
                  <a:pt x="1817388" y="1988123"/>
                  <a:pt x="1773877" y="1999813"/>
                  <a:pt x="1734261" y="1999813"/>
                </a:cubicBezTo>
                <a:cubicBezTo>
                  <a:pt x="1715428" y="1999813"/>
                  <a:pt x="1699841" y="2004359"/>
                  <a:pt x="1688801" y="2012801"/>
                </a:cubicBezTo>
                <a:cubicBezTo>
                  <a:pt x="1679709" y="2019945"/>
                  <a:pt x="1667370" y="2025790"/>
                  <a:pt x="1661525" y="2025790"/>
                </a:cubicBezTo>
                <a:cubicBezTo>
                  <a:pt x="1643341" y="2025790"/>
                  <a:pt x="1617363" y="2042675"/>
                  <a:pt x="1584892" y="2076446"/>
                </a:cubicBezTo>
                <a:lnTo>
                  <a:pt x="1553719" y="2108268"/>
                </a:lnTo>
                <a:lnTo>
                  <a:pt x="1563461" y="2133596"/>
                </a:lnTo>
                <a:cubicBezTo>
                  <a:pt x="1588788" y="2197890"/>
                  <a:pt x="1618662" y="2364794"/>
                  <a:pt x="1658927" y="2665480"/>
                </a:cubicBezTo>
                <a:cubicBezTo>
                  <a:pt x="1693347" y="2922006"/>
                  <a:pt x="1704387" y="3042800"/>
                  <a:pt x="1696594" y="3079169"/>
                </a:cubicBezTo>
                <a:cubicBezTo>
                  <a:pt x="1682307" y="3141514"/>
                  <a:pt x="1632950" y="3185675"/>
                  <a:pt x="1548524" y="3212302"/>
                </a:cubicBezTo>
                <a:cubicBezTo>
                  <a:pt x="1449161" y="3242825"/>
                  <a:pt x="1404999" y="3239578"/>
                  <a:pt x="1311481" y="3194767"/>
                </a:cubicBezTo>
                <a:cubicBezTo>
                  <a:pt x="1225756" y="3153853"/>
                  <a:pt x="1074438" y="3046697"/>
                  <a:pt x="992610" y="2970064"/>
                </a:cubicBezTo>
                <a:cubicBezTo>
                  <a:pt x="847137" y="2832384"/>
                  <a:pt x="846488" y="2832384"/>
                  <a:pt x="821809" y="2875896"/>
                </a:cubicBezTo>
                <a:cubicBezTo>
                  <a:pt x="806223" y="2903822"/>
                  <a:pt x="803625" y="2933046"/>
                  <a:pt x="815965" y="2947983"/>
                </a:cubicBezTo>
                <a:cubicBezTo>
                  <a:pt x="854281" y="2996041"/>
                  <a:pt x="1021834" y="3116186"/>
                  <a:pt x="1104312" y="3155152"/>
                </a:cubicBezTo>
                <a:cubicBezTo>
                  <a:pt x="1135485" y="3170089"/>
                  <a:pt x="1169256" y="3186974"/>
                  <a:pt x="1178997" y="3192170"/>
                </a:cubicBezTo>
                <a:cubicBezTo>
                  <a:pt x="1188089" y="3197365"/>
                  <a:pt x="1207572" y="3201262"/>
                  <a:pt x="1221859" y="3201262"/>
                </a:cubicBezTo>
                <a:cubicBezTo>
                  <a:pt x="1250434" y="3201262"/>
                  <a:pt x="1282906" y="3212951"/>
                  <a:pt x="1307584" y="3232434"/>
                </a:cubicBezTo>
                <a:cubicBezTo>
                  <a:pt x="1337458" y="3255165"/>
                  <a:pt x="1503063" y="3338941"/>
                  <a:pt x="1556966" y="3358424"/>
                </a:cubicBezTo>
                <a:cubicBezTo>
                  <a:pt x="1655031" y="3393494"/>
                  <a:pt x="1726468" y="3416224"/>
                  <a:pt x="1762187" y="3422718"/>
                </a:cubicBezTo>
                <a:cubicBezTo>
                  <a:pt x="1781670" y="3426615"/>
                  <a:pt x="1809595" y="3436356"/>
                  <a:pt x="1823883" y="3444799"/>
                </a:cubicBezTo>
                <a:cubicBezTo>
                  <a:pt x="1858952" y="3464931"/>
                  <a:pt x="1911556" y="3522081"/>
                  <a:pt x="1911556" y="3539616"/>
                </a:cubicBezTo>
                <a:cubicBezTo>
                  <a:pt x="1911556" y="3558449"/>
                  <a:pt x="1882332" y="3584426"/>
                  <a:pt x="1825831" y="3614300"/>
                </a:cubicBezTo>
                <a:cubicBezTo>
                  <a:pt x="1742054" y="3659111"/>
                  <a:pt x="1690749" y="3667554"/>
                  <a:pt x="1598530" y="3652617"/>
                </a:cubicBezTo>
                <a:cubicBezTo>
                  <a:pt x="1525144" y="3640278"/>
                  <a:pt x="1500466" y="3641576"/>
                  <a:pt x="1497219" y="3657812"/>
                </a:cubicBezTo>
                <a:cubicBezTo>
                  <a:pt x="1495920" y="3664307"/>
                  <a:pt x="1511506" y="3697428"/>
                  <a:pt x="1531638" y="3731847"/>
                </a:cubicBezTo>
                <a:cubicBezTo>
                  <a:pt x="1580346" y="3813676"/>
                  <a:pt x="1649835" y="3953304"/>
                  <a:pt x="1658927" y="3988373"/>
                </a:cubicBezTo>
                <a:cubicBezTo>
                  <a:pt x="1668669" y="4026690"/>
                  <a:pt x="1660226" y="4044874"/>
                  <a:pt x="1614766" y="4081242"/>
                </a:cubicBezTo>
                <a:cubicBezTo>
                  <a:pt x="1574501" y="4112415"/>
                  <a:pt x="1553070" y="4120857"/>
                  <a:pt x="1495920" y="4126702"/>
                </a:cubicBezTo>
                <a:cubicBezTo>
                  <a:pt x="1469293" y="4129300"/>
                  <a:pt x="1455006" y="4127351"/>
                  <a:pt x="1440718" y="4119558"/>
                </a:cubicBezTo>
                <a:close/>
                <a:moveTo>
                  <a:pt x="1339407" y="3942263"/>
                </a:moveTo>
                <a:cubicBezTo>
                  <a:pt x="1351096" y="3935120"/>
                  <a:pt x="1345901" y="3907194"/>
                  <a:pt x="1324470" y="3861734"/>
                </a:cubicBezTo>
                <a:cubicBezTo>
                  <a:pt x="1304987" y="3822119"/>
                  <a:pt x="1264722" y="3718209"/>
                  <a:pt x="1250434" y="3672100"/>
                </a:cubicBezTo>
                <a:cubicBezTo>
                  <a:pt x="1244590" y="3653916"/>
                  <a:pt x="1240044" y="3615599"/>
                  <a:pt x="1240044" y="3584426"/>
                </a:cubicBezTo>
                <a:cubicBezTo>
                  <a:pt x="1239394" y="3535719"/>
                  <a:pt x="1241342" y="3525978"/>
                  <a:pt x="1256929" y="3500000"/>
                </a:cubicBezTo>
                <a:cubicBezTo>
                  <a:pt x="1281607" y="3457787"/>
                  <a:pt x="1308234" y="3435057"/>
                  <a:pt x="1347849" y="3422069"/>
                </a:cubicBezTo>
                <a:cubicBezTo>
                  <a:pt x="1388114" y="3409080"/>
                  <a:pt x="1395258" y="3392844"/>
                  <a:pt x="1371229" y="3370114"/>
                </a:cubicBezTo>
                <a:cubicBezTo>
                  <a:pt x="1348499" y="3348683"/>
                  <a:pt x="1282257" y="3303222"/>
                  <a:pt x="1228354" y="3272050"/>
                </a:cubicBezTo>
                <a:cubicBezTo>
                  <a:pt x="1202377" y="3257113"/>
                  <a:pt x="1127042" y="3211003"/>
                  <a:pt x="1061450" y="3170089"/>
                </a:cubicBezTo>
                <a:cubicBezTo>
                  <a:pt x="996507" y="3129175"/>
                  <a:pt x="938058" y="3095404"/>
                  <a:pt x="931563" y="3094755"/>
                </a:cubicBezTo>
                <a:cubicBezTo>
                  <a:pt x="923770" y="3094105"/>
                  <a:pt x="920523" y="3101899"/>
                  <a:pt x="917925" y="3126577"/>
                </a:cubicBezTo>
                <a:cubicBezTo>
                  <a:pt x="915977" y="3144761"/>
                  <a:pt x="906236" y="3175934"/>
                  <a:pt x="896494" y="3196066"/>
                </a:cubicBezTo>
                <a:cubicBezTo>
                  <a:pt x="875063" y="3240877"/>
                  <a:pt x="873764" y="3280492"/>
                  <a:pt x="891948" y="3335694"/>
                </a:cubicBezTo>
                <a:cubicBezTo>
                  <a:pt x="910782" y="3389597"/>
                  <a:pt x="1040668" y="3651967"/>
                  <a:pt x="1077686" y="3709767"/>
                </a:cubicBezTo>
                <a:cubicBezTo>
                  <a:pt x="1136134" y="3800038"/>
                  <a:pt x="1242641" y="3914338"/>
                  <a:pt x="1288751" y="3935120"/>
                </a:cubicBezTo>
                <a:cubicBezTo>
                  <a:pt x="1321223" y="3949407"/>
                  <a:pt x="1326418" y="3950057"/>
                  <a:pt x="1339407" y="3942263"/>
                </a:cubicBezTo>
                <a:close/>
                <a:moveTo>
                  <a:pt x="1364734" y="2972662"/>
                </a:moveTo>
                <a:cubicBezTo>
                  <a:pt x="1386166" y="2927201"/>
                  <a:pt x="1364734" y="2653791"/>
                  <a:pt x="1327717" y="2497278"/>
                </a:cubicBezTo>
                <a:cubicBezTo>
                  <a:pt x="1315378" y="2446622"/>
                  <a:pt x="1305636" y="2432334"/>
                  <a:pt x="1289400" y="2438179"/>
                </a:cubicBezTo>
                <a:cubicBezTo>
                  <a:pt x="1284205" y="2440128"/>
                  <a:pt x="1271216" y="2441426"/>
                  <a:pt x="1260176" y="2441426"/>
                </a:cubicBezTo>
                <a:cubicBezTo>
                  <a:pt x="1228354" y="2441426"/>
                  <a:pt x="1219262" y="2449869"/>
                  <a:pt x="1228354" y="2470001"/>
                </a:cubicBezTo>
                <a:cubicBezTo>
                  <a:pt x="1234848" y="2484289"/>
                  <a:pt x="1234199" y="2487536"/>
                  <a:pt x="1223158" y="2493381"/>
                </a:cubicBezTo>
                <a:cubicBezTo>
                  <a:pt x="1197181" y="2507019"/>
                  <a:pt x="1102364" y="2495979"/>
                  <a:pt x="1091973" y="2477795"/>
                </a:cubicBezTo>
                <a:cubicBezTo>
                  <a:pt x="1077686" y="2452467"/>
                  <a:pt x="1021834" y="2438179"/>
                  <a:pt x="1021834" y="2459611"/>
                </a:cubicBezTo>
                <a:cubicBezTo>
                  <a:pt x="1021834" y="2467404"/>
                  <a:pt x="1062099" y="2497927"/>
                  <a:pt x="1147175" y="2555077"/>
                </a:cubicBezTo>
                <a:cubicBezTo>
                  <a:pt x="1215365" y="2601187"/>
                  <a:pt x="1278360" y="2644699"/>
                  <a:pt x="1286803" y="2651842"/>
                </a:cubicBezTo>
                <a:cubicBezTo>
                  <a:pt x="1306935" y="2670026"/>
                  <a:pt x="1304987" y="2686262"/>
                  <a:pt x="1282257" y="2691458"/>
                </a:cubicBezTo>
                <a:cubicBezTo>
                  <a:pt x="1271866" y="2693406"/>
                  <a:pt x="1259527" y="2699900"/>
                  <a:pt x="1254331" y="2705745"/>
                </a:cubicBezTo>
                <a:cubicBezTo>
                  <a:pt x="1247837" y="2714188"/>
                  <a:pt x="1249136" y="2718084"/>
                  <a:pt x="1264722" y="2730424"/>
                </a:cubicBezTo>
                <a:lnTo>
                  <a:pt x="1283556" y="2745361"/>
                </a:lnTo>
                <a:lnTo>
                  <a:pt x="1268619" y="2753154"/>
                </a:lnTo>
                <a:cubicBezTo>
                  <a:pt x="1260825" y="2757050"/>
                  <a:pt x="1227704" y="2762246"/>
                  <a:pt x="1195233" y="2764194"/>
                </a:cubicBezTo>
                <a:cubicBezTo>
                  <a:pt x="1138732" y="2767441"/>
                  <a:pt x="1134186" y="2766792"/>
                  <a:pt x="1112755" y="2751205"/>
                </a:cubicBezTo>
                <a:cubicBezTo>
                  <a:pt x="1084829" y="2731073"/>
                  <a:pt x="1017288" y="2697303"/>
                  <a:pt x="973127" y="2681716"/>
                </a:cubicBezTo>
                <a:cubicBezTo>
                  <a:pt x="955592" y="2675871"/>
                  <a:pt x="927017" y="2664831"/>
                  <a:pt x="910132" y="2658337"/>
                </a:cubicBezTo>
                <a:cubicBezTo>
                  <a:pt x="879609" y="2646647"/>
                  <a:pt x="878959" y="2646647"/>
                  <a:pt x="869218" y="2658986"/>
                </a:cubicBezTo>
                <a:cubicBezTo>
                  <a:pt x="855580" y="2677820"/>
                  <a:pt x="856229" y="2751855"/>
                  <a:pt x="870517" y="2767441"/>
                </a:cubicBezTo>
                <a:cubicBezTo>
                  <a:pt x="876362" y="2773936"/>
                  <a:pt x="884155" y="2779131"/>
                  <a:pt x="887402" y="2779131"/>
                </a:cubicBezTo>
                <a:cubicBezTo>
                  <a:pt x="902988" y="2779131"/>
                  <a:pt x="1017288" y="2832384"/>
                  <a:pt x="1147175" y="2901224"/>
                </a:cubicBezTo>
                <a:cubicBezTo>
                  <a:pt x="1337458" y="3001237"/>
                  <a:pt x="1349148" y="3005133"/>
                  <a:pt x="1364734" y="2972662"/>
                </a:cubicBezTo>
                <a:close/>
                <a:moveTo>
                  <a:pt x="1082232" y="2587549"/>
                </a:moveTo>
                <a:cubicBezTo>
                  <a:pt x="1083531" y="2579106"/>
                  <a:pt x="958840" y="2474547"/>
                  <a:pt x="906236" y="2440777"/>
                </a:cubicBezTo>
                <a:cubicBezTo>
                  <a:pt x="873115" y="2418696"/>
                  <a:pt x="864023" y="2415449"/>
                  <a:pt x="856229" y="2421944"/>
                </a:cubicBezTo>
                <a:cubicBezTo>
                  <a:pt x="846488" y="2430386"/>
                  <a:pt x="842591" y="2482341"/>
                  <a:pt x="850384" y="2503122"/>
                </a:cubicBezTo>
                <a:cubicBezTo>
                  <a:pt x="855580" y="2516111"/>
                  <a:pt x="890649" y="2533646"/>
                  <a:pt x="934161" y="2545336"/>
                </a:cubicBezTo>
                <a:cubicBezTo>
                  <a:pt x="952345" y="2550531"/>
                  <a:pt x="988713" y="2564169"/>
                  <a:pt x="1015340" y="2575859"/>
                </a:cubicBezTo>
                <a:cubicBezTo>
                  <a:pt x="1064048" y="2597290"/>
                  <a:pt x="1080283" y="2599888"/>
                  <a:pt x="1082232" y="2587549"/>
                </a:cubicBezTo>
                <a:close/>
                <a:moveTo>
                  <a:pt x="1297843" y="2375184"/>
                </a:moveTo>
                <a:cubicBezTo>
                  <a:pt x="1290050" y="2325828"/>
                  <a:pt x="1281607" y="2314787"/>
                  <a:pt x="1250434" y="2312839"/>
                </a:cubicBezTo>
                <a:cubicBezTo>
                  <a:pt x="1226406" y="2310891"/>
                  <a:pt x="1223158" y="2308942"/>
                  <a:pt x="1223158" y="2294655"/>
                </a:cubicBezTo>
                <a:cubicBezTo>
                  <a:pt x="1223158" y="2277120"/>
                  <a:pt x="1214716" y="2272574"/>
                  <a:pt x="1161462" y="2258936"/>
                </a:cubicBezTo>
                <a:cubicBezTo>
                  <a:pt x="1143928" y="2254390"/>
                  <a:pt x="1117950" y="2245947"/>
                  <a:pt x="1104962" y="2238804"/>
                </a:cubicBezTo>
                <a:cubicBezTo>
                  <a:pt x="1091324" y="2232309"/>
                  <a:pt x="1071191" y="2227114"/>
                  <a:pt x="1059502" y="2227114"/>
                </a:cubicBezTo>
                <a:cubicBezTo>
                  <a:pt x="1047812" y="2227114"/>
                  <a:pt x="1022484" y="2221269"/>
                  <a:pt x="1003650" y="2214125"/>
                </a:cubicBezTo>
                <a:cubicBezTo>
                  <a:pt x="935460" y="2188148"/>
                  <a:pt x="919224" y="2208280"/>
                  <a:pt x="982869" y="2240103"/>
                </a:cubicBezTo>
                <a:cubicBezTo>
                  <a:pt x="1004300" y="2251143"/>
                  <a:pt x="1038070" y="2269976"/>
                  <a:pt x="1058203" y="2282965"/>
                </a:cubicBezTo>
                <a:cubicBezTo>
                  <a:pt x="1077686" y="2295304"/>
                  <a:pt x="1126393" y="2321282"/>
                  <a:pt x="1166658" y="2340765"/>
                </a:cubicBezTo>
                <a:cubicBezTo>
                  <a:pt x="1206923" y="2359598"/>
                  <a:pt x="1248486" y="2381679"/>
                  <a:pt x="1258877" y="2388822"/>
                </a:cubicBezTo>
                <a:cubicBezTo>
                  <a:pt x="1269917" y="2396616"/>
                  <a:pt x="1283556" y="2402461"/>
                  <a:pt x="1290050" y="2402461"/>
                </a:cubicBezTo>
                <a:cubicBezTo>
                  <a:pt x="1300441" y="2402461"/>
                  <a:pt x="1301740" y="2399213"/>
                  <a:pt x="1297843" y="2375184"/>
                </a:cubicBezTo>
                <a:close/>
                <a:moveTo>
                  <a:pt x="994558" y="2307644"/>
                </a:moveTo>
                <a:cubicBezTo>
                  <a:pt x="993259" y="2301799"/>
                  <a:pt x="962736" y="2276471"/>
                  <a:pt x="925719" y="2251792"/>
                </a:cubicBezTo>
                <a:cubicBezTo>
                  <a:pt x="871166" y="2214125"/>
                  <a:pt x="857528" y="2207631"/>
                  <a:pt x="849735" y="2214125"/>
                </a:cubicBezTo>
                <a:cubicBezTo>
                  <a:pt x="822459" y="2236855"/>
                  <a:pt x="851683" y="2272574"/>
                  <a:pt x="917925" y="2298551"/>
                </a:cubicBezTo>
                <a:cubicBezTo>
                  <a:pt x="973777" y="2320632"/>
                  <a:pt x="997805" y="2323230"/>
                  <a:pt x="994558" y="2307644"/>
                </a:cubicBezTo>
                <a:close/>
                <a:moveTo>
                  <a:pt x="1283556" y="2145935"/>
                </a:moveTo>
                <a:cubicBezTo>
                  <a:pt x="1286153" y="2140740"/>
                  <a:pt x="1284854" y="2134895"/>
                  <a:pt x="1281607" y="2132946"/>
                </a:cubicBezTo>
                <a:cubicBezTo>
                  <a:pt x="1273165" y="2127751"/>
                  <a:pt x="1255630" y="2136843"/>
                  <a:pt x="1255630" y="2146584"/>
                </a:cubicBezTo>
                <a:cubicBezTo>
                  <a:pt x="1255630" y="2158924"/>
                  <a:pt x="1279009" y="2158274"/>
                  <a:pt x="1283556" y="2145935"/>
                </a:cubicBezTo>
                <a:close/>
                <a:moveTo>
                  <a:pt x="1559564" y="2056313"/>
                </a:moveTo>
                <a:cubicBezTo>
                  <a:pt x="1571903" y="2041376"/>
                  <a:pt x="1576449" y="2012152"/>
                  <a:pt x="1566708" y="2006307"/>
                </a:cubicBezTo>
                <a:cubicBezTo>
                  <a:pt x="1545926" y="1993318"/>
                  <a:pt x="1521897" y="2027089"/>
                  <a:pt x="1534886" y="2051767"/>
                </a:cubicBezTo>
                <a:cubicBezTo>
                  <a:pt x="1542679" y="2066704"/>
                  <a:pt x="1549823" y="2068003"/>
                  <a:pt x="1559564" y="2056313"/>
                </a:cubicBezTo>
                <a:close/>
                <a:moveTo>
                  <a:pt x="846488" y="2025790"/>
                </a:moveTo>
                <a:cubicBezTo>
                  <a:pt x="888052" y="2004359"/>
                  <a:pt x="882207" y="1992020"/>
                  <a:pt x="812717" y="1957600"/>
                </a:cubicBezTo>
                <a:cubicBezTo>
                  <a:pt x="758165" y="1930324"/>
                  <a:pt x="752320" y="1929025"/>
                  <a:pt x="743228" y="1938117"/>
                </a:cubicBezTo>
                <a:cubicBezTo>
                  <a:pt x="733487" y="1947858"/>
                  <a:pt x="734786" y="1950456"/>
                  <a:pt x="757516" y="1969289"/>
                </a:cubicBezTo>
                <a:cubicBezTo>
                  <a:pt x="772453" y="1982278"/>
                  <a:pt x="784142" y="1999813"/>
                  <a:pt x="788688" y="2014750"/>
                </a:cubicBezTo>
                <a:cubicBezTo>
                  <a:pt x="796482" y="2043325"/>
                  <a:pt x="808171" y="2045273"/>
                  <a:pt x="846488" y="2025790"/>
                </a:cubicBezTo>
                <a:close/>
                <a:moveTo>
                  <a:pt x="1147824" y="1998514"/>
                </a:moveTo>
                <a:cubicBezTo>
                  <a:pt x="1174451" y="1938766"/>
                  <a:pt x="1187440" y="1890059"/>
                  <a:pt x="1179646" y="1882266"/>
                </a:cubicBezTo>
                <a:cubicBezTo>
                  <a:pt x="1175750" y="1878369"/>
                  <a:pt x="1145227" y="1867978"/>
                  <a:pt x="1111456" y="1860185"/>
                </a:cubicBezTo>
                <a:cubicBezTo>
                  <a:pt x="1078335" y="1852392"/>
                  <a:pt x="1021834" y="1836156"/>
                  <a:pt x="986116" y="1825116"/>
                </a:cubicBezTo>
                <a:cubicBezTo>
                  <a:pt x="892598" y="1795891"/>
                  <a:pt x="890649" y="1795891"/>
                  <a:pt x="866620" y="1848495"/>
                </a:cubicBezTo>
                <a:cubicBezTo>
                  <a:pt x="848436" y="1887461"/>
                  <a:pt x="847137" y="1892657"/>
                  <a:pt x="856229" y="1901749"/>
                </a:cubicBezTo>
                <a:cubicBezTo>
                  <a:pt x="871816" y="1917335"/>
                  <a:pt x="1101065" y="2031635"/>
                  <a:pt x="1117950" y="2032284"/>
                </a:cubicBezTo>
                <a:cubicBezTo>
                  <a:pt x="1129640" y="2032284"/>
                  <a:pt x="1136134" y="2025141"/>
                  <a:pt x="1147824" y="1998514"/>
                </a:cubicBezTo>
                <a:close/>
                <a:moveTo>
                  <a:pt x="1475138" y="1985525"/>
                </a:moveTo>
                <a:cubicBezTo>
                  <a:pt x="1486178" y="1974485"/>
                  <a:pt x="1484879" y="1962146"/>
                  <a:pt x="1470592" y="1955002"/>
                </a:cubicBezTo>
                <a:cubicBezTo>
                  <a:pt x="1461500" y="1949807"/>
                  <a:pt x="1454356" y="1951105"/>
                  <a:pt x="1441367" y="1961496"/>
                </a:cubicBezTo>
                <a:cubicBezTo>
                  <a:pt x="1417338" y="1980330"/>
                  <a:pt x="1419287" y="1993318"/>
                  <a:pt x="1445913" y="1993318"/>
                </a:cubicBezTo>
                <a:cubicBezTo>
                  <a:pt x="1457603" y="1993318"/>
                  <a:pt x="1470592" y="1990071"/>
                  <a:pt x="1475138" y="1985525"/>
                </a:cubicBezTo>
                <a:close/>
                <a:moveTo>
                  <a:pt x="658153" y="1809529"/>
                </a:moveTo>
                <a:cubicBezTo>
                  <a:pt x="658153" y="1804334"/>
                  <a:pt x="646463" y="1791345"/>
                  <a:pt x="631526" y="1779655"/>
                </a:cubicBezTo>
                <a:cubicBezTo>
                  <a:pt x="603600" y="1756276"/>
                  <a:pt x="601003" y="1745236"/>
                  <a:pt x="628279" y="1762770"/>
                </a:cubicBezTo>
                <a:cubicBezTo>
                  <a:pt x="637371" y="1769264"/>
                  <a:pt x="649710" y="1772512"/>
                  <a:pt x="654905" y="1769914"/>
                </a:cubicBezTo>
                <a:cubicBezTo>
                  <a:pt x="667245" y="1765368"/>
                  <a:pt x="667894" y="1737442"/>
                  <a:pt x="655555" y="1727701"/>
                </a:cubicBezTo>
                <a:cubicBezTo>
                  <a:pt x="641917" y="1716661"/>
                  <a:pt x="400328" y="1649120"/>
                  <a:pt x="373701" y="1649120"/>
                </a:cubicBezTo>
                <a:cubicBezTo>
                  <a:pt x="329540" y="1649120"/>
                  <a:pt x="352270" y="1669901"/>
                  <a:pt x="456829" y="1723804"/>
                </a:cubicBezTo>
                <a:cubicBezTo>
                  <a:pt x="512030" y="1753029"/>
                  <a:pt x="572428" y="1785500"/>
                  <a:pt x="589962" y="1797190"/>
                </a:cubicBezTo>
                <a:cubicBezTo>
                  <a:pt x="623733" y="1818621"/>
                  <a:pt x="658153" y="1824466"/>
                  <a:pt x="658153" y="1809529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BE68F3E6-0C42-72C6-C0CF-119FEA743061}"/>
              </a:ext>
            </a:extLst>
          </p:cNvPr>
          <p:cNvSpPr/>
          <p:nvPr/>
        </p:nvSpPr>
        <p:spPr>
          <a:xfrm flipV="1">
            <a:off x="2267313" y="1458463"/>
            <a:ext cx="1214870" cy="1117282"/>
          </a:xfrm>
          <a:custGeom>
            <a:avLst/>
            <a:gdLst>
              <a:gd name="csX0" fmla="*/ 944411 w 1706664"/>
              <a:gd name="csY0" fmla="*/ 1632685 h 1654927"/>
              <a:gd name="csX1" fmla="*/ 882715 w 1706664"/>
              <a:gd name="csY1" fmla="*/ 1612553 h 1654927"/>
              <a:gd name="csX2" fmla="*/ 806082 w 1706664"/>
              <a:gd name="csY2" fmla="*/ 1537219 h 1654927"/>
              <a:gd name="csX3" fmla="*/ 776858 w 1706664"/>
              <a:gd name="csY3" fmla="*/ 1380706 h 1654927"/>
              <a:gd name="csX4" fmla="*/ 776858 w 1706664"/>
              <a:gd name="csY4" fmla="*/ 1347585 h 1654927"/>
              <a:gd name="csX5" fmla="*/ 790496 w 1706664"/>
              <a:gd name="csY5" fmla="*/ 1363820 h 1654927"/>
              <a:gd name="csX6" fmla="*/ 816473 w 1706664"/>
              <a:gd name="csY6" fmla="*/ 1404735 h 1654927"/>
              <a:gd name="csX7" fmla="*/ 874922 w 1706664"/>
              <a:gd name="csY7" fmla="*/ 1431361 h 1654927"/>
              <a:gd name="csX8" fmla="*/ 871025 w 1706664"/>
              <a:gd name="csY8" fmla="*/ 1295630 h 1654927"/>
              <a:gd name="csX9" fmla="*/ 855439 w 1706664"/>
              <a:gd name="csY9" fmla="*/ 1198215 h 1654927"/>
              <a:gd name="csX10" fmla="*/ 824266 w 1706664"/>
              <a:gd name="csY10" fmla="*/ 1109243 h 1654927"/>
              <a:gd name="csX11" fmla="*/ 620994 w 1706664"/>
              <a:gd name="csY11" fmla="*/ 1039105 h 1654927"/>
              <a:gd name="csX12" fmla="*/ 468378 w 1706664"/>
              <a:gd name="csY12" fmla="*/ 993644 h 1654927"/>
              <a:gd name="csX13" fmla="*/ 312514 w 1706664"/>
              <a:gd name="csY13" fmla="*/ 965069 h 1654927"/>
              <a:gd name="csX14" fmla="*/ 168989 w 1706664"/>
              <a:gd name="csY14" fmla="*/ 1003386 h 1654927"/>
              <a:gd name="csX15" fmla="*/ 138466 w 1706664"/>
              <a:gd name="csY15" fmla="*/ 1013127 h 1654927"/>
              <a:gd name="csX16" fmla="*/ 103397 w 1706664"/>
              <a:gd name="csY16" fmla="*/ 1001437 h 1654927"/>
              <a:gd name="csX17" fmla="*/ 75471 w 1706664"/>
              <a:gd name="csY17" fmla="*/ 993644 h 1654927"/>
              <a:gd name="csX18" fmla="*/ -2461 w 1706664"/>
              <a:gd name="csY18" fmla="*/ 904672 h 1654927"/>
              <a:gd name="csX19" fmla="*/ 211852 w 1706664"/>
              <a:gd name="csY19" fmla="*/ 609830 h 1654927"/>
              <a:gd name="csX20" fmla="*/ 452142 w 1706664"/>
              <a:gd name="csY20" fmla="*/ 457214 h 1654927"/>
              <a:gd name="csX21" fmla="*/ 629437 w 1706664"/>
              <a:gd name="csY21" fmla="*/ 494231 h 1654927"/>
              <a:gd name="csX22" fmla="*/ 737892 w 1706664"/>
              <a:gd name="csY22" fmla="*/ 519559 h 1654927"/>
              <a:gd name="csX23" fmla="*/ 749582 w 1706664"/>
              <a:gd name="csY23" fmla="*/ 450719 h 1654927"/>
              <a:gd name="csX24" fmla="*/ 733346 w 1706664"/>
              <a:gd name="csY24" fmla="*/ 370190 h 1654927"/>
              <a:gd name="csX25" fmla="*/ 585925 w 1706664"/>
              <a:gd name="csY25" fmla="*/ 286413 h 1654927"/>
              <a:gd name="csX26" fmla="*/ 409929 w 1706664"/>
              <a:gd name="csY26" fmla="*/ 232510 h 1654927"/>
              <a:gd name="csX27" fmla="*/ 381354 w 1706664"/>
              <a:gd name="csY27" fmla="*/ 217573 h 1654927"/>
              <a:gd name="csX28" fmla="*/ 367066 w 1706664"/>
              <a:gd name="csY28" fmla="*/ 188998 h 1654927"/>
              <a:gd name="csX29" fmla="*/ 354727 w 1706664"/>
              <a:gd name="csY29" fmla="*/ 144837 h 1654927"/>
              <a:gd name="csX30" fmla="*/ 377457 w 1706664"/>
              <a:gd name="csY30" fmla="*/ 94831 h 1654927"/>
              <a:gd name="csX31" fmla="*/ 400187 w 1706664"/>
              <a:gd name="csY31" fmla="*/ 59112 h 1654927"/>
              <a:gd name="csX32" fmla="*/ 409279 w 1706664"/>
              <a:gd name="csY32" fmla="*/ 22744 h 1654927"/>
              <a:gd name="csX33" fmla="*/ 666454 w 1706664"/>
              <a:gd name="csY33" fmla="*/ 46123 h 1654927"/>
              <a:gd name="csX34" fmla="*/ 874272 w 1706664"/>
              <a:gd name="csY34" fmla="*/ 111716 h 1654927"/>
              <a:gd name="csX35" fmla="*/ 987923 w 1706664"/>
              <a:gd name="csY35" fmla="*/ 147435 h 1654927"/>
              <a:gd name="csX36" fmla="*/ 1061309 w 1706664"/>
              <a:gd name="csY36" fmla="*/ 166918 h 1654927"/>
              <a:gd name="csX37" fmla="*/ 1082091 w 1706664"/>
              <a:gd name="csY37" fmla="*/ 156527 h 1654927"/>
              <a:gd name="csX38" fmla="*/ 1043125 w 1706664"/>
              <a:gd name="csY38" fmla="*/ 116911 h 1654927"/>
              <a:gd name="csX39" fmla="*/ 1004159 w 1706664"/>
              <a:gd name="csY39" fmla="*/ 87687 h 1654927"/>
              <a:gd name="csX40" fmla="*/ 1091832 w 1706664"/>
              <a:gd name="csY40" fmla="*/ 125354 h 1654927"/>
              <a:gd name="csX41" fmla="*/ 1198988 w 1706664"/>
              <a:gd name="csY41" fmla="*/ 170814 h 1654927"/>
              <a:gd name="csX42" fmla="*/ 1306145 w 1706664"/>
              <a:gd name="csY42" fmla="*/ 214976 h 1654927"/>
              <a:gd name="csX43" fmla="*/ 1409404 w 1706664"/>
              <a:gd name="csY43" fmla="*/ 255890 h 1654927"/>
              <a:gd name="csX44" fmla="*/ 1473049 w 1706664"/>
              <a:gd name="csY44" fmla="*/ 303298 h 1654927"/>
              <a:gd name="csX45" fmla="*/ 1447721 w 1706664"/>
              <a:gd name="csY45" fmla="*/ 320833 h 1654927"/>
              <a:gd name="csX46" fmla="*/ 1458112 w 1706664"/>
              <a:gd name="csY46" fmla="*/ 360448 h 1654927"/>
              <a:gd name="csX47" fmla="*/ 1444474 w 1706664"/>
              <a:gd name="csY47" fmla="*/ 405259 h 1654927"/>
              <a:gd name="csX48" fmla="*/ 1244449 w 1706664"/>
              <a:gd name="csY48" fmla="*/ 461110 h 1654927"/>
              <a:gd name="csX49" fmla="*/ 1181454 w 1706664"/>
              <a:gd name="csY49" fmla="*/ 460461 h 1654927"/>
              <a:gd name="csX50" fmla="*/ 1183402 w 1706664"/>
              <a:gd name="csY50" fmla="*/ 505272 h 1654927"/>
              <a:gd name="csX51" fmla="*/ 1176908 w 1706664"/>
              <a:gd name="csY51" fmla="*/ 519559 h 1654927"/>
              <a:gd name="csX52" fmla="*/ 1165218 w 1706664"/>
              <a:gd name="csY52" fmla="*/ 550732 h 1654927"/>
              <a:gd name="csX53" fmla="*/ 1194442 w 1706664"/>
              <a:gd name="csY53" fmla="*/ 566318 h 1654927"/>
              <a:gd name="csX54" fmla="*/ 1224966 w 1706664"/>
              <a:gd name="csY54" fmla="*/ 598790 h 1654927"/>
              <a:gd name="csX55" fmla="*/ 1339266 w 1706664"/>
              <a:gd name="csY55" fmla="*/ 722182 h 1654927"/>
              <a:gd name="csX56" fmla="*/ 1526302 w 1706664"/>
              <a:gd name="csY56" fmla="*/ 805309 h 1654927"/>
              <a:gd name="csX57" fmla="*/ 1580205 w 1706664"/>
              <a:gd name="csY57" fmla="*/ 826091 h 1654927"/>
              <a:gd name="csX58" fmla="*/ 1618521 w 1706664"/>
              <a:gd name="csY58" fmla="*/ 843626 h 1654927"/>
              <a:gd name="csX59" fmla="*/ 1643200 w 1706664"/>
              <a:gd name="csY59" fmla="*/ 892982 h 1654927"/>
              <a:gd name="csX60" fmla="*/ 1640602 w 1706664"/>
              <a:gd name="csY60" fmla="*/ 922207 h 1654927"/>
              <a:gd name="csX61" fmla="*/ 1674372 w 1706664"/>
              <a:gd name="csY61" fmla="*/ 924805 h 1654927"/>
              <a:gd name="csX62" fmla="*/ 1650343 w 1706664"/>
              <a:gd name="csY62" fmla="*/ 1007932 h 1654927"/>
              <a:gd name="csX63" fmla="*/ 1636705 w 1706664"/>
              <a:gd name="csY63" fmla="*/ 1052093 h 1654927"/>
              <a:gd name="csX64" fmla="*/ 1649694 w 1706664"/>
              <a:gd name="csY64" fmla="*/ 1076122 h 1654927"/>
              <a:gd name="csX65" fmla="*/ 1543187 w 1706664"/>
              <a:gd name="csY65" fmla="*/ 1188474 h 1654927"/>
              <a:gd name="csX66" fmla="*/ 1524354 w 1706664"/>
              <a:gd name="csY66" fmla="*/ 1191721 h 1654927"/>
              <a:gd name="csX67" fmla="*/ 1471750 w 1706664"/>
              <a:gd name="csY67" fmla="*/ 1205359 h 1654927"/>
              <a:gd name="csX68" fmla="*/ 1487986 w 1706664"/>
              <a:gd name="csY68" fmla="*/ 1220945 h 1654927"/>
              <a:gd name="csX69" fmla="*/ 1504221 w 1706664"/>
              <a:gd name="csY69" fmla="*/ 1234584 h 1654927"/>
              <a:gd name="csX70" fmla="*/ 1405508 w 1706664"/>
              <a:gd name="csY70" fmla="*/ 1230037 h 1654927"/>
              <a:gd name="csX71" fmla="*/ 1372387 w 1706664"/>
              <a:gd name="csY71" fmla="*/ 1244325 h 1654927"/>
              <a:gd name="csX72" fmla="*/ 1356151 w 1706664"/>
              <a:gd name="csY72" fmla="*/ 1317061 h 1654927"/>
              <a:gd name="csX73" fmla="*/ 1243150 w 1706664"/>
              <a:gd name="csY73" fmla="*/ 1512540 h 1654927"/>
              <a:gd name="csX74" fmla="*/ 1167166 w 1706664"/>
              <a:gd name="csY74" fmla="*/ 1571639 h 1654927"/>
              <a:gd name="csX75" fmla="*/ 1120407 w 1706664"/>
              <a:gd name="csY75" fmla="*/ 1600214 h 1654927"/>
              <a:gd name="csX76" fmla="*/ 944411 w 1706664"/>
              <a:gd name="csY76" fmla="*/ 1632685 h 1654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</a:cxnLst>
            <a:rect l="l" t="t" r="r" b="b"/>
            <a:pathLst>
              <a:path w="1706664" h="1654927">
                <a:moveTo>
                  <a:pt x="944411" y="1632685"/>
                </a:moveTo>
                <a:cubicBezTo>
                  <a:pt x="926876" y="1624243"/>
                  <a:pt x="899600" y="1615151"/>
                  <a:pt x="882715" y="1612553"/>
                </a:cubicBezTo>
                <a:cubicBezTo>
                  <a:pt x="834657" y="1606059"/>
                  <a:pt x="824916" y="1596317"/>
                  <a:pt x="806082" y="1537219"/>
                </a:cubicBezTo>
                <a:cubicBezTo>
                  <a:pt x="785950" y="1470327"/>
                  <a:pt x="776858" y="1422919"/>
                  <a:pt x="776858" y="1380706"/>
                </a:cubicBezTo>
                <a:lnTo>
                  <a:pt x="776858" y="1347585"/>
                </a:lnTo>
                <a:lnTo>
                  <a:pt x="790496" y="1363820"/>
                </a:lnTo>
                <a:cubicBezTo>
                  <a:pt x="797639" y="1372912"/>
                  <a:pt x="809329" y="1391097"/>
                  <a:pt x="816473" y="1404735"/>
                </a:cubicBezTo>
                <a:cubicBezTo>
                  <a:pt x="834008" y="1437856"/>
                  <a:pt x="856738" y="1448247"/>
                  <a:pt x="874922" y="1431361"/>
                </a:cubicBezTo>
                <a:cubicBezTo>
                  <a:pt x="890508" y="1417074"/>
                  <a:pt x="889859" y="1391746"/>
                  <a:pt x="871025" y="1295630"/>
                </a:cubicBezTo>
                <a:cubicBezTo>
                  <a:pt x="865180" y="1267055"/>
                  <a:pt x="858037" y="1222894"/>
                  <a:pt x="855439" y="1198215"/>
                </a:cubicBezTo>
                <a:cubicBezTo>
                  <a:pt x="850243" y="1152755"/>
                  <a:pt x="842450" y="1130674"/>
                  <a:pt x="824266" y="1109243"/>
                </a:cubicBezTo>
                <a:cubicBezTo>
                  <a:pt x="814525" y="1098852"/>
                  <a:pt x="753478" y="1077421"/>
                  <a:pt x="620994" y="1039105"/>
                </a:cubicBezTo>
                <a:cubicBezTo>
                  <a:pt x="587224" y="1029363"/>
                  <a:pt x="518384" y="1008581"/>
                  <a:pt x="468378" y="993644"/>
                </a:cubicBezTo>
                <a:cubicBezTo>
                  <a:pt x="389796" y="969615"/>
                  <a:pt x="369014" y="965719"/>
                  <a:pt x="312514" y="965069"/>
                </a:cubicBezTo>
                <a:cubicBezTo>
                  <a:pt x="238479" y="964420"/>
                  <a:pt x="185225" y="978058"/>
                  <a:pt x="168989" y="1003386"/>
                </a:cubicBezTo>
                <a:cubicBezTo>
                  <a:pt x="161196" y="1015725"/>
                  <a:pt x="156001" y="1017673"/>
                  <a:pt x="138466" y="1013127"/>
                </a:cubicBezTo>
                <a:cubicBezTo>
                  <a:pt x="126776" y="1010530"/>
                  <a:pt x="111190" y="1005334"/>
                  <a:pt x="103397" y="1001437"/>
                </a:cubicBezTo>
                <a:cubicBezTo>
                  <a:pt x="95604" y="996891"/>
                  <a:pt x="83264" y="993644"/>
                  <a:pt x="75471" y="993644"/>
                </a:cubicBezTo>
                <a:cubicBezTo>
                  <a:pt x="39103" y="993644"/>
                  <a:pt x="-2461" y="946236"/>
                  <a:pt x="-2461" y="904672"/>
                </a:cubicBezTo>
                <a:cubicBezTo>
                  <a:pt x="-2461" y="869603"/>
                  <a:pt x="112489" y="711791"/>
                  <a:pt x="211852" y="609830"/>
                </a:cubicBezTo>
                <a:cubicBezTo>
                  <a:pt x="308617" y="511116"/>
                  <a:pt x="365767" y="474748"/>
                  <a:pt x="452142" y="457214"/>
                </a:cubicBezTo>
                <a:cubicBezTo>
                  <a:pt x="516435" y="444225"/>
                  <a:pt x="537867" y="448771"/>
                  <a:pt x="629437" y="494231"/>
                </a:cubicBezTo>
                <a:cubicBezTo>
                  <a:pt x="695029" y="526703"/>
                  <a:pt x="715811" y="531249"/>
                  <a:pt x="737892" y="519559"/>
                </a:cubicBezTo>
                <a:cubicBezTo>
                  <a:pt x="748932" y="513714"/>
                  <a:pt x="750231" y="505272"/>
                  <a:pt x="749582" y="450719"/>
                </a:cubicBezTo>
                <a:cubicBezTo>
                  <a:pt x="748932" y="395518"/>
                  <a:pt x="747633" y="386426"/>
                  <a:pt x="733346" y="370190"/>
                </a:cubicBezTo>
                <a:cubicBezTo>
                  <a:pt x="713213" y="345511"/>
                  <a:pt x="675546" y="324729"/>
                  <a:pt x="585925" y="286413"/>
                </a:cubicBezTo>
                <a:cubicBezTo>
                  <a:pt x="505395" y="251993"/>
                  <a:pt x="450843" y="235108"/>
                  <a:pt x="409929" y="232510"/>
                </a:cubicBezTo>
                <a:cubicBezTo>
                  <a:pt x="389796" y="231211"/>
                  <a:pt x="383302" y="227315"/>
                  <a:pt x="381354" y="217573"/>
                </a:cubicBezTo>
                <a:cubicBezTo>
                  <a:pt x="380055" y="210429"/>
                  <a:pt x="373560" y="197441"/>
                  <a:pt x="367066" y="188998"/>
                </a:cubicBezTo>
                <a:cubicBezTo>
                  <a:pt x="359273" y="179257"/>
                  <a:pt x="354727" y="163021"/>
                  <a:pt x="354727" y="144837"/>
                </a:cubicBezTo>
                <a:cubicBezTo>
                  <a:pt x="354727" y="119509"/>
                  <a:pt x="357974" y="112365"/>
                  <a:pt x="377457" y="94831"/>
                </a:cubicBezTo>
                <a:cubicBezTo>
                  <a:pt x="390446" y="83141"/>
                  <a:pt x="400187" y="67554"/>
                  <a:pt x="400187" y="59112"/>
                </a:cubicBezTo>
                <a:cubicBezTo>
                  <a:pt x="400187" y="51319"/>
                  <a:pt x="404084" y="35083"/>
                  <a:pt x="409279" y="22744"/>
                </a:cubicBezTo>
                <a:cubicBezTo>
                  <a:pt x="427463" y="-20768"/>
                  <a:pt x="468378" y="-17521"/>
                  <a:pt x="666454" y="46123"/>
                </a:cubicBezTo>
                <a:cubicBezTo>
                  <a:pt x="746984" y="71451"/>
                  <a:pt x="840502" y="101325"/>
                  <a:pt x="874272" y="111716"/>
                </a:cubicBezTo>
                <a:cubicBezTo>
                  <a:pt x="908043" y="122107"/>
                  <a:pt x="959348" y="138343"/>
                  <a:pt x="987923" y="147435"/>
                </a:cubicBezTo>
                <a:cubicBezTo>
                  <a:pt x="1016498" y="156527"/>
                  <a:pt x="1049619" y="165619"/>
                  <a:pt x="1061309" y="166918"/>
                </a:cubicBezTo>
                <a:cubicBezTo>
                  <a:pt x="1078843" y="169515"/>
                  <a:pt x="1082091" y="168216"/>
                  <a:pt x="1082091" y="156527"/>
                </a:cubicBezTo>
                <a:cubicBezTo>
                  <a:pt x="1082091" y="147435"/>
                  <a:pt x="1069751" y="135095"/>
                  <a:pt x="1043125" y="116911"/>
                </a:cubicBezTo>
                <a:cubicBezTo>
                  <a:pt x="1021693" y="102624"/>
                  <a:pt x="1004159" y="88986"/>
                  <a:pt x="1004159" y="87687"/>
                </a:cubicBezTo>
                <a:cubicBezTo>
                  <a:pt x="1004159" y="84440"/>
                  <a:pt x="1035332" y="97428"/>
                  <a:pt x="1091832" y="125354"/>
                </a:cubicBezTo>
                <a:cubicBezTo>
                  <a:pt x="1117160" y="137693"/>
                  <a:pt x="1165218" y="157826"/>
                  <a:pt x="1198988" y="170814"/>
                </a:cubicBezTo>
                <a:cubicBezTo>
                  <a:pt x="1232759" y="183153"/>
                  <a:pt x="1281466" y="203286"/>
                  <a:pt x="1306145" y="214976"/>
                </a:cubicBezTo>
                <a:cubicBezTo>
                  <a:pt x="1331472" y="226665"/>
                  <a:pt x="1377582" y="244849"/>
                  <a:pt x="1409404" y="255890"/>
                </a:cubicBezTo>
                <a:cubicBezTo>
                  <a:pt x="1465255" y="275373"/>
                  <a:pt x="1493181" y="296154"/>
                  <a:pt x="1473049" y="303298"/>
                </a:cubicBezTo>
                <a:cubicBezTo>
                  <a:pt x="1468503" y="305247"/>
                  <a:pt x="1456813" y="313040"/>
                  <a:pt x="1447721" y="320833"/>
                </a:cubicBezTo>
                <a:cubicBezTo>
                  <a:pt x="1426939" y="339017"/>
                  <a:pt x="1430836" y="354603"/>
                  <a:pt x="1458112" y="360448"/>
                </a:cubicBezTo>
                <a:cubicBezTo>
                  <a:pt x="1487336" y="366943"/>
                  <a:pt x="1482790" y="379931"/>
                  <a:pt x="1444474" y="405259"/>
                </a:cubicBezTo>
                <a:cubicBezTo>
                  <a:pt x="1390571" y="440328"/>
                  <a:pt x="1311340" y="462409"/>
                  <a:pt x="1244449" y="461110"/>
                </a:cubicBezTo>
                <a:cubicBezTo>
                  <a:pt x="1213925" y="459811"/>
                  <a:pt x="1185350" y="459811"/>
                  <a:pt x="1181454" y="460461"/>
                </a:cubicBezTo>
                <a:cubicBezTo>
                  <a:pt x="1169764" y="461110"/>
                  <a:pt x="1171063" y="487737"/>
                  <a:pt x="1183402" y="505272"/>
                </a:cubicBezTo>
                <a:cubicBezTo>
                  <a:pt x="1192494" y="518910"/>
                  <a:pt x="1192494" y="519559"/>
                  <a:pt x="1176908" y="519559"/>
                </a:cubicBezTo>
                <a:cubicBezTo>
                  <a:pt x="1154178" y="519559"/>
                  <a:pt x="1149632" y="531249"/>
                  <a:pt x="1165218" y="550732"/>
                </a:cubicBezTo>
                <a:cubicBezTo>
                  <a:pt x="1174310" y="563071"/>
                  <a:pt x="1182753" y="567617"/>
                  <a:pt x="1194442" y="566318"/>
                </a:cubicBezTo>
                <a:cubicBezTo>
                  <a:pt x="1208080" y="565019"/>
                  <a:pt x="1212626" y="569565"/>
                  <a:pt x="1224966" y="598790"/>
                </a:cubicBezTo>
                <a:cubicBezTo>
                  <a:pt x="1252891" y="663733"/>
                  <a:pt x="1265230" y="677371"/>
                  <a:pt x="1339266" y="722182"/>
                </a:cubicBezTo>
                <a:cubicBezTo>
                  <a:pt x="1424991" y="773487"/>
                  <a:pt x="1475646" y="796217"/>
                  <a:pt x="1526302" y="805309"/>
                </a:cubicBezTo>
                <a:cubicBezTo>
                  <a:pt x="1549682" y="809206"/>
                  <a:pt x="1571113" y="817648"/>
                  <a:pt x="1580205" y="826091"/>
                </a:cubicBezTo>
                <a:cubicBezTo>
                  <a:pt x="1587998" y="833235"/>
                  <a:pt x="1605533" y="841677"/>
                  <a:pt x="1618521" y="843626"/>
                </a:cubicBezTo>
                <a:cubicBezTo>
                  <a:pt x="1652292" y="848821"/>
                  <a:pt x="1659436" y="863108"/>
                  <a:pt x="1643200" y="892982"/>
                </a:cubicBezTo>
                <a:cubicBezTo>
                  <a:pt x="1632159" y="913115"/>
                  <a:pt x="1632159" y="917011"/>
                  <a:pt x="1640602" y="922207"/>
                </a:cubicBezTo>
                <a:cubicBezTo>
                  <a:pt x="1645797" y="926103"/>
                  <a:pt x="1661384" y="927402"/>
                  <a:pt x="1674372" y="924805"/>
                </a:cubicBezTo>
                <a:cubicBezTo>
                  <a:pt x="1723080" y="917011"/>
                  <a:pt x="1710091" y="961173"/>
                  <a:pt x="1650343" y="1007932"/>
                </a:cubicBezTo>
                <a:cubicBezTo>
                  <a:pt x="1608780" y="1040403"/>
                  <a:pt x="1604883" y="1052093"/>
                  <a:pt x="1636705" y="1052093"/>
                </a:cubicBezTo>
                <a:cubicBezTo>
                  <a:pt x="1665930" y="1052093"/>
                  <a:pt x="1671125" y="1061185"/>
                  <a:pt x="1649694" y="1076122"/>
                </a:cubicBezTo>
                <a:cubicBezTo>
                  <a:pt x="1623717" y="1093657"/>
                  <a:pt x="1560722" y="1160548"/>
                  <a:pt x="1543187" y="1188474"/>
                </a:cubicBezTo>
                <a:cubicBezTo>
                  <a:pt x="1539940" y="1193020"/>
                  <a:pt x="1532796" y="1194319"/>
                  <a:pt x="1524354" y="1191721"/>
                </a:cubicBezTo>
                <a:cubicBezTo>
                  <a:pt x="1504871" y="1185876"/>
                  <a:pt x="1471750" y="1194319"/>
                  <a:pt x="1471750" y="1205359"/>
                </a:cubicBezTo>
                <a:cubicBezTo>
                  <a:pt x="1471750" y="1210555"/>
                  <a:pt x="1478893" y="1217698"/>
                  <a:pt x="1487986" y="1220945"/>
                </a:cubicBezTo>
                <a:cubicBezTo>
                  <a:pt x="1497078" y="1224193"/>
                  <a:pt x="1504221" y="1230687"/>
                  <a:pt x="1504221" y="1234584"/>
                </a:cubicBezTo>
                <a:cubicBezTo>
                  <a:pt x="1504221" y="1241727"/>
                  <a:pt x="1473698" y="1240428"/>
                  <a:pt x="1405508" y="1230037"/>
                </a:cubicBezTo>
                <a:cubicBezTo>
                  <a:pt x="1384076" y="1226790"/>
                  <a:pt x="1380829" y="1228089"/>
                  <a:pt x="1372387" y="1244325"/>
                </a:cubicBezTo>
                <a:cubicBezTo>
                  <a:pt x="1367191" y="1254716"/>
                  <a:pt x="1360047" y="1287187"/>
                  <a:pt x="1356151" y="1317061"/>
                </a:cubicBezTo>
                <a:cubicBezTo>
                  <a:pt x="1344461" y="1399539"/>
                  <a:pt x="1315886" y="1449545"/>
                  <a:pt x="1243150" y="1512540"/>
                </a:cubicBezTo>
                <a:cubicBezTo>
                  <a:pt x="1211328" y="1539816"/>
                  <a:pt x="1176908" y="1566443"/>
                  <a:pt x="1167166" y="1571639"/>
                </a:cubicBezTo>
                <a:cubicBezTo>
                  <a:pt x="1156775" y="1576834"/>
                  <a:pt x="1135993" y="1589823"/>
                  <a:pt x="1120407" y="1600214"/>
                </a:cubicBezTo>
                <a:cubicBezTo>
                  <a:pt x="1042475" y="1652818"/>
                  <a:pt x="997664" y="1660611"/>
                  <a:pt x="944411" y="1632685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10C3F03-441D-CBBC-A6D0-AF2E7E80E231}"/>
              </a:ext>
            </a:extLst>
          </p:cNvPr>
          <p:cNvSpPr/>
          <p:nvPr/>
        </p:nvSpPr>
        <p:spPr>
          <a:xfrm flipV="1">
            <a:off x="8526950" y="1672562"/>
            <a:ext cx="1102518" cy="1607915"/>
          </a:xfrm>
          <a:custGeom>
            <a:avLst/>
            <a:gdLst>
              <a:gd name="csX0" fmla="*/ 522883 w 1387835"/>
              <a:gd name="csY0" fmla="*/ 2223384 h 2243952"/>
              <a:gd name="csX1" fmla="*/ 480670 w 1387835"/>
              <a:gd name="csY1" fmla="*/ 2207149 h 2243952"/>
              <a:gd name="csX2" fmla="*/ 415078 w 1387835"/>
              <a:gd name="csY2" fmla="*/ 2156493 h 2243952"/>
              <a:gd name="csX3" fmla="*/ 418974 w 1387835"/>
              <a:gd name="csY3" fmla="*/ 2070768 h 2243952"/>
              <a:gd name="csX4" fmla="*/ 428716 w 1387835"/>
              <a:gd name="csY4" fmla="*/ 1936985 h 2243952"/>
              <a:gd name="csX5" fmla="*/ 343640 w 1387835"/>
              <a:gd name="csY5" fmla="*/ 1694747 h 2243952"/>
              <a:gd name="csX6" fmla="*/ 264409 w 1387835"/>
              <a:gd name="csY6" fmla="*/ 1668120 h 2243952"/>
              <a:gd name="csX7" fmla="*/ 107247 w 1387835"/>
              <a:gd name="csY7" fmla="*/ 1594085 h 2243952"/>
              <a:gd name="csX8" fmla="*/ 41654 w 1387835"/>
              <a:gd name="csY8" fmla="*/ 1481084 h 2243952"/>
              <a:gd name="csX9" fmla="*/ 67632 w 1387835"/>
              <a:gd name="csY9" fmla="*/ 1495371 h 2243952"/>
              <a:gd name="csX10" fmla="*/ 172840 w 1387835"/>
              <a:gd name="csY10" fmla="*/ 1470693 h 2243952"/>
              <a:gd name="csX11" fmla="*/ 241679 w 1387835"/>
              <a:gd name="csY11" fmla="*/ 1414192 h 2243952"/>
              <a:gd name="csX12" fmla="*/ 310519 w 1387835"/>
              <a:gd name="csY12" fmla="*/ 1347301 h 2243952"/>
              <a:gd name="csX13" fmla="*/ 296232 w 1387835"/>
              <a:gd name="csY13" fmla="*/ 1288852 h 2243952"/>
              <a:gd name="csX14" fmla="*/ 166345 w 1387835"/>
              <a:gd name="csY14" fmla="*/ 1155069 h 2243952"/>
              <a:gd name="csX15" fmla="*/ 142316 w 1387835"/>
              <a:gd name="csY15" fmla="*/ 1147276 h 2243952"/>
              <a:gd name="csX16" fmla="*/ 143615 w 1387835"/>
              <a:gd name="csY16" fmla="*/ 1107660 h 2243952"/>
              <a:gd name="csX17" fmla="*/ 133874 w 1387835"/>
              <a:gd name="csY17" fmla="*/ 1043367 h 2243952"/>
              <a:gd name="csX18" fmla="*/ 136471 w 1387835"/>
              <a:gd name="csY18" fmla="*/ 897894 h 2243952"/>
              <a:gd name="csX19" fmla="*/ 199466 w 1387835"/>
              <a:gd name="csY19" fmla="*/ 858928 h 2243952"/>
              <a:gd name="csX20" fmla="*/ 246225 w 1387835"/>
              <a:gd name="csY20" fmla="*/ 885555 h 2243952"/>
              <a:gd name="csX21" fmla="*/ 477423 w 1387835"/>
              <a:gd name="csY21" fmla="*/ 964785 h 2243952"/>
              <a:gd name="csX22" fmla="*/ 487165 w 1387835"/>
              <a:gd name="csY22" fmla="*/ 951797 h 2243952"/>
              <a:gd name="csX23" fmla="*/ 424819 w 1387835"/>
              <a:gd name="csY23" fmla="*/ 859577 h 2243952"/>
              <a:gd name="csX24" fmla="*/ 344939 w 1387835"/>
              <a:gd name="csY24" fmla="*/ 771904 h 2243952"/>
              <a:gd name="csX25" fmla="*/ 281295 w 1387835"/>
              <a:gd name="csY25" fmla="*/ 702415 h 2243952"/>
              <a:gd name="csX26" fmla="*/ 277398 w 1387835"/>
              <a:gd name="csY26" fmla="*/ 680334 h 2243952"/>
              <a:gd name="csX27" fmla="*/ 242978 w 1387835"/>
              <a:gd name="csY27" fmla="*/ 648512 h 2243952"/>
              <a:gd name="csX28" fmla="*/ 209857 w 1387835"/>
              <a:gd name="csY28" fmla="*/ 624483 h 2243952"/>
              <a:gd name="csX29" fmla="*/ 84517 w 1387835"/>
              <a:gd name="csY29" fmla="*/ 508235 h 2243952"/>
              <a:gd name="csX30" fmla="*/ 15028 w 1387835"/>
              <a:gd name="csY30" fmla="*/ 460826 h 2243952"/>
              <a:gd name="csX31" fmla="*/ -12249 w 1387835"/>
              <a:gd name="csY31" fmla="*/ 435498 h 2243952"/>
              <a:gd name="csX32" fmla="*/ -10300 w 1387835"/>
              <a:gd name="csY32" fmla="*/ 348475 h 2243952"/>
              <a:gd name="csX33" fmla="*/ 2039 w 1387835"/>
              <a:gd name="csY33" fmla="*/ 238071 h 2243952"/>
              <a:gd name="csX34" fmla="*/ 16326 w 1387835"/>
              <a:gd name="csY34" fmla="*/ 182869 h 2243952"/>
              <a:gd name="csX35" fmla="*/ 108546 w 1387835"/>
              <a:gd name="csY35" fmla="*/ 53633 h 2243952"/>
              <a:gd name="csX36" fmla="*/ 308571 w 1387835"/>
              <a:gd name="csY36" fmla="*/ 86754 h 2243952"/>
              <a:gd name="csX37" fmla="*/ 465733 w 1387835"/>
              <a:gd name="csY37" fmla="*/ 131564 h 2243952"/>
              <a:gd name="csX38" fmla="*/ 737196 w 1387835"/>
              <a:gd name="csY38" fmla="*/ 237422 h 2243952"/>
              <a:gd name="csX39" fmla="*/ 837858 w 1387835"/>
              <a:gd name="csY39" fmla="*/ 284181 h 2243952"/>
              <a:gd name="csX40" fmla="*/ 830065 w 1387835"/>
              <a:gd name="csY40" fmla="*/ 298468 h 2243952"/>
              <a:gd name="csX41" fmla="*/ 779409 w 1387835"/>
              <a:gd name="csY41" fmla="*/ 301066 h 2243952"/>
              <a:gd name="csX42" fmla="*/ 784604 w 1387835"/>
              <a:gd name="csY42" fmla="*/ 310808 h 2243952"/>
              <a:gd name="csX43" fmla="*/ 819024 w 1387835"/>
              <a:gd name="csY43" fmla="*/ 330291 h 2243952"/>
              <a:gd name="csX44" fmla="*/ 860588 w 1387835"/>
              <a:gd name="csY44" fmla="*/ 349773 h 2243952"/>
              <a:gd name="csX45" fmla="*/ 889812 w 1387835"/>
              <a:gd name="csY45" fmla="*/ 362762 h 2243952"/>
              <a:gd name="csX46" fmla="*/ 895008 w 1387835"/>
              <a:gd name="csY46" fmla="*/ 384193 h 2243952"/>
              <a:gd name="csX47" fmla="*/ 900203 w 1387835"/>
              <a:gd name="csY47" fmla="*/ 416665 h 2243952"/>
              <a:gd name="csX48" fmla="*/ 945014 w 1387835"/>
              <a:gd name="csY48" fmla="*/ 431602 h 2243952"/>
              <a:gd name="csX49" fmla="*/ 946313 w 1387835"/>
              <a:gd name="csY49" fmla="*/ 409521 h 2243952"/>
              <a:gd name="csX50" fmla="*/ 954106 w 1387835"/>
              <a:gd name="csY50" fmla="*/ 393285 h 2243952"/>
              <a:gd name="csX51" fmla="*/ 989825 w 1387835"/>
              <a:gd name="csY51" fmla="*/ 295221 h 2243952"/>
              <a:gd name="csX52" fmla="*/ 839806 w 1387835"/>
              <a:gd name="csY52" fmla="*/ 32201 h 2243952"/>
              <a:gd name="csX53" fmla="*/ 818375 w 1387835"/>
              <a:gd name="csY53" fmla="*/ -4167 h 2243952"/>
              <a:gd name="csX54" fmla="*/ 876824 w 1387835"/>
              <a:gd name="csY54" fmla="*/ 28305 h 2243952"/>
              <a:gd name="csX55" fmla="*/ 1094383 w 1387835"/>
              <a:gd name="csY55" fmla="*/ 148450 h 2243952"/>
              <a:gd name="csX56" fmla="*/ 1132700 w 1387835"/>
              <a:gd name="csY56" fmla="*/ 108185 h 2243952"/>
              <a:gd name="csX57" fmla="*/ 1148936 w 1387835"/>
              <a:gd name="csY57" fmla="*/ 75713 h 2243952"/>
              <a:gd name="csX58" fmla="*/ 1169068 w 1387835"/>
              <a:gd name="csY58" fmla="*/ 54282 h 2243952"/>
              <a:gd name="csX59" fmla="*/ 1204137 w 1387835"/>
              <a:gd name="csY59" fmla="*/ 54282 h 2243952"/>
              <a:gd name="csX60" fmla="*/ 1234011 w 1387835"/>
              <a:gd name="csY60" fmla="*/ 64023 h 2243952"/>
              <a:gd name="csX61" fmla="*/ 1351558 w 1387835"/>
              <a:gd name="csY61" fmla="*/ 219887 h 2243952"/>
              <a:gd name="csX62" fmla="*/ 1375587 w 1387835"/>
              <a:gd name="csY62" fmla="*/ 290675 h 2243952"/>
              <a:gd name="csX63" fmla="*/ 1366495 w 1387835"/>
              <a:gd name="csY63" fmla="*/ 357567 h 2243952"/>
              <a:gd name="csX64" fmla="*/ 1262586 w 1387835"/>
              <a:gd name="csY64" fmla="*/ 621236 h 2243952"/>
              <a:gd name="csX65" fmla="*/ 985928 w 1387835"/>
              <a:gd name="csY65" fmla="*/ 780996 h 2243952"/>
              <a:gd name="csX66" fmla="*/ 939169 w 1387835"/>
              <a:gd name="csY66" fmla="*/ 766059 h 2243952"/>
              <a:gd name="csX67" fmla="*/ 909295 w 1387835"/>
              <a:gd name="csY67" fmla="*/ 742680 h 2243952"/>
              <a:gd name="csX68" fmla="*/ 893059 w 1387835"/>
              <a:gd name="csY68" fmla="*/ 719300 h 2243952"/>
              <a:gd name="csX69" fmla="*/ 891111 w 1387835"/>
              <a:gd name="csY69" fmla="*/ 689426 h 2243952"/>
              <a:gd name="csX70" fmla="*/ 889812 w 1387835"/>
              <a:gd name="csY70" fmla="*/ 665397 h 2243952"/>
              <a:gd name="csX71" fmla="*/ 898904 w 1387835"/>
              <a:gd name="csY71" fmla="*/ 616041 h 2243952"/>
              <a:gd name="csX72" fmla="*/ 903450 w 1387835"/>
              <a:gd name="csY72" fmla="*/ 580322 h 2243952"/>
              <a:gd name="csX73" fmla="*/ 856042 w 1387835"/>
              <a:gd name="csY73" fmla="*/ 558241 h 2243952"/>
              <a:gd name="csX74" fmla="*/ 797593 w 1387835"/>
              <a:gd name="csY74" fmla="*/ 543954 h 2243952"/>
              <a:gd name="csX75" fmla="*/ 643028 w 1387835"/>
              <a:gd name="csY75" fmla="*/ 497194 h 2243952"/>
              <a:gd name="csX76" fmla="*/ 380008 w 1387835"/>
              <a:gd name="csY76" fmla="*/ 425108 h 2243952"/>
              <a:gd name="csX77" fmla="*/ 385204 w 1387835"/>
              <a:gd name="csY77" fmla="*/ 454981 h 2243952"/>
              <a:gd name="csX78" fmla="*/ 423520 w 1387835"/>
              <a:gd name="csY78" fmla="*/ 505637 h 2243952"/>
              <a:gd name="csX79" fmla="*/ 796944 w 1387835"/>
              <a:gd name="csY79" fmla="*/ 883606 h 2243952"/>
              <a:gd name="csX80" fmla="*/ 881370 w 1387835"/>
              <a:gd name="csY80" fmla="*/ 956992 h 2243952"/>
              <a:gd name="csX81" fmla="*/ 945663 w 1387835"/>
              <a:gd name="csY81" fmla="*/ 1012194 h 2243952"/>
              <a:gd name="csX82" fmla="*/ 989175 w 1387835"/>
              <a:gd name="csY82" fmla="*/ 1059602 h 2243952"/>
              <a:gd name="csX83" fmla="*/ 959301 w 1387835"/>
              <a:gd name="csY83" fmla="*/ 1180397 h 2243952"/>
              <a:gd name="csX84" fmla="*/ 904100 w 1387835"/>
              <a:gd name="csY84" fmla="*/ 1212868 h 2243952"/>
              <a:gd name="csX85" fmla="*/ 785254 w 1387835"/>
              <a:gd name="csY85" fmla="*/ 1265472 h 2243952"/>
              <a:gd name="csX86" fmla="*/ 719012 w 1387835"/>
              <a:gd name="csY86" fmla="*/ 1245340 h 2243952"/>
              <a:gd name="csX87" fmla="*/ 604062 w 1387835"/>
              <a:gd name="csY87" fmla="*/ 1253783 h 2243952"/>
              <a:gd name="csX88" fmla="*/ 626792 w 1387835"/>
              <a:gd name="csY88" fmla="*/ 1325870 h 2243952"/>
              <a:gd name="csX89" fmla="*/ 761874 w 1387835"/>
              <a:gd name="csY89" fmla="*/ 1466147 h 2243952"/>
              <a:gd name="csX90" fmla="*/ 846950 w 1387835"/>
              <a:gd name="csY90" fmla="*/ 1505762 h 2243952"/>
              <a:gd name="csX91" fmla="*/ 875525 w 1387835"/>
              <a:gd name="csY91" fmla="*/ 1529142 h 2243952"/>
              <a:gd name="csX92" fmla="*/ 969043 w 1387835"/>
              <a:gd name="csY92" fmla="*/ 1590188 h 2243952"/>
              <a:gd name="csX93" fmla="*/ 1010607 w 1387835"/>
              <a:gd name="csY93" fmla="*/ 1619413 h 2243952"/>
              <a:gd name="csX94" fmla="*/ 1032687 w 1387835"/>
              <a:gd name="csY94" fmla="*/ 1660976 h 2243952"/>
              <a:gd name="csX95" fmla="*/ 1045026 w 1387835"/>
              <a:gd name="csY95" fmla="*/ 1710333 h 2243952"/>
              <a:gd name="csX96" fmla="*/ 1023595 w 1387835"/>
              <a:gd name="csY96" fmla="*/ 1725270 h 2243952"/>
              <a:gd name="csX97" fmla="*/ 982032 w 1387835"/>
              <a:gd name="csY97" fmla="*/ 1743454 h 2243952"/>
              <a:gd name="csX98" fmla="*/ 1011905 w 1387835"/>
              <a:gd name="csY98" fmla="*/ 1764885 h 2243952"/>
              <a:gd name="csX99" fmla="*/ 1037883 w 1387835"/>
              <a:gd name="csY99" fmla="*/ 1784368 h 2243952"/>
              <a:gd name="csX100" fmla="*/ 922284 w 1387835"/>
              <a:gd name="csY100" fmla="*/ 1846714 h 2243952"/>
              <a:gd name="csX101" fmla="*/ 769667 w 1387835"/>
              <a:gd name="csY101" fmla="*/ 2034400 h 2243952"/>
              <a:gd name="csX102" fmla="*/ 769018 w 1387835"/>
              <a:gd name="csY102" fmla="*/ 2122722 h 2243952"/>
              <a:gd name="csX103" fmla="*/ 624195 w 1387835"/>
              <a:gd name="csY103" fmla="*/ 2227281 h 2243952"/>
              <a:gd name="csX104" fmla="*/ 522883 w 1387835"/>
              <a:gd name="csY104" fmla="*/ 2223384 h 2243952"/>
              <a:gd name="csX105" fmla="*/ 870329 w 1387835"/>
              <a:gd name="csY105" fmla="*/ 383544 h 2243952"/>
              <a:gd name="csX106" fmla="*/ 846300 w 1387835"/>
              <a:gd name="csY106" fmla="*/ 362762 h 2243952"/>
              <a:gd name="csX107" fmla="*/ 846300 w 1387835"/>
              <a:gd name="csY107" fmla="*/ 384193 h 2243952"/>
              <a:gd name="csX108" fmla="*/ 870329 w 1387835"/>
              <a:gd name="csY108" fmla="*/ 383544 h 22439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</a:cxnLst>
            <a:rect l="l" t="t" r="r" b="b"/>
            <a:pathLst>
              <a:path w="1387835" h="2243952">
                <a:moveTo>
                  <a:pt x="522883" y="2223384"/>
                </a:moveTo>
                <a:cubicBezTo>
                  <a:pt x="508596" y="2214292"/>
                  <a:pt x="489762" y="2207149"/>
                  <a:pt x="480670" y="2207149"/>
                </a:cubicBezTo>
                <a:cubicBezTo>
                  <a:pt x="457940" y="2207149"/>
                  <a:pt x="437158" y="2190913"/>
                  <a:pt x="415078" y="2156493"/>
                </a:cubicBezTo>
                <a:cubicBezTo>
                  <a:pt x="390399" y="2118176"/>
                  <a:pt x="391049" y="2103889"/>
                  <a:pt x="418974" y="2070768"/>
                </a:cubicBezTo>
                <a:cubicBezTo>
                  <a:pt x="445601" y="2038946"/>
                  <a:pt x="446250" y="2031802"/>
                  <a:pt x="428716" y="1936985"/>
                </a:cubicBezTo>
                <a:cubicBezTo>
                  <a:pt x="397543" y="1766184"/>
                  <a:pt x="380008" y="1716827"/>
                  <a:pt x="343640" y="1694747"/>
                </a:cubicBezTo>
                <a:cubicBezTo>
                  <a:pt x="331950" y="1687603"/>
                  <a:pt x="296232" y="1675913"/>
                  <a:pt x="264409" y="1668120"/>
                </a:cubicBezTo>
                <a:cubicBezTo>
                  <a:pt x="201415" y="1653833"/>
                  <a:pt x="143615" y="1626556"/>
                  <a:pt x="107247" y="1594085"/>
                </a:cubicBezTo>
                <a:cubicBezTo>
                  <a:pt x="85166" y="1574602"/>
                  <a:pt x="35160" y="1488227"/>
                  <a:pt x="41654" y="1481084"/>
                </a:cubicBezTo>
                <a:cubicBezTo>
                  <a:pt x="43603" y="1479135"/>
                  <a:pt x="55292" y="1485630"/>
                  <a:pt x="67632" y="1495371"/>
                </a:cubicBezTo>
                <a:cubicBezTo>
                  <a:pt x="104649" y="1523297"/>
                  <a:pt x="123483" y="1518751"/>
                  <a:pt x="172840" y="1470693"/>
                </a:cubicBezTo>
                <a:cubicBezTo>
                  <a:pt x="196869" y="1447963"/>
                  <a:pt x="227392" y="1422635"/>
                  <a:pt x="241679" y="1414192"/>
                </a:cubicBezTo>
                <a:cubicBezTo>
                  <a:pt x="307272" y="1373927"/>
                  <a:pt x="308571" y="1373278"/>
                  <a:pt x="310519" y="1347301"/>
                </a:cubicBezTo>
                <a:cubicBezTo>
                  <a:pt x="311818" y="1330416"/>
                  <a:pt x="307272" y="1311582"/>
                  <a:pt x="296232" y="1288852"/>
                </a:cubicBezTo>
                <a:cubicBezTo>
                  <a:pt x="274800" y="1244691"/>
                  <a:pt x="198167" y="1165460"/>
                  <a:pt x="166345" y="1155069"/>
                </a:cubicBezTo>
                <a:lnTo>
                  <a:pt x="142316" y="1147276"/>
                </a:lnTo>
                <a:lnTo>
                  <a:pt x="143615" y="1107660"/>
                </a:lnTo>
                <a:cubicBezTo>
                  <a:pt x="144265" y="1082333"/>
                  <a:pt x="140368" y="1058304"/>
                  <a:pt x="133874" y="1043367"/>
                </a:cubicBezTo>
                <a:cubicBezTo>
                  <a:pt x="118287" y="1007648"/>
                  <a:pt x="119586" y="932963"/>
                  <a:pt x="136471" y="897894"/>
                </a:cubicBezTo>
                <a:cubicBezTo>
                  <a:pt x="150759" y="869319"/>
                  <a:pt x="178035" y="852434"/>
                  <a:pt x="199466" y="858928"/>
                </a:cubicBezTo>
                <a:cubicBezTo>
                  <a:pt x="205961" y="860876"/>
                  <a:pt x="227392" y="873216"/>
                  <a:pt x="246225" y="885555"/>
                </a:cubicBezTo>
                <a:cubicBezTo>
                  <a:pt x="285191" y="910233"/>
                  <a:pt x="461187" y="970630"/>
                  <a:pt x="477423" y="964785"/>
                </a:cubicBezTo>
                <a:cubicBezTo>
                  <a:pt x="482619" y="962188"/>
                  <a:pt x="487165" y="956992"/>
                  <a:pt x="487165" y="951797"/>
                </a:cubicBezTo>
                <a:cubicBezTo>
                  <a:pt x="487165" y="940107"/>
                  <a:pt x="454693" y="892049"/>
                  <a:pt x="424819" y="859577"/>
                </a:cubicBezTo>
                <a:cubicBezTo>
                  <a:pt x="411181" y="845290"/>
                  <a:pt x="375462" y="805675"/>
                  <a:pt x="344939" y="771904"/>
                </a:cubicBezTo>
                <a:cubicBezTo>
                  <a:pt x="314416" y="738134"/>
                  <a:pt x="285841" y="706961"/>
                  <a:pt x="281295" y="702415"/>
                </a:cubicBezTo>
                <a:cubicBezTo>
                  <a:pt x="277398" y="697869"/>
                  <a:pt x="275450" y="688127"/>
                  <a:pt x="277398" y="680334"/>
                </a:cubicBezTo>
                <a:cubicBezTo>
                  <a:pt x="281944" y="663449"/>
                  <a:pt x="265059" y="648512"/>
                  <a:pt x="242978" y="648512"/>
                </a:cubicBezTo>
                <a:cubicBezTo>
                  <a:pt x="233237" y="648512"/>
                  <a:pt x="221547" y="640069"/>
                  <a:pt x="209857" y="624483"/>
                </a:cubicBezTo>
                <a:cubicBezTo>
                  <a:pt x="166995" y="567983"/>
                  <a:pt x="124782" y="529017"/>
                  <a:pt x="84517" y="508235"/>
                </a:cubicBezTo>
                <a:cubicBezTo>
                  <a:pt x="61137" y="496545"/>
                  <a:pt x="29965" y="475114"/>
                  <a:pt x="15028" y="460826"/>
                </a:cubicBezTo>
                <a:lnTo>
                  <a:pt x="-12249" y="435498"/>
                </a:lnTo>
                <a:lnTo>
                  <a:pt x="-10300" y="348475"/>
                </a:lnTo>
                <a:cubicBezTo>
                  <a:pt x="-9001" y="288077"/>
                  <a:pt x="-5105" y="254956"/>
                  <a:pt x="2039" y="238071"/>
                </a:cubicBezTo>
                <a:cubicBezTo>
                  <a:pt x="7884" y="224433"/>
                  <a:pt x="14378" y="199755"/>
                  <a:pt x="16326" y="182869"/>
                </a:cubicBezTo>
                <a:cubicBezTo>
                  <a:pt x="26717" y="105587"/>
                  <a:pt x="52045" y="69868"/>
                  <a:pt x="108546" y="53633"/>
                </a:cubicBezTo>
                <a:cubicBezTo>
                  <a:pt x="154006" y="40644"/>
                  <a:pt x="181282" y="45190"/>
                  <a:pt x="308571" y="86754"/>
                </a:cubicBezTo>
                <a:cubicBezTo>
                  <a:pt x="365721" y="105587"/>
                  <a:pt x="436509" y="125719"/>
                  <a:pt x="465733" y="131564"/>
                </a:cubicBezTo>
                <a:cubicBezTo>
                  <a:pt x="522883" y="143254"/>
                  <a:pt x="633287" y="186117"/>
                  <a:pt x="737196" y="237422"/>
                </a:cubicBezTo>
                <a:cubicBezTo>
                  <a:pt x="772915" y="254956"/>
                  <a:pt x="818375" y="275738"/>
                  <a:pt x="837858" y="284181"/>
                </a:cubicBezTo>
                <a:cubicBezTo>
                  <a:pt x="875525" y="300417"/>
                  <a:pt x="869030" y="312106"/>
                  <a:pt x="830065" y="298468"/>
                </a:cubicBezTo>
                <a:cubicBezTo>
                  <a:pt x="801490" y="288077"/>
                  <a:pt x="779409" y="289376"/>
                  <a:pt x="779409" y="301066"/>
                </a:cubicBezTo>
                <a:cubicBezTo>
                  <a:pt x="779409" y="306262"/>
                  <a:pt x="782007" y="310808"/>
                  <a:pt x="784604" y="310808"/>
                </a:cubicBezTo>
                <a:cubicBezTo>
                  <a:pt x="787851" y="310808"/>
                  <a:pt x="803438" y="319250"/>
                  <a:pt x="819024" y="330291"/>
                </a:cubicBezTo>
                <a:cubicBezTo>
                  <a:pt x="834611" y="340681"/>
                  <a:pt x="853444" y="349773"/>
                  <a:pt x="860588" y="349773"/>
                </a:cubicBezTo>
                <a:cubicBezTo>
                  <a:pt x="867732" y="349773"/>
                  <a:pt x="880720" y="355618"/>
                  <a:pt x="889812" y="362762"/>
                </a:cubicBezTo>
                <a:cubicBezTo>
                  <a:pt x="904749" y="375101"/>
                  <a:pt x="905399" y="376400"/>
                  <a:pt x="895008" y="384193"/>
                </a:cubicBezTo>
                <a:cubicBezTo>
                  <a:pt x="884617" y="392636"/>
                  <a:pt x="885266" y="394584"/>
                  <a:pt x="900203" y="416665"/>
                </a:cubicBezTo>
                <a:cubicBezTo>
                  <a:pt x="917738" y="442642"/>
                  <a:pt x="926180" y="445240"/>
                  <a:pt x="945014" y="431602"/>
                </a:cubicBezTo>
                <a:cubicBezTo>
                  <a:pt x="957353" y="422510"/>
                  <a:pt x="957353" y="421860"/>
                  <a:pt x="946313" y="409521"/>
                </a:cubicBezTo>
                <a:cubicBezTo>
                  <a:pt x="935273" y="397182"/>
                  <a:pt x="935273" y="396533"/>
                  <a:pt x="954106" y="393285"/>
                </a:cubicBezTo>
                <a:cubicBezTo>
                  <a:pt x="978135" y="388090"/>
                  <a:pt x="988526" y="359515"/>
                  <a:pt x="989825" y="295221"/>
                </a:cubicBezTo>
                <a:cubicBezTo>
                  <a:pt x="990474" y="217289"/>
                  <a:pt x="961899" y="166634"/>
                  <a:pt x="839806" y="32201"/>
                </a:cubicBezTo>
                <a:cubicBezTo>
                  <a:pt x="809283" y="-1569"/>
                  <a:pt x="805386" y="-8063"/>
                  <a:pt x="818375" y="-4167"/>
                </a:cubicBezTo>
                <a:cubicBezTo>
                  <a:pt x="827467" y="-1569"/>
                  <a:pt x="853444" y="13368"/>
                  <a:pt x="876824" y="28305"/>
                </a:cubicBezTo>
                <a:cubicBezTo>
                  <a:pt x="922284" y="58179"/>
                  <a:pt x="1067757" y="138059"/>
                  <a:pt x="1094383" y="148450"/>
                </a:cubicBezTo>
                <a:cubicBezTo>
                  <a:pt x="1118412" y="157542"/>
                  <a:pt x="1137246" y="137409"/>
                  <a:pt x="1132700" y="108185"/>
                </a:cubicBezTo>
                <a:cubicBezTo>
                  <a:pt x="1129453" y="89351"/>
                  <a:pt x="1132050" y="85455"/>
                  <a:pt x="1148936" y="75713"/>
                </a:cubicBezTo>
                <a:cubicBezTo>
                  <a:pt x="1159976" y="69868"/>
                  <a:pt x="1169068" y="60127"/>
                  <a:pt x="1169068" y="54282"/>
                </a:cubicBezTo>
                <a:cubicBezTo>
                  <a:pt x="1169068" y="41943"/>
                  <a:pt x="1187902" y="41943"/>
                  <a:pt x="1204137" y="54282"/>
                </a:cubicBezTo>
                <a:cubicBezTo>
                  <a:pt x="1211281" y="59477"/>
                  <a:pt x="1224270" y="64023"/>
                  <a:pt x="1234011" y="64023"/>
                </a:cubicBezTo>
                <a:cubicBezTo>
                  <a:pt x="1273627" y="64023"/>
                  <a:pt x="1317788" y="122472"/>
                  <a:pt x="1351558" y="219887"/>
                </a:cubicBezTo>
                <a:lnTo>
                  <a:pt x="1375587" y="290675"/>
                </a:lnTo>
                <a:lnTo>
                  <a:pt x="1366495" y="357567"/>
                </a:lnTo>
                <a:cubicBezTo>
                  <a:pt x="1347012" y="499792"/>
                  <a:pt x="1327529" y="549798"/>
                  <a:pt x="1262586" y="621236"/>
                </a:cubicBezTo>
                <a:cubicBezTo>
                  <a:pt x="1201540" y="688777"/>
                  <a:pt x="1056067" y="773203"/>
                  <a:pt x="985928" y="780996"/>
                </a:cubicBezTo>
                <a:cubicBezTo>
                  <a:pt x="949560" y="785542"/>
                  <a:pt x="948911" y="785542"/>
                  <a:pt x="939169" y="766059"/>
                </a:cubicBezTo>
                <a:cubicBezTo>
                  <a:pt x="932675" y="753720"/>
                  <a:pt x="922284" y="745277"/>
                  <a:pt x="909295" y="742680"/>
                </a:cubicBezTo>
                <a:cubicBezTo>
                  <a:pt x="891111" y="738783"/>
                  <a:pt x="889163" y="736185"/>
                  <a:pt x="893059" y="719300"/>
                </a:cubicBezTo>
                <a:cubicBezTo>
                  <a:pt x="895657" y="709559"/>
                  <a:pt x="894358" y="695921"/>
                  <a:pt x="891111" y="689426"/>
                </a:cubicBezTo>
                <a:cubicBezTo>
                  <a:pt x="887215" y="683581"/>
                  <a:pt x="886565" y="672541"/>
                  <a:pt x="889812" y="665397"/>
                </a:cubicBezTo>
                <a:cubicBezTo>
                  <a:pt x="892410" y="657604"/>
                  <a:pt x="896307" y="635523"/>
                  <a:pt x="898904" y="616041"/>
                </a:cubicBezTo>
                <a:lnTo>
                  <a:pt x="903450" y="580322"/>
                </a:lnTo>
                <a:lnTo>
                  <a:pt x="856042" y="558241"/>
                </a:lnTo>
                <a:cubicBezTo>
                  <a:pt x="819674" y="541356"/>
                  <a:pt x="806685" y="538109"/>
                  <a:pt x="797593" y="543954"/>
                </a:cubicBezTo>
                <a:cubicBezTo>
                  <a:pt x="785254" y="551747"/>
                  <a:pt x="762524" y="544603"/>
                  <a:pt x="643028" y="497194"/>
                </a:cubicBezTo>
                <a:cubicBezTo>
                  <a:pt x="543665" y="457579"/>
                  <a:pt x="399491" y="417964"/>
                  <a:pt x="380008" y="425108"/>
                </a:cubicBezTo>
                <a:cubicBezTo>
                  <a:pt x="366370" y="430303"/>
                  <a:pt x="367669" y="437447"/>
                  <a:pt x="385204" y="454981"/>
                </a:cubicBezTo>
                <a:cubicBezTo>
                  <a:pt x="392997" y="463424"/>
                  <a:pt x="410532" y="486154"/>
                  <a:pt x="423520" y="505637"/>
                </a:cubicBezTo>
                <a:cubicBezTo>
                  <a:pt x="447549" y="541356"/>
                  <a:pt x="733299" y="830353"/>
                  <a:pt x="796944" y="883606"/>
                </a:cubicBezTo>
                <a:cubicBezTo>
                  <a:pt x="815128" y="899193"/>
                  <a:pt x="853444" y="932314"/>
                  <a:pt x="881370" y="956992"/>
                </a:cubicBezTo>
                <a:cubicBezTo>
                  <a:pt x="909295" y="982320"/>
                  <a:pt x="937870" y="1006998"/>
                  <a:pt x="945663" y="1012194"/>
                </a:cubicBezTo>
                <a:cubicBezTo>
                  <a:pt x="952807" y="1017389"/>
                  <a:pt x="972290" y="1038821"/>
                  <a:pt x="989175" y="1059602"/>
                </a:cubicBezTo>
                <a:cubicBezTo>
                  <a:pt x="1039831" y="1121948"/>
                  <a:pt x="1030090" y="1160914"/>
                  <a:pt x="959301" y="1180397"/>
                </a:cubicBezTo>
                <a:cubicBezTo>
                  <a:pt x="943715" y="1184943"/>
                  <a:pt x="919037" y="1199880"/>
                  <a:pt x="904100" y="1212868"/>
                </a:cubicBezTo>
                <a:cubicBezTo>
                  <a:pt x="875525" y="1239495"/>
                  <a:pt x="815777" y="1265472"/>
                  <a:pt x="785254" y="1265472"/>
                </a:cubicBezTo>
                <a:cubicBezTo>
                  <a:pt x="774213" y="1265472"/>
                  <a:pt x="744989" y="1256380"/>
                  <a:pt x="719012" y="1245340"/>
                </a:cubicBezTo>
                <a:cubicBezTo>
                  <a:pt x="609258" y="1197931"/>
                  <a:pt x="581332" y="1199880"/>
                  <a:pt x="604062" y="1253783"/>
                </a:cubicBezTo>
                <a:cubicBezTo>
                  <a:pt x="607309" y="1262225"/>
                  <a:pt x="617700" y="1294697"/>
                  <a:pt x="626792" y="1325870"/>
                </a:cubicBezTo>
                <a:cubicBezTo>
                  <a:pt x="650172" y="1402502"/>
                  <a:pt x="664459" y="1418089"/>
                  <a:pt x="761874" y="1466147"/>
                </a:cubicBezTo>
                <a:cubicBezTo>
                  <a:pt x="805386" y="1488227"/>
                  <a:pt x="843703" y="1505762"/>
                  <a:pt x="846950" y="1505762"/>
                </a:cubicBezTo>
                <a:cubicBezTo>
                  <a:pt x="850197" y="1505762"/>
                  <a:pt x="863186" y="1516153"/>
                  <a:pt x="875525" y="1529142"/>
                </a:cubicBezTo>
                <a:cubicBezTo>
                  <a:pt x="903450" y="1558366"/>
                  <a:pt x="952807" y="1590188"/>
                  <a:pt x="969043" y="1590188"/>
                </a:cubicBezTo>
                <a:cubicBezTo>
                  <a:pt x="975537" y="1590188"/>
                  <a:pt x="994371" y="1603177"/>
                  <a:pt x="1010607" y="1619413"/>
                </a:cubicBezTo>
                <a:cubicBezTo>
                  <a:pt x="1034636" y="1644091"/>
                  <a:pt x="1038532" y="1650585"/>
                  <a:pt x="1032687" y="1660976"/>
                </a:cubicBezTo>
                <a:cubicBezTo>
                  <a:pt x="1025544" y="1674614"/>
                  <a:pt x="1032687" y="1702540"/>
                  <a:pt x="1045026" y="1710333"/>
                </a:cubicBezTo>
                <a:cubicBezTo>
                  <a:pt x="1061912" y="1720724"/>
                  <a:pt x="1050871" y="1727868"/>
                  <a:pt x="1023595" y="1725270"/>
                </a:cubicBezTo>
                <a:cubicBezTo>
                  <a:pt x="990474" y="1721374"/>
                  <a:pt x="978784" y="1726569"/>
                  <a:pt x="982032" y="1743454"/>
                </a:cubicBezTo>
                <a:cubicBezTo>
                  <a:pt x="983330" y="1751247"/>
                  <a:pt x="994371" y="1759041"/>
                  <a:pt x="1011905" y="1764885"/>
                </a:cubicBezTo>
                <a:cubicBezTo>
                  <a:pt x="1032038" y="1770730"/>
                  <a:pt x="1039182" y="1776575"/>
                  <a:pt x="1037883" y="1784368"/>
                </a:cubicBezTo>
                <a:cubicBezTo>
                  <a:pt x="1035285" y="1797357"/>
                  <a:pt x="984629" y="1825283"/>
                  <a:pt x="922284" y="1846714"/>
                </a:cubicBezTo>
                <a:cubicBezTo>
                  <a:pt x="759276" y="1903864"/>
                  <a:pt x="750184" y="1914904"/>
                  <a:pt x="769667" y="2034400"/>
                </a:cubicBezTo>
                <a:cubicBezTo>
                  <a:pt x="778759" y="2090900"/>
                  <a:pt x="778759" y="2098693"/>
                  <a:pt x="769018" y="2122722"/>
                </a:cubicBezTo>
                <a:cubicBezTo>
                  <a:pt x="752133" y="2165585"/>
                  <a:pt x="704075" y="2200005"/>
                  <a:pt x="624195" y="2227281"/>
                </a:cubicBezTo>
                <a:cubicBezTo>
                  <a:pt x="577436" y="2243517"/>
                  <a:pt x="554056" y="2242867"/>
                  <a:pt x="522883" y="2223384"/>
                </a:cubicBezTo>
                <a:close/>
                <a:moveTo>
                  <a:pt x="870329" y="383544"/>
                </a:moveTo>
                <a:cubicBezTo>
                  <a:pt x="870329" y="375751"/>
                  <a:pt x="855392" y="362762"/>
                  <a:pt x="846300" y="362762"/>
                </a:cubicBezTo>
                <a:cubicBezTo>
                  <a:pt x="835260" y="362762"/>
                  <a:pt x="835260" y="380297"/>
                  <a:pt x="846300" y="384193"/>
                </a:cubicBezTo>
                <a:cubicBezTo>
                  <a:pt x="858640" y="389389"/>
                  <a:pt x="870329" y="389389"/>
                  <a:pt x="870329" y="383544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40697EF8-D80A-5242-07B6-E363746CA1FB}"/>
              </a:ext>
            </a:extLst>
          </p:cNvPr>
          <p:cNvSpPr/>
          <p:nvPr/>
        </p:nvSpPr>
        <p:spPr>
          <a:xfrm flipV="1">
            <a:off x="2267313" y="1834796"/>
            <a:ext cx="2794277" cy="1814412"/>
          </a:xfrm>
          <a:custGeom>
            <a:avLst/>
            <a:gdLst>
              <a:gd name="csX0" fmla="*/ 2153120 w 3934048"/>
              <a:gd name="csY0" fmla="*/ 2814051 h 2834079"/>
              <a:gd name="csX1" fmla="*/ 2114803 w 3934048"/>
              <a:gd name="csY1" fmla="*/ 2780930 h 2834079"/>
              <a:gd name="csX2" fmla="*/ 2092073 w 3934048"/>
              <a:gd name="csY2" fmla="*/ 2754303 h 2834079"/>
              <a:gd name="csX3" fmla="*/ 2083631 w 3934048"/>
              <a:gd name="csY3" fmla="*/ 2677021 h 2834079"/>
              <a:gd name="csX4" fmla="*/ 2101815 w 3934048"/>
              <a:gd name="csY4" fmla="*/ 2642601 h 2834079"/>
              <a:gd name="csX5" fmla="*/ 2094022 w 3934048"/>
              <a:gd name="csY5" fmla="*/ 2542588 h 2834079"/>
              <a:gd name="csX6" fmla="*/ 2080383 w 3934048"/>
              <a:gd name="csY6" fmla="*/ 2404260 h 2834079"/>
              <a:gd name="csX7" fmla="*/ 2066745 w 3934048"/>
              <a:gd name="csY7" fmla="*/ 2310741 h 2834079"/>
              <a:gd name="csX8" fmla="*/ 1899192 w 3934048"/>
              <a:gd name="csY8" fmla="*/ 2097078 h 2834079"/>
              <a:gd name="csX9" fmla="*/ 1753719 w 3934048"/>
              <a:gd name="csY9" fmla="*/ 2043175 h 2834079"/>
              <a:gd name="csX10" fmla="*/ 1618637 w 3934048"/>
              <a:gd name="csY10" fmla="*/ 1945761 h 2834079"/>
              <a:gd name="csX11" fmla="*/ 1662799 w 3934048"/>
              <a:gd name="csY11" fmla="*/ 1890559 h 2834079"/>
              <a:gd name="csX12" fmla="*/ 1725794 w 3934048"/>
              <a:gd name="csY12" fmla="*/ 1821070 h 2834079"/>
              <a:gd name="csX13" fmla="*/ 1780995 w 3934048"/>
              <a:gd name="csY13" fmla="*/ 1783403 h 2834079"/>
              <a:gd name="csX14" fmla="*/ 1914129 w 3934048"/>
              <a:gd name="csY14" fmla="*/ 1777558 h 2834079"/>
              <a:gd name="csX15" fmla="*/ 1944652 w 3934048"/>
              <a:gd name="csY15" fmla="*/ 1776908 h 2834079"/>
              <a:gd name="csX16" fmla="*/ 1953744 w 3934048"/>
              <a:gd name="csY16" fmla="*/ 1739891 h 2834079"/>
              <a:gd name="csX17" fmla="*/ 1944003 w 3934048"/>
              <a:gd name="csY17" fmla="*/ 1644424 h 2834079"/>
              <a:gd name="csX18" fmla="*/ 1888801 w 3934048"/>
              <a:gd name="csY18" fmla="*/ 1508693 h 2834079"/>
              <a:gd name="csX19" fmla="*/ 1823858 w 3934048"/>
              <a:gd name="csY19" fmla="*/ 1478170 h 2834079"/>
              <a:gd name="csX20" fmla="*/ 1788789 w 3934048"/>
              <a:gd name="csY20" fmla="*/ 1445698 h 2834079"/>
              <a:gd name="csX21" fmla="*/ 1779697 w 3934048"/>
              <a:gd name="csY21" fmla="*/ 1398939 h 2834079"/>
              <a:gd name="csX22" fmla="*/ 1799179 w 3934048"/>
              <a:gd name="csY22" fmla="*/ 1350232 h 2834079"/>
              <a:gd name="csX23" fmla="*/ 1829703 w 3934048"/>
              <a:gd name="csY23" fmla="*/ 1306720 h 2834079"/>
              <a:gd name="csX24" fmla="*/ 1866720 w 3934048"/>
              <a:gd name="csY24" fmla="*/ 1241776 h 2834079"/>
              <a:gd name="csX25" fmla="*/ 1921273 w 3934048"/>
              <a:gd name="csY25" fmla="*/ 1237230 h 2834079"/>
              <a:gd name="csX26" fmla="*/ 2017389 w 3934048"/>
              <a:gd name="csY26" fmla="*/ 1289834 h 2834079"/>
              <a:gd name="csX27" fmla="*/ 2142729 w 3934048"/>
              <a:gd name="csY27" fmla="*/ 1368416 h 2834079"/>
              <a:gd name="csX28" fmla="*/ 2192086 w 3934048"/>
              <a:gd name="csY28" fmla="*/ 1309317 h 2834079"/>
              <a:gd name="csX29" fmla="*/ 2076487 w 3934048"/>
              <a:gd name="csY29" fmla="*/ 1124229 h 2834079"/>
              <a:gd name="csX30" fmla="*/ 1987515 w 3934048"/>
              <a:gd name="csY30" fmla="*/ 1149557 h 2834079"/>
              <a:gd name="csX31" fmla="*/ 1632925 w 3934048"/>
              <a:gd name="csY31" fmla="*/ 1238529 h 2834079"/>
              <a:gd name="csX32" fmla="*/ 1513429 w 3934048"/>
              <a:gd name="csY32" fmla="*/ 1208006 h 2834079"/>
              <a:gd name="csX33" fmla="*/ 1529665 w 3934048"/>
              <a:gd name="csY33" fmla="*/ 1166442 h 2834079"/>
              <a:gd name="csX34" fmla="*/ 1884904 w 3934048"/>
              <a:gd name="csY34" fmla="*/ 895629 h 2834079"/>
              <a:gd name="csX35" fmla="*/ 1690075 w 3934048"/>
              <a:gd name="csY35" fmla="*/ 723530 h 2834079"/>
              <a:gd name="csX36" fmla="*/ 1532263 w 3934048"/>
              <a:gd name="csY36" fmla="*/ 676121 h 2834079"/>
              <a:gd name="csX37" fmla="*/ 1436797 w 3934048"/>
              <a:gd name="csY37" fmla="*/ 702748 h 2834079"/>
              <a:gd name="csX38" fmla="*/ 1458877 w 3934048"/>
              <a:gd name="csY38" fmla="*/ 747559 h 2834079"/>
              <a:gd name="csX39" fmla="*/ 1479659 w 3934048"/>
              <a:gd name="csY39" fmla="*/ 792370 h 2834079"/>
              <a:gd name="csX40" fmla="*/ 1506935 w 3934048"/>
              <a:gd name="csY40" fmla="*/ 835232 h 2834079"/>
              <a:gd name="csX41" fmla="*/ 1528366 w 3934048"/>
              <a:gd name="csY41" fmla="*/ 861859 h 2834079"/>
              <a:gd name="csX42" fmla="*/ 1427055 w 3934048"/>
              <a:gd name="csY42" fmla="*/ 828738 h 2834079"/>
              <a:gd name="csX43" fmla="*/ 1323146 w 3934048"/>
              <a:gd name="csY43" fmla="*/ 799513 h 2834079"/>
              <a:gd name="csX44" fmla="*/ 1325094 w 3934048"/>
              <a:gd name="csY44" fmla="*/ 841077 h 2834079"/>
              <a:gd name="csX45" fmla="*/ 1391986 w 3934048"/>
              <a:gd name="csY45" fmla="*/ 970963 h 2834079"/>
              <a:gd name="csX46" fmla="*/ 1310807 w 3934048"/>
              <a:gd name="csY46" fmla="*/ 1102798 h 2834079"/>
              <a:gd name="csX47" fmla="*/ 1221185 w 3934048"/>
              <a:gd name="csY47" fmla="*/ 1119034 h 2834079"/>
              <a:gd name="csX48" fmla="*/ 1175725 w 3934048"/>
              <a:gd name="csY48" fmla="*/ 1099551 h 2834079"/>
              <a:gd name="csX49" fmla="*/ 1145202 w 3934048"/>
              <a:gd name="csY49" fmla="*/ 1089160 h 2834079"/>
              <a:gd name="csX50" fmla="*/ 1021160 w 3934048"/>
              <a:gd name="csY50" fmla="*/ 987849 h 2834079"/>
              <a:gd name="csX51" fmla="*/ 1032850 w 3934048"/>
              <a:gd name="csY51" fmla="*/ 991745 h 2834079"/>
              <a:gd name="csX52" fmla="*/ 1136110 w 3934048"/>
              <a:gd name="csY52" fmla="*/ 1030711 h 2834079"/>
              <a:gd name="csX53" fmla="*/ 1151047 w 3934048"/>
              <a:gd name="csY53" fmla="*/ 1020970 h 2834079"/>
              <a:gd name="csX54" fmla="*/ 1134161 w 3934048"/>
              <a:gd name="csY54" fmla="*/ 960572 h 2834079"/>
              <a:gd name="csX55" fmla="*/ 991286 w 3934048"/>
              <a:gd name="csY55" fmla="*/ 728725 h 2834079"/>
              <a:gd name="csX56" fmla="*/ 939981 w 3934048"/>
              <a:gd name="csY56" fmla="*/ 659236 h 2834079"/>
              <a:gd name="csX57" fmla="*/ 876337 w 3934048"/>
              <a:gd name="csY57" fmla="*/ 620920 h 2834079"/>
              <a:gd name="csX58" fmla="*/ 817888 w 3934048"/>
              <a:gd name="csY58" fmla="*/ 588448 h 2834079"/>
              <a:gd name="csX59" fmla="*/ 791261 w 3934048"/>
              <a:gd name="csY59" fmla="*/ 569615 h 2834079"/>
              <a:gd name="csX60" fmla="*/ 777623 w 3934048"/>
              <a:gd name="csY60" fmla="*/ 618971 h 2834079"/>
              <a:gd name="csX61" fmla="*/ 787365 w 3934048"/>
              <a:gd name="csY61" fmla="*/ 677420 h 2834079"/>
              <a:gd name="csX62" fmla="*/ 936734 w 3934048"/>
              <a:gd name="csY62" fmla="*/ 914463 h 2834079"/>
              <a:gd name="csX63" fmla="*/ 978947 w 3934048"/>
              <a:gd name="csY63" fmla="*/ 961871 h 2834079"/>
              <a:gd name="csX64" fmla="*/ 946475 w 3934048"/>
              <a:gd name="csY64" fmla="*/ 943687 h 2834079"/>
              <a:gd name="csX65" fmla="*/ 902314 w 3934048"/>
              <a:gd name="csY65" fmla="*/ 914463 h 2834079"/>
              <a:gd name="csX66" fmla="*/ 868544 w 3934048"/>
              <a:gd name="csY66" fmla="*/ 891083 h 2834079"/>
              <a:gd name="csX67" fmla="*/ 791261 w 3934048"/>
              <a:gd name="csY67" fmla="*/ 843675 h 2834079"/>
              <a:gd name="csX68" fmla="*/ 709433 w 3934048"/>
              <a:gd name="csY68" fmla="*/ 852767 h 2834079"/>
              <a:gd name="csX69" fmla="*/ 760738 w 3934048"/>
              <a:gd name="csY69" fmla="*/ 958624 h 2834079"/>
              <a:gd name="csX70" fmla="*/ 923745 w 3934048"/>
              <a:gd name="csY70" fmla="*/ 1034608 h 2834079"/>
              <a:gd name="csX71" fmla="*/ 1029603 w 3934048"/>
              <a:gd name="csY71" fmla="*/ 1073574 h 2834079"/>
              <a:gd name="csX72" fmla="*/ 1109483 w 3934048"/>
              <a:gd name="csY72" fmla="*/ 1102149 h 2834079"/>
              <a:gd name="csX73" fmla="*/ 1142604 w 3934048"/>
              <a:gd name="csY73" fmla="*/ 1115137 h 2834079"/>
              <a:gd name="csX74" fmla="*/ 1174426 w 3934048"/>
              <a:gd name="csY74" fmla="*/ 1128126 h 2834079"/>
              <a:gd name="csX75" fmla="*/ 1229628 w 3934048"/>
              <a:gd name="csY75" fmla="*/ 1148258 h 2834079"/>
              <a:gd name="csX76" fmla="*/ 1369905 w 3934048"/>
              <a:gd name="csY76" fmla="*/ 1193069 h 2834079"/>
              <a:gd name="csX77" fmla="*/ 1384842 w 3934048"/>
              <a:gd name="csY77" fmla="*/ 1233983 h 2834079"/>
              <a:gd name="csX78" fmla="*/ 1371853 w 3934048"/>
              <a:gd name="csY78" fmla="*/ 1261909 h 2834079"/>
              <a:gd name="csX79" fmla="*/ 1355618 w 3934048"/>
              <a:gd name="csY79" fmla="*/ 1290484 h 2834079"/>
              <a:gd name="csX80" fmla="*/ 1342629 w 3934048"/>
              <a:gd name="csY80" fmla="*/ 1317111 h 2834079"/>
              <a:gd name="csX81" fmla="*/ 1384842 w 3934048"/>
              <a:gd name="csY81" fmla="*/ 1350881 h 2834079"/>
              <a:gd name="csX82" fmla="*/ 1638770 w 3934048"/>
              <a:gd name="csY82" fmla="*/ 1580780 h 2834079"/>
              <a:gd name="csX83" fmla="*/ 1627729 w 3934048"/>
              <a:gd name="csY83" fmla="*/ 1661959 h 2834079"/>
              <a:gd name="csX84" fmla="*/ 1507585 w 3934048"/>
              <a:gd name="csY84" fmla="*/ 1747034 h 2834079"/>
              <a:gd name="csX85" fmla="*/ 1445889 w 3934048"/>
              <a:gd name="csY85" fmla="*/ 1778207 h 2834079"/>
              <a:gd name="csX86" fmla="*/ 1367957 w 3934048"/>
              <a:gd name="csY86" fmla="*/ 1771063 h 2834079"/>
              <a:gd name="csX87" fmla="*/ 1225731 w 3934048"/>
              <a:gd name="csY87" fmla="*/ 1744437 h 2834079"/>
              <a:gd name="csX88" fmla="*/ 876986 w 3934048"/>
              <a:gd name="csY88" fmla="*/ 1607407 h 2834079"/>
              <a:gd name="csX89" fmla="*/ 790612 w 3934048"/>
              <a:gd name="csY89" fmla="*/ 1595717 h 2834079"/>
              <a:gd name="csX90" fmla="*/ 780221 w 3934048"/>
              <a:gd name="csY90" fmla="*/ 1608705 h 2834079"/>
              <a:gd name="csX91" fmla="*/ 755543 w 3934048"/>
              <a:gd name="csY91" fmla="*/ 1617798 h 2834079"/>
              <a:gd name="csX92" fmla="*/ 619811 w 3934048"/>
              <a:gd name="csY92" fmla="*/ 1660660 h 2834079"/>
              <a:gd name="csX93" fmla="*/ 583443 w 3934048"/>
              <a:gd name="csY93" fmla="*/ 1641826 h 2834079"/>
              <a:gd name="csX94" fmla="*/ 555518 w 3934048"/>
              <a:gd name="csY94" fmla="*/ 1615849 h 2834079"/>
              <a:gd name="csX95" fmla="*/ 508109 w 3934048"/>
              <a:gd name="csY95" fmla="*/ 1543762 h 2834079"/>
              <a:gd name="csX96" fmla="*/ 517201 w 3934048"/>
              <a:gd name="csY96" fmla="*/ 1512590 h 2834079"/>
              <a:gd name="csX97" fmla="*/ 510057 w 3934048"/>
              <a:gd name="csY97" fmla="*/ 1417123 h 2834079"/>
              <a:gd name="csX98" fmla="*/ 513954 w 3934048"/>
              <a:gd name="csY98" fmla="*/ 1041102 h 2834079"/>
              <a:gd name="csX99" fmla="*/ 530839 w 3934048"/>
              <a:gd name="csY99" fmla="*/ 1012527 h 2834079"/>
              <a:gd name="csX100" fmla="*/ 557466 w 3934048"/>
              <a:gd name="csY100" fmla="*/ 958624 h 2834079"/>
              <a:gd name="csX101" fmla="*/ 563960 w 3934048"/>
              <a:gd name="csY101" fmla="*/ 866405 h 2834079"/>
              <a:gd name="csX102" fmla="*/ 514603 w 3934048"/>
              <a:gd name="csY102" fmla="*/ 701449 h 2834079"/>
              <a:gd name="csX103" fmla="*/ 556816 w 3934048"/>
              <a:gd name="csY103" fmla="*/ 552729 h 2834079"/>
              <a:gd name="csX104" fmla="*/ 562012 w 3934048"/>
              <a:gd name="csY104" fmla="*/ 478045 h 2834079"/>
              <a:gd name="csX105" fmla="*/ 524345 w 3934048"/>
              <a:gd name="csY105" fmla="*/ 462458 h 2834079"/>
              <a:gd name="csX106" fmla="*/ 197681 w 3934048"/>
              <a:gd name="csY106" fmla="*/ 335819 h 2834079"/>
              <a:gd name="csX107" fmla="*/ 173652 w 3934048"/>
              <a:gd name="csY107" fmla="*/ 361796 h 2834079"/>
              <a:gd name="csX108" fmla="*/ 137283 w 3934048"/>
              <a:gd name="csY108" fmla="*/ 355951 h 2834079"/>
              <a:gd name="csX109" fmla="*/ 78185 w 3934048"/>
              <a:gd name="csY109" fmla="*/ 339716 h 2834079"/>
              <a:gd name="csX110" fmla="*/ 37920 w 3934048"/>
              <a:gd name="csY110" fmla="*/ 325428 h 2834079"/>
              <a:gd name="csX111" fmla="*/ 11943 w 3934048"/>
              <a:gd name="csY111" fmla="*/ 309842 h 2834079"/>
              <a:gd name="csX112" fmla="*/ 8696 w 3934048"/>
              <a:gd name="csY112" fmla="*/ 257887 h 2834079"/>
              <a:gd name="csX113" fmla="*/ 25581 w 3934048"/>
              <a:gd name="csY113" fmla="*/ 192295 h 2834079"/>
              <a:gd name="csX114" fmla="*/ 113904 w 3934048"/>
              <a:gd name="csY114" fmla="*/ 40328 h 2834079"/>
              <a:gd name="csX115" fmla="*/ 249635 w 3934048"/>
              <a:gd name="csY115" fmla="*/ 2011 h 2834079"/>
              <a:gd name="csX116" fmla="*/ 491873 w 3934048"/>
              <a:gd name="csY116" fmla="*/ 105271 h 2834079"/>
              <a:gd name="csX117" fmla="*/ 569805 w 3934048"/>
              <a:gd name="csY117" fmla="*/ 153978 h 2834079"/>
              <a:gd name="csX118" fmla="*/ 995183 w 3934048"/>
              <a:gd name="csY118" fmla="*/ 378032 h 2834079"/>
              <a:gd name="csX119" fmla="*/ 1074414 w 3934048"/>
              <a:gd name="csY119" fmla="*/ 420895 h 2834079"/>
              <a:gd name="csX120" fmla="*/ 1181570 w 3934048"/>
              <a:gd name="csY120" fmla="*/ 481941 h 2834079"/>
              <a:gd name="csX121" fmla="*/ 1327043 w 3934048"/>
              <a:gd name="csY121" fmla="*/ 582603 h 2834079"/>
              <a:gd name="csX122" fmla="*/ 1343928 w 3934048"/>
              <a:gd name="csY122" fmla="*/ 596241 h 2834079"/>
              <a:gd name="csX123" fmla="*/ 1383543 w 3934048"/>
              <a:gd name="csY123" fmla="*/ 583253 h 2834079"/>
              <a:gd name="csX124" fmla="*/ 1486803 w 3934048"/>
              <a:gd name="csY124" fmla="*/ 563770 h 2834079"/>
              <a:gd name="csX125" fmla="*/ 1770604 w 3934048"/>
              <a:gd name="csY125" fmla="*/ 546235 h 2834079"/>
              <a:gd name="csX126" fmla="*/ 2055056 w 3934048"/>
              <a:gd name="csY126" fmla="*/ 665081 h 2834079"/>
              <a:gd name="csX127" fmla="*/ 2105062 w 3934048"/>
              <a:gd name="csY127" fmla="*/ 693007 h 2834079"/>
              <a:gd name="csX128" fmla="*/ 2280409 w 3934048"/>
              <a:gd name="csY128" fmla="*/ 534545 h 2834079"/>
              <a:gd name="csX129" fmla="*/ 2537584 w 3934048"/>
              <a:gd name="csY129" fmla="*/ 296204 h 2834079"/>
              <a:gd name="csX130" fmla="*/ 2979847 w 3934048"/>
              <a:gd name="csY130" fmla="*/ 66954 h 2834079"/>
              <a:gd name="csX131" fmla="*/ 3055830 w 3934048"/>
              <a:gd name="csY131" fmla="*/ 63707 h 2834079"/>
              <a:gd name="csX132" fmla="*/ 3089601 w 3934048"/>
              <a:gd name="csY132" fmla="*/ 60460 h 2834079"/>
              <a:gd name="csX133" fmla="*/ 3237022 w 3934048"/>
              <a:gd name="csY133" fmla="*/ 24092 h 2834079"/>
              <a:gd name="csX134" fmla="*/ 3198705 w 3934048"/>
              <a:gd name="csY134" fmla="*/ 46822 h 2834079"/>
              <a:gd name="csX135" fmla="*/ 3148049 w 3934048"/>
              <a:gd name="csY135" fmla="*/ 85138 h 2834079"/>
              <a:gd name="csX136" fmla="*/ 3130515 w 3934048"/>
              <a:gd name="csY136" fmla="*/ 110466 h 2834079"/>
              <a:gd name="csX137" fmla="*/ 3120773 w 3934048"/>
              <a:gd name="csY137" fmla="*/ 131248 h 2834079"/>
              <a:gd name="csX138" fmla="*/ 3254556 w 3934048"/>
              <a:gd name="csY138" fmla="*/ 116961 h 2834079"/>
              <a:gd name="csX139" fmla="*/ 3346126 w 3934048"/>
              <a:gd name="csY139" fmla="*/ 89035 h 2834079"/>
              <a:gd name="csX140" fmla="*/ 3371454 w 3934048"/>
              <a:gd name="csY140" fmla="*/ 76046 h 2834079"/>
              <a:gd name="csX141" fmla="*/ 3403276 w 3934048"/>
              <a:gd name="csY141" fmla="*/ 63707 h 2834079"/>
              <a:gd name="csX142" fmla="*/ 3457179 w 3934048"/>
              <a:gd name="csY142" fmla="*/ 48121 h 2834079"/>
              <a:gd name="csX143" fmla="*/ 3501340 w 3934048"/>
              <a:gd name="csY143" fmla="*/ 63058 h 2834079"/>
              <a:gd name="csX144" fmla="*/ 3526019 w 3934048"/>
              <a:gd name="csY144" fmla="*/ 82541 h 2834079"/>
              <a:gd name="csX145" fmla="*/ 3482507 w 3934048"/>
              <a:gd name="csY145" fmla="*/ 110466 h 2834079"/>
              <a:gd name="csX146" fmla="*/ 3235723 w 3934048"/>
              <a:gd name="csY146" fmla="*/ 215674 h 2834079"/>
              <a:gd name="csX147" fmla="*/ 3234424 w 3934048"/>
              <a:gd name="csY147" fmla="*/ 256588 h 2834079"/>
              <a:gd name="csX148" fmla="*/ 3406523 w 3934048"/>
              <a:gd name="csY148" fmla="*/ 192295 h 2834079"/>
              <a:gd name="csX149" fmla="*/ 3527318 w 3934048"/>
              <a:gd name="csY149" fmla="*/ 150731 h 2834079"/>
              <a:gd name="csX150" fmla="*/ 3585117 w 3934048"/>
              <a:gd name="csY150" fmla="*/ 137093 h 2834079"/>
              <a:gd name="csX151" fmla="*/ 3621485 w 3934048"/>
              <a:gd name="csY151" fmla="*/ 128001 h 2834079"/>
              <a:gd name="csX152" fmla="*/ 3684480 w 3934048"/>
              <a:gd name="csY152" fmla="*/ 115012 h 2834079"/>
              <a:gd name="csX153" fmla="*/ 3758515 w 3934048"/>
              <a:gd name="csY153" fmla="*/ 102024 h 2834079"/>
              <a:gd name="csX154" fmla="*/ 3838395 w 3934048"/>
              <a:gd name="csY154" fmla="*/ 89035 h 2834079"/>
              <a:gd name="csX155" fmla="*/ 3920224 w 3934048"/>
              <a:gd name="csY155" fmla="*/ 107868 h 2834079"/>
              <a:gd name="csX156" fmla="*/ 3762412 w 3934048"/>
              <a:gd name="csY156" fmla="*/ 183852 h 2834079"/>
              <a:gd name="csX157" fmla="*/ 3404575 w 3934048"/>
              <a:gd name="csY157" fmla="*/ 368291 h 2834079"/>
              <a:gd name="csX158" fmla="*/ 2988289 w 3934048"/>
              <a:gd name="csY158" fmla="*/ 585850 h 2834079"/>
              <a:gd name="csX159" fmla="*/ 2393410 w 3934048"/>
              <a:gd name="csY159" fmla="*/ 929400 h 2834079"/>
              <a:gd name="csX160" fmla="*/ 2333012 w 3934048"/>
              <a:gd name="csY160" fmla="*/ 983303 h 2834079"/>
              <a:gd name="csX161" fmla="*/ 2371978 w 3934048"/>
              <a:gd name="csY161" fmla="*/ 1059286 h 2834079"/>
              <a:gd name="csX162" fmla="*/ 2562911 w 3934048"/>
              <a:gd name="csY162" fmla="*/ 1445698 h 2834079"/>
              <a:gd name="csX163" fmla="*/ 2566808 w 3934048"/>
              <a:gd name="csY163" fmla="*/ 1600263 h 2834079"/>
              <a:gd name="csX164" fmla="*/ 2420686 w 3934048"/>
              <a:gd name="csY164" fmla="*/ 1689884 h 2834079"/>
              <a:gd name="csX165" fmla="*/ 2311581 w 3934048"/>
              <a:gd name="csY165" fmla="*/ 1702224 h 2834079"/>
              <a:gd name="csX166" fmla="*/ 2240144 w 3934048"/>
              <a:gd name="csY166" fmla="*/ 1691183 h 2834079"/>
              <a:gd name="csX167" fmla="*/ 2235598 w 3934048"/>
              <a:gd name="csY167" fmla="*/ 1745086 h 2834079"/>
              <a:gd name="csX168" fmla="*/ 2256380 w 3934048"/>
              <a:gd name="csY168" fmla="*/ 1855490 h 2834079"/>
              <a:gd name="csX169" fmla="*/ 2334961 w 3934048"/>
              <a:gd name="csY169" fmla="*/ 1978232 h 2834079"/>
              <a:gd name="csX170" fmla="*/ 2612268 w 3934048"/>
              <a:gd name="csY170" fmla="*/ 2128251 h 2834079"/>
              <a:gd name="csX171" fmla="*/ 2639544 w 3934048"/>
              <a:gd name="csY171" fmla="*/ 2154878 h 2834079"/>
              <a:gd name="csX172" fmla="*/ 2654481 w 3934048"/>
              <a:gd name="csY172" fmla="*/ 2185401 h 2834079"/>
              <a:gd name="csX173" fmla="*/ 2648636 w 3934048"/>
              <a:gd name="csY173" fmla="*/ 2212677 h 2834079"/>
              <a:gd name="csX174" fmla="*/ 2623309 w 3934048"/>
              <a:gd name="csY174" fmla="*/ 2234108 h 2834079"/>
              <a:gd name="csX175" fmla="*/ 2665522 w 3934048"/>
              <a:gd name="csY175" fmla="*/ 2238654 h 2834079"/>
              <a:gd name="csX176" fmla="*/ 2703838 w 3934048"/>
              <a:gd name="csY176" fmla="*/ 2238654 h 2834079"/>
              <a:gd name="csX177" fmla="*/ 2684355 w 3934048"/>
              <a:gd name="csY177" fmla="*/ 2263333 h 2834079"/>
              <a:gd name="csX178" fmla="*/ 2632401 w 3934048"/>
              <a:gd name="csY178" fmla="*/ 2287362 h 2834079"/>
              <a:gd name="csX179" fmla="*/ 2596032 w 3934048"/>
              <a:gd name="csY179" fmla="*/ 2291908 h 2834079"/>
              <a:gd name="csX180" fmla="*/ 2622010 w 3934048"/>
              <a:gd name="csY180" fmla="*/ 2327627 h 2834079"/>
              <a:gd name="csX181" fmla="*/ 2644740 w 3934048"/>
              <a:gd name="csY181" fmla="*/ 2343213 h 2834079"/>
              <a:gd name="csX182" fmla="*/ 2604475 w 3934048"/>
              <a:gd name="csY182" fmla="*/ 2347110 h 2834079"/>
              <a:gd name="csX183" fmla="*/ 2512256 w 3934048"/>
              <a:gd name="csY183" fmla="*/ 2373087 h 2834079"/>
              <a:gd name="csX184" fmla="*/ 2528491 w 3934048"/>
              <a:gd name="csY184" fmla="*/ 2387374 h 2834079"/>
              <a:gd name="csX185" fmla="*/ 2536285 w 3934048"/>
              <a:gd name="csY185" fmla="*/ 2407507 h 2834079"/>
              <a:gd name="csX186" fmla="*/ 2508359 w 3934048"/>
              <a:gd name="csY186" fmla="*/ 2397765 h 2834079"/>
              <a:gd name="csX187" fmla="*/ 2409645 w 3934048"/>
              <a:gd name="csY187" fmla="*/ 2395167 h 2834079"/>
              <a:gd name="csX188" fmla="*/ 2343403 w 3934048"/>
              <a:gd name="csY188" fmla="*/ 2655590 h 2834079"/>
              <a:gd name="csX189" fmla="*/ 2342754 w 3934048"/>
              <a:gd name="csY189" fmla="*/ 2751056 h 2834079"/>
              <a:gd name="csX190" fmla="*/ 2320024 w 3934048"/>
              <a:gd name="csY190" fmla="*/ 2774436 h 2834079"/>
              <a:gd name="csX191" fmla="*/ 2210270 w 3934048"/>
              <a:gd name="csY191" fmla="*/ 2829637 h 2834079"/>
              <a:gd name="csX192" fmla="*/ 2153120 w 3934048"/>
              <a:gd name="csY192" fmla="*/ 2814051 h 2834079"/>
              <a:gd name="csX193" fmla="*/ 1239369 w 3934048"/>
              <a:gd name="csY193" fmla="*/ 1573636 h 2834079"/>
              <a:gd name="csX194" fmla="*/ 1071166 w 3934048"/>
              <a:gd name="csY194" fmla="*/ 1350232 h 2834079"/>
              <a:gd name="csX195" fmla="*/ 933487 w 3934048"/>
              <a:gd name="csY195" fmla="*/ 1230736 h 2834079"/>
              <a:gd name="csX196" fmla="*/ 862049 w 3934048"/>
              <a:gd name="csY196" fmla="*/ 1189173 h 2834079"/>
              <a:gd name="csX197" fmla="*/ 797756 w 3934048"/>
              <a:gd name="csY197" fmla="*/ 1183977 h 2834079"/>
              <a:gd name="csX198" fmla="*/ 793859 w 3934048"/>
              <a:gd name="csY198" fmla="*/ 1286587 h 2834079"/>
              <a:gd name="csX199" fmla="*/ 843865 w 3934048"/>
              <a:gd name="csY199" fmla="*/ 1417123 h 2834079"/>
              <a:gd name="csX200" fmla="*/ 1006873 w 3934048"/>
              <a:gd name="csY200" fmla="*/ 1489859 h 2834079"/>
              <a:gd name="csX201" fmla="*/ 1239369 w 3934048"/>
              <a:gd name="csY201" fmla="*/ 1573636 h 2834079"/>
              <a:gd name="csX202" fmla="*/ 1456279 w 3934048"/>
              <a:gd name="csY202" fmla="*/ 648196 h 2834079"/>
              <a:gd name="csX203" fmla="*/ 1421210 w 3934048"/>
              <a:gd name="csY203" fmla="*/ 639104 h 2834079"/>
              <a:gd name="csX204" fmla="*/ 1427704 w 3934048"/>
              <a:gd name="csY204" fmla="*/ 648196 h 2834079"/>
              <a:gd name="csX205" fmla="*/ 1456279 w 3934048"/>
              <a:gd name="csY205" fmla="*/ 648196 h 2834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</a:cxnLst>
            <a:rect l="l" t="t" r="r" b="b"/>
            <a:pathLst>
              <a:path w="3934048" h="2834079">
                <a:moveTo>
                  <a:pt x="2153120" y="2814051"/>
                </a:moveTo>
                <a:cubicBezTo>
                  <a:pt x="2128441" y="2802361"/>
                  <a:pt x="2118051" y="2793269"/>
                  <a:pt x="2114803" y="2780930"/>
                </a:cubicBezTo>
                <a:cubicBezTo>
                  <a:pt x="2112855" y="2771838"/>
                  <a:pt x="2102464" y="2760148"/>
                  <a:pt x="2092073" y="2754303"/>
                </a:cubicBezTo>
                <a:cubicBezTo>
                  <a:pt x="2064148" y="2740016"/>
                  <a:pt x="2061550" y="2717286"/>
                  <a:pt x="2083631" y="2677021"/>
                </a:cubicBezTo>
                <a:lnTo>
                  <a:pt x="2101815" y="2642601"/>
                </a:lnTo>
                <a:lnTo>
                  <a:pt x="2094022" y="2542588"/>
                </a:lnTo>
                <a:cubicBezTo>
                  <a:pt x="2089476" y="2488036"/>
                  <a:pt x="2083631" y="2425691"/>
                  <a:pt x="2080383" y="2404260"/>
                </a:cubicBezTo>
                <a:cubicBezTo>
                  <a:pt x="2077136" y="2382828"/>
                  <a:pt x="2070642" y="2340615"/>
                  <a:pt x="2066745" y="2310741"/>
                </a:cubicBezTo>
                <a:cubicBezTo>
                  <a:pt x="2049860" y="2185401"/>
                  <a:pt x="2020636" y="2148383"/>
                  <a:pt x="1899192" y="2097078"/>
                </a:cubicBezTo>
                <a:cubicBezTo>
                  <a:pt x="1855680" y="2078894"/>
                  <a:pt x="1790087" y="2054216"/>
                  <a:pt x="1753719" y="2043175"/>
                </a:cubicBezTo>
                <a:cubicBezTo>
                  <a:pt x="1655655" y="2013301"/>
                  <a:pt x="1619287" y="1986675"/>
                  <a:pt x="1618637" y="1945761"/>
                </a:cubicBezTo>
                <a:cubicBezTo>
                  <a:pt x="1618637" y="1939916"/>
                  <a:pt x="1638120" y="1914588"/>
                  <a:pt x="1662799" y="1890559"/>
                </a:cubicBezTo>
                <a:cubicBezTo>
                  <a:pt x="1686828" y="1865880"/>
                  <a:pt x="1715403" y="1834708"/>
                  <a:pt x="1725794" y="1821070"/>
                </a:cubicBezTo>
                <a:cubicBezTo>
                  <a:pt x="1740081" y="1802886"/>
                  <a:pt x="1755018" y="1792495"/>
                  <a:pt x="1780995" y="1783403"/>
                </a:cubicBezTo>
                <a:cubicBezTo>
                  <a:pt x="1819961" y="1770414"/>
                  <a:pt x="1886853" y="1767167"/>
                  <a:pt x="1914129" y="1777558"/>
                </a:cubicBezTo>
                <a:cubicBezTo>
                  <a:pt x="1925819" y="1782104"/>
                  <a:pt x="1935560" y="1782104"/>
                  <a:pt x="1944652" y="1776908"/>
                </a:cubicBezTo>
                <a:cubicBezTo>
                  <a:pt x="1955693" y="1771063"/>
                  <a:pt x="1956991" y="1765868"/>
                  <a:pt x="1953744" y="1739891"/>
                </a:cubicBezTo>
                <a:cubicBezTo>
                  <a:pt x="1951796" y="1723005"/>
                  <a:pt x="1947250" y="1680143"/>
                  <a:pt x="1944003" y="1644424"/>
                </a:cubicBezTo>
                <a:cubicBezTo>
                  <a:pt x="1936210" y="1554153"/>
                  <a:pt x="1927767" y="1532722"/>
                  <a:pt x="1888801" y="1508693"/>
                </a:cubicBezTo>
                <a:cubicBezTo>
                  <a:pt x="1870617" y="1498302"/>
                  <a:pt x="1841393" y="1484664"/>
                  <a:pt x="1823858" y="1478170"/>
                </a:cubicBezTo>
                <a:cubicBezTo>
                  <a:pt x="1793335" y="1468428"/>
                  <a:pt x="1790737" y="1465830"/>
                  <a:pt x="1788789" y="1445698"/>
                </a:cubicBezTo>
                <a:cubicBezTo>
                  <a:pt x="1788139" y="1433359"/>
                  <a:pt x="1784243" y="1412577"/>
                  <a:pt x="1779697" y="1398939"/>
                </a:cubicBezTo>
                <a:cubicBezTo>
                  <a:pt x="1772553" y="1375559"/>
                  <a:pt x="1773202" y="1374261"/>
                  <a:pt x="1799179" y="1350232"/>
                </a:cubicBezTo>
                <a:cubicBezTo>
                  <a:pt x="1813467" y="1336594"/>
                  <a:pt x="1827105" y="1317111"/>
                  <a:pt x="1829703" y="1306720"/>
                </a:cubicBezTo>
                <a:cubicBezTo>
                  <a:pt x="1838145" y="1263857"/>
                  <a:pt x="1843990" y="1254116"/>
                  <a:pt x="1866720" y="1241776"/>
                </a:cubicBezTo>
                <a:cubicBezTo>
                  <a:pt x="1888152" y="1230087"/>
                  <a:pt x="1893347" y="1230087"/>
                  <a:pt x="1921273" y="1237230"/>
                </a:cubicBezTo>
                <a:cubicBezTo>
                  <a:pt x="1938158" y="1241776"/>
                  <a:pt x="1981670" y="1265156"/>
                  <a:pt x="2017389" y="1289834"/>
                </a:cubicBezTo>
                <a:cubicBezTo>
                  <a:pt x="2053757" y="1313863"/>
                  <a:pt x="2110257" y="1349582"/>
                  <a:pt x="2142729" y="1368416"/>
                </a:cubicBezTo>
                <a:cubicBezTo>
                  <a:pt x="2232351" y="1419071"/>
                  <a:pt x="2241443" y="1408031"/>
                  <a:pt x="2192086" y="1309317"/>
                </a:cubicBezTo>
                <a:cubicBezTo>
                  <a:pt x="2136884" y="1196966"/>
                  <a:pt x="2094022" y="1128775"/>
                  <a:pt x="2076487" y="1124229"/>
                </a:cubicBezTo>
                <a:cubicBezTo>
                  <a:pt x="2066096" y="1121632"/>
                  <a:pt x="2036872" y="1130074"/>
                  <a:pt x="1987515" y="1149557"/>
                </a:cubicBezTo>
                <a:cubicBezTo>
                  <a:pt x="1834249" y="1210604"/>
                  <a:pt x="1724495" y="1238529"/>
                  <a:pt x="1632925" y="1238529"/>
                </a:cubicBezTo>
                <a:cubicBezTo>
                  <a:pt x="1571878" y="1238529"/>
                  <a:pt x="1537458" y="1230087"/>
                  <a:pt x="1513429" y="1208006"/>
                </a:cubicBezTo>
                <a:cubicBezTo>
                  <a:pt x="1495245" y="1191770"/>
                  <a:pt x="1499142" y="1181379"/>
                  <a:pt x="1529665" y="1166442"/>
                </a:cubicBezTo>
                <a:cubicBezTo>
                  <a:pt x="1612143" y="1124229"/>
                  <a:pt x="1884904" y="916411"/>
                  <a:pt x="1884904" y="895629"/>
                </a:cubicBezTo>
                <a:cubicBezTo>
                  <a:pt x="1884904" y="871600"/>
                  <a:pt x="1768656" y="768990"/>
                  <a:pt x="1690075" y="723530"/>
                </a:cubicBezTo>
                <a:cubicBezTo>
                  <a:pt x="1646563" y="698851"/>
                  <a:pt x="1588764" y="681317"/>
                  <a:pt x="1532263" y="676121"/>
                </a:cubicBezTo>
                <a:cubicBezTo>
                  <a:pt x="1475762" y="670926"/>
                  <a:pt x="1449785" y="678070"/>
                  <a:pt x="1436797" y="702748"/>
                </a:cubicBezTo>
                <a:cubicBezTo>
                  <a:pt x="1429003" y="717036"/>
                  <a:pt x="1430952" y="720283"/>
                  <a:pt x="1458877" y="747559"/>
                </a:cubicBezTo>
                <a:cubicBezTo>
                  <a:pt x="1487452" y="776134"/>
                  <a:pt x="1488751" y="778082"/>
                  <a:pt x="1479659" y="792370"/>
                </a:cubicBezTo>
                <a:cubicBezTo>
                  <a:pt x="1467320" y="810554"/>
                  <a:pt x="1471866" y="817697"/>
                  <a:pt x="1506935" y="835232"/>
                </a:cubicBezTo>
                <a:cubicBezTo>
                  <a:pt x="1531614" y="848221"/>
                  <a:pt x="1543303" y="861859"/>
                  <a:pt x="1528366" y="861859"/>
                </a:cubicBezTo>
                <a:cubicBezTo>
                  <a:pt x="1525119" y="861859"/>
                  <a:pt x="1479659" y="846922"/>
                  <a:pt x="1427055" y="828738"/>
                </a:cubicBezTo>
                <a:cubicBezTo>
                  <a:pt x="1375101" y="810554"/>
                  <a:pt x="1328341" y="797565"/>
                  <a:pt x="1323146" y="799513"/>
                </a:cubicBezTo>
                <a:cubicBezTo>
                  <a:pt x="1310157" y="804059"/>
                  <a:pt x="1310807" y="820945"/>
                  <a:pt x="1325094" y="841077"/>
                </a:cubicBezTo>
                <a:cubicBezTo>
                  <a:pt x="1350422" y="876796"/>
                  <a:pt x="1386790" y="947584"/>
                  <a:pt x="1391986" y="970963"/>
                </a:cubicBezTo>
                <a:cubicBezTo>
                  <a:pt x="1403026" y="1019021"/>
                  <a:pt x="1378997" y="1058637"/>
                  <a:pt x="1310807" y="1102798"/>
                </a:cubicBezTo>
                <a:cubicBezTo>
                  <a:pt x="1269243" y="1130074"/>
                  <a:pt x="1253657" y="1133321"/>
                  <a:pt x="1221185" y="1119034"/>
                </a:cubicBezTo>
                <a:cubicBezTo>
                  <a:pt x="1209495" y="1113838"/>
                  <a:pt x="1189363" y="1105396"/>
                  <a:pt x="1175725" y="1099551"/>
                </a:cubicBezTo>
                <a:cubicBezTo>
                  <a:pt x="1162736" y="1093706"/>
                  <a:pt x="1149098" y="1089160"/>
                  <a:pt x="1145202" y="1089160"/>
                </a:cubicBezTo>
                <a:cubicBezTo>
                  <a:pt x="1138058" y="1089160"/>
                  <a:pt x="1021160" y="993694"/>
                  <a:pt x="1021160" y="987849"/>
                </a:cubicBezTo>
                <a:cubicBezTo>
                  <a:pt x="1021160" y="986550"/>
                  <a:pt x="1026356" y="987849"/>
                  <a:pt x="1032850" y="991745"/>
                </a:cubicBezTo>
                <a:cubicBezTo>
                  <a:pt x="1049086" y="1000837"/>
                  <a:pt x="1128316" y="1030711"/>
                  <a:pt x="1136110" y="1030711"/>
                </a:cubicBezTo>
                <a:cubicBezTo>
                  <a:pt x="1140006" y="1030711"/>
                  <a:pt x="1146501" y="1026165"/>
                  <a:pt x="1151047" y="1020970"/>
                </a:cubicBezTo>
                <a:cubicBezTo>
                  <a:pt x="1158190" y="1012527"/>
                  <a:pt x="1155593" y="1002136"/>
                  <a:pt x="1134161" y="960572"/>
                </a:cubicBezTo>
                <a:cubicBezTo>
                  <a:pt x="1095845" y="883940"/>
                  <a:pt x="1031551" y="779381"/>
                  <a:pt x="991286" y="728725"/>
                </a:cubicBezTo>
                <a:cubicBezTo>
                  <a:pt x="971154" y="704047"/>
                  <a:pt x="948424" y="672225"/>
                  <a:pt x="939981" y="659236"/>
                </a:cubicBezTo>
                <a:cubicBezTo>
                  <a:pt x="926343" y="639104"/>
                  <a:pt x="917251" y="633259"/>
                  <a:pt x="876337" y="620920"/>
                </a:cubicBezTo>
                <a:cubicBezTo>
                  <a:pt x="838670" y="609879"/>
                  <a:pt x="826331" y="602736"/>
                  <a:pt x="817888" y="588448"/>
                </a:cubicBezTo>
                <a:cubicBezTo>
                  <a:pt x="810744" y="575459"/>
                  <a:pt x="802302" y="569615"/>
                  <a:pt x="791261" y="569615"/>
                </a:cubicBezTo>
                <a:cubicBezTo>
                  <a:pt x="768531" y="569615"/>
                  <a:pt x="766583" y="576758"/>
                  <a:pt x="777623" y="618971"/>
                </a:cubicBezTo>
                <a:cubicBezTo>
                  <a:pt x="782819" y="639753"/>
                  <a:pt x="787365" y="666380"/>
                  <a:pt x="787365" y="677420"/>
                </a:cubicBezTo>
                <a:cubicBezTo>
                  <a:pt x="787365" y="718334"/>
                  <a:pt x="849061" y="815749"/>
                  <a:pt x="936734" y="914463"/>
                </a:cubicBezTo>
                <a:lnTo>
                  <a:pt x="978947" y="961871"/>
                </a:lnTo>
                <a:lnTo>
                  <a:pt x="946475" y="943687"/>
                </a:lnTo>
                <a:cubicBezTo>
                  <a:pt x="928941" y="933296"/>
                  <a:pt x="908808" y="920308"/>
                  <a:pt x="902314" y="914463"/>
                </a:cubicBezTo>
                <a:cubicBezTo>
                  <a:pt x="895820" y="909267"/>
                  <a:pt x="880883" y="898876"/>
                  <a:pt x="868544" y="891083"/>
                </a:cubicBezTo>
                <a:cubicBezTo>
                  <a:pt x="856854" y="883940"/>
                  <a:pt x="821785" y="862508"/>
                  <a:pt x="791261" y="843675"/>
                </a:cubicBezTo>
                <a:cubicBezTo>
                  <a:pt x="721123" y="800163"/>
                  <a:pt x="709433" y="801462"/>
                  <a:pt x="709433" y="852767"/>
                </a:cubicBezTo>
                <a:cubicBezTo>
                  <a:pt x="709433" y="896279"/>
                  <a:pt x="721123" y="920308"/>
                  <a:pt x="760738" y="958624"/>
                </a:cubicBezTo>
                <a:cubicBezTo>
                  <a:pt x="790612" y="987849"/>
                  <a:pt x="837371" y="1009280"/>
                  <a:pt x="923745" y="1034608"/>
                </a:cubicBezTo>
                <a:cubicBezTo>
                  <a:pt x="943228" y="1040453"/>
                  <a:pt x="991286" y="1057987"/>
                  <a:pt x="1029603" y="1073574"/>
                </a:cubicBezTo>
                <a:cubicBezTo>
                  <a:pt x="1067919" y="1089160"/>
                  <a:pt x="1103638" y="1102149"/>
                  <a:pt x="1109483" y="1102149"/>
                </a:cubicBezTo>
                <a:cubicBezTo>
                  <a:pt x="1114678" y="1102149"/>
                  <a:pt x="1129615" y="1107994"/>
                  <a:pt x="1142604" y="1115137"/>
                </a:cubicBezTo>
                <a:cubicBezTo>
                  <a:pt x="1156242" y="1122281"/>
                  <a:pt x="1170529" y="1128126"/>
                  <a:pt x="1174426" y="1128126"/>
                </a:cubicBezTo>
                <a:cubicBezTo>
                  <a:pt x="1178323" y="1128126"/>
                  <a:pt x="1203001" y="1137218"/>
                  <a:pt x="1229628" y="1148258"/>
                </a:cubicBezTo>
                <a:cubicBezTo>
                  <a:pt x="1290025" y="1173586"/>
                  <a:pt x="1351072" y="1193069"/>
                  <a:pt x="1369905" y="1193069"/>
                </a:cubicBezTo>
                <a:cubicBezTo>
                  <a:pt x="1392635" y="1193069"/>
                  <a:pt x="1400428" y="1214500"/>
                  <a:pt x="1384842" y="1233983"/>
                </a:cubicBezTo>
                <a:cubicBezTo>
                  <a:pt x="1377698" y="1243075"/>
                  <a:pt x="1371853" y="1255415"/>
                  <a:pt x="1371853" y="1261909"/>
                </a:cubicBezTo>
                <a:cubicBezTo>
                  <a:pt x="1371853" y="1268403"/>
                  <a:pt x="1364710" y="1281392"/>
                  <a:pt x="1355618" y="1290484"/>
                </a:cubicBezTo>
                <a:cubicBezTo>
                  <a:pt x="1346526" y="1300225"/>
                  <a:pt x="1340681" y="1311915"/>
                  <a:pt x="1342629" y="1317111"/>
                </a:cubicBezTo>
                <a:cubicBezTo>
                  <a:pt x="1344577" y="1322306"/>
                  <a:pt x="1363411" y="1337243"/>
                  <a:pt x="1384842" y="1350881"/>
                </a:cubicBezTo>
                <a:cubicBezTo>
                  <a:pt x="1484854" y="1415824"/>
                  <a:pt x="1623833" y="1541165"/>
                  <a:pt x="1638770" y="1580780"/>
                </a:cubicBezTo>
                <a:cubicBezTo>
                  <a:pt x="1649161" y="1608056"/>
                  <a:pt x="1645264" y="1635982"/>
                  <a:pt x="1627729" y="1661959"/>
                </a:cubicBezTo>
                <a:cubicBezTo>
                  <a:pt x="1605649" y="1693781"/>
                  <a:pt x="1582919" y="1710017"/>
                  <a:pt x="1507585" y="1747034"/>
                </a:cubicBezTo>
                <a:lnTo>
                  <a:pt x="1445889" y="1778207"/>
                </a:lnTo>
                <a:lnTo>
                  <a:pt x="1367957" y="1771063"/>
                </a:lnTo>
                <a:cubicBezTo>
                  <a:pt x="1317301" y="1766517"/>
                  <a:pt x="1268594" y="1757425"/>
                  <a:pt x="1225731" y="1744437"/>
                </a:cubicBezTo>
                <a:cubicBezTo>
                  <a:pt x="1145851" y="1719758"/>
                  <a:pt x="970504" y="1650919"/>
                  <a:pt x="876986" y="1607407"/>
                </a:cubicBezTo>
                <a:cubicBezTo>
                  <a:pt x="806198" y="1573636"/>
                  <a:pt x="782819" y="1571038"/>
                  <a:pt x="790612" y="1595717"/>
                </a:cubicBezTo>
                <a:cubicBezTo>
                  <a:pt x="793859" y="1606108"/>
                  <a:pt x="791911" y="1608705"/>
                  <a:pt x="780221" y="1608705"/>
                </a:cubicBezTo>
                <a:cubicBezTo>
                  <a:pt x="772428" y="1608705"/>
                  <a:pt x="760738" y="1612602"/>
                  <a:pt x="755543" y="1617798"/>
                </a:cubicBezTo>
                <a:cubicBezTo>
                  <a:pt x="739307" y="1632085"/>
                  <a:pt x="649036" y="1660660"/>
                  <a:pt x="619811" y="1660660"/>
                </a:cubicBezTo>
                <a:cubicBezTo>
                  <a:pt x="596432" y="1660660"/>
                  <a:pt x="591236" y="1658062"/>
                  <a:pt x="583443" y="1641826"/>
                </a:cubicBezTo>
                <a:cubicBezTo>
                  <a:pt x="578248" y="1632085"/>
                  <a:pt x="565259" y="1620395"/>
                  <a:pt x="555518" y="1615849"/>
                </a:cubicBezTo>
                <a:cubicBezTo>
                  <a:pt x="536035" y="1608056"/>
                  <a:pt x="508109" y="1565843"/>
                  <a:pt x="508109" y="1543762"/>
                </a:cubicBezTo>
                <a:cubicBezTo>
                  <a:pt x="508109" y="1535969"/>
                  <a:pt x="512006" y="1522331"/>
                  <a:pt x="517201" y="1512590"/>
                </a:cubicBezTo>
                <a:cubicBezTo>
                  <a:pt x="525644" y="1497003"/>
                  <a:pt x="524345" y="1485963"/>
                  <a:pt x="510057" y="1417123"/>
                </a:cubicBezTo>
                <a:cubicBezTo>
                  <a:pt x="481482" y="1278794"/>
                  <a:pt x="483431" y="1074223"/>
                  <a:pt x="513954" y="1041102"/>
                </a:cubicBezTo>
                <a:cubicBezTo>
                  <a:pt x="520448" y="1033309"/>
                  <a:pt x="528241" y="1020970"/>
                  <a:pt x="530839" y="1012527"/>
                </a:cubicBezTo>
                <a:cubicBezTo>
                  <a:pt x="533437" y="1004084"/>
                  <a:pt x="545127" y="980055"/>
                  <a:pt x="557466" y="958624"/>
                </a:cubicBezTo>
                <a:cubicBezTo>
                  <a:pt x="584093" y="911865"/>
                  <a:pt x="584742" y="901474"/>
                  <a:pt x="563960" y="866405"/>
                </a:cubicBezTo>
                <a:cubicBezTo>
                  <a:pt x="539282" y="824841"/>
                  <a:pt x="514603" y="741065"/>
                  <a:pt x="514603" y="701449"/>
                </a:cubicBezTo>
                <a:cubicBezTo>
                  <a:pt x="514603" y="651443"/>
                  <a:pt x="530190" y="597540"/>
                  <a:pt x="556816" y="552729"/>
                </a:cubicBezTo>
                <a:cubicBezTo>
                  <a:pt x="584742" y="506620"/>
                  <a:pt x="586041" y="487137"/>
                  <a:pt x="562012" y="478045"/>
                </a:cubicBezTo>
                <a:cubicBezTo>
                  <a:pt x="551621" y="474797"/>
                  <a:pt x="535385" y="467654"/>
                  <a:pt x="524345" y="462458"/>
                </a:cubicBezTo>
                <a:cubicBezTo>
                  <a:pt x="459402" y="430636"/>
                  <a:pt x="213916" y="335819"/>
                  <a:pt x="197681" y="335819"/>
                </a:cubicBezTo>
                <a:cubicBezTo>
                  <a:pt x="182744" y="335819"/>
                  <a:pt x="167807" y="352055"/>
                  <a:pt x="173652" y="361796"/>
                </a:cubicBezTo>
                <a:cubicBezTo>
                  <a:pt x="179496" y="371538"/>
                  <a:pt x="169106" y="369590"/>
                  <a:pt x="137283" y="355951"/>
                </a:cubicBezTo>
                <a:cubicBezTo>
                  <a:pt x="121697" y="349457"/>
                  <a:pt x="95070" y="341664"/>
                  <a:pt x="78185" y="339716"/>
                </a:cubicBezTo>
                <a:cubicBezTo>
                  <a:pt x="61300" y="337118"/>
                  <a:pt x="43116" y="330624"/>
                  <a:pt x="37920" y="325428"/>
                </a:cubicBezTo>
                <a:cubicBezTo>
                  <a:pt x="32725" y="320882"/>
                  <a:pt x="21035" y="313738"/>
                  <a:pt x="11943" y="309842"/>
                </a:cubicBezTo>
                <a:cubicBezTo>
                  <a:pt x="-8189" y="302049"/>
                  <a:pt x="-8839" y="292307"/>
                  <a:pt x="8696" y="257887"/>
                </a:cubicBezTo>
                <a:cubicBezTo>
                  <a:pt x="15840" y="243600"/>
                  <a:pt x="23633" y="213726"/>
                  <a:pt x="25581" y="192295"/>
                </a:cubicBezTo>
                <a:cubicBezTo>
                  <a:pt x="30127" y="146185"/>
                  <a:pt x="54806" y="102673"/>
                  <a:pt x="113904" y="40328"/>
                </a:cubicBezTo>
                <a:cubicBezTo>
                  <a:pt x="156117" y="-5782"/>
                  <a:pt x="178198" y="-11627"/>
                  <a:pt x="249635" y="2011"/>
                </a:cubicBezTo>
                <a:cubicBezTo>
                  <a:pt x="316527" y="14350"/>
                  <a:pt x="404200" y="52017"/>
                  <a:pt x="491873" y="105271"/>
                </a:cubicBezTo>
                <a:cubicBezTo>
                  <a:pt x="531489" y="129300"/>
                  <a:pt x="566558" y="150731"/>
                  <a:pt x="569805" y="153978"/>
                </a:cubicBezTo>
                <a:cubicBezTo>
                  <a:pt x="602277" y="179955"/>
                  <a:pt x="955568" y="366342"/>
                  <a:pt x="995183" y="378032"/>
                </a:cubicBezTo>
                <a:cubicBezTo>
                  <a:pt x="1004275" y="380630"/>
                  <a:pt x="1039994" y="400113"/>
                  <a:pt x="1074414" y="420895"/>
                </a:cubicBezTo>
                <a:cubicBezTo>
                  <a:pt x="1108833" y="441676"/>
                  <a:pt x="1156891" y="468953"/>
                  <a:pt x="1181570" y="481941"/>
                </a:cubicBezTo>
                <a:cubicBezTo>
                  <a:pt x="1219886" y="502074"/>
                  <a:pt x="1268594" y="535844"/>
                  <a:pt x="1327043" y="582603"/>
                </a:cubicBezTo>
                <a:lnTo>
                  <a:pt x="1343928" y="596241"/>
                </a:lnTo>
                <a:lnTo>
                  <a:pt x="1383543" y="583253"/>
                </a:lnTo>
                <a:cubicBezTo>
                  <a:pt x="1405624" y="575459"/>
                  <a:pt x="1451733" y="567017"/>
                  <a:pt x="1486803" y="563770"/>
                </a:cubicBezTo>
                <a:cubicBezTo>
                  <a:pt x="1659552" y="546884"/>
                  <a:pt x="1738782" y="542338"/>
                  <a:pt x="1770604" y="546235"/>
                </a:cubicBezTo>
                <a:cubicBezTo>
                  <a:pt x="1853082" y="555327"/>
                  <a:pt x="1993360" y="614425"/>
                  <a:pt x="2055056" y="665081"/>
                </a:cubicBezTo>
                <a:cubicBezTo>
                  <a:pt x="2074539" y="680667"/>
                  <a:pt x="2095970" y="693007"/>
                  <a:pt x="2105062" y="693007"/>
                </a:cubicBezTo>
                <a:cubicBezTo>
                  <a:pt x="2116752" y="693007"/>
                  <a:pt x="2160264" y="654041"/>
                  <a:pt x="2280409" y="534545"/>
                </a:cubicBezTo>
                <a:cubicBezTo>
                  <a:pt x="2447312" y="369590"/>
                  <a:pt x="2453157" y="363745"/>
                  <a:pt x="2537584" y="296204"/>
                </a:cubicBezTo>
                <a:cubicBezTo>
                  <a:pt x="2724620" y="146185"/>
                  <a:pt x="2819437" y="96828"/>
                  <a:pt x="2979847" y="66954"/>
                </a:cubicBezTo>
                <a:cubicBezTo>
                  <a:pt x="3027255" y="57862"/>
                  <a:pt x="3041543" y="57213"/>
                  <a:pt x="3055830" y="63707"/>
                </a:cubicBezTo>
                <a:cubicBezTo>
                  <a:pt x="3070118" y="70201"/>
                  <a:pt x="3075313" y="69552"/>
                  <a:pt x="3089601" y="60460"/>
                </a:cubicBezTo>
                <a:cubicBezTo>
                  <a:pt x="3102589" y="52017"/>
                  <a:pt x="3214291" y="24092"/>
                  <a:pt x="3237022" y="24092"/>
                </a:cubicBezTo>
                <a:cubicBezTo>
                  <a:pt x="3253257" y="24092"/>
                  <a:pt x="3232476" y="36431"/>
                  <a:pt x="3198705" y="46822"/>
                </a:cubicBezTo>
                <a:cubicBezTo>
                  <a:pt x="3151946" y="61109"/>
                  <a:pt x="3144153" y="67604"/>
                  <a:pt x="3148049" y="85138"/>
                </a:cubicBezTo>
                <a:cubicBezTo>
                  <a:pt x="3150647" y="95529"/>
                  <a:pt x="3146751" y="101374"/>
                  <a:pt x="3130515" y="110466"/>
                </a:cubicBezTo>
                <a:cubicBezTo>
                  <a:pt x="3110382" y="122156"/>
                  <a:pt x="3109733" y="123455"/>
                  <a:pt x="3120773" y="131248"/>
                </a:cubicBezTo>
                <a:cubicBezTo>
                  <a:pt x="3134411" y="140990"/>
                  <a:pt x="3148049" y="139691"/>
                  <a:pt x="3254556" y="116961"/>
                </a:cubicBezTo>
                <a:cubicBezTo>
                  <a:pt x="3295470" y="108518"/>
                  <a:pt x="3336385" y="95529"/>
                  <a:pt x="3346126" y="89035"/>
                </a:cubicBezTo>
                <a:cubicBezTo>
                  <a:pt x="3356517" y="81891"/>
                  <a:pt x="3367557" y="76046"/>
                  <a:pt x="3371454" y="76046"/>
                </a:cubicBezTo>
                <a:cubicBezTo>
                  <a:pt x="3376000" y="76046"/>
                  <a:pt x="3389638" y="70851"/>
                  <a:pt x="3403276" y="63707"/>
                </a:cubicBezTo>
                <a:cubicBezTo>
                  <a:pt x="3416265" y="57213"/>
                  <a:pt x="3440943" y="50069"/>
                  <a:pt x="3457179" y="48121"/>
                </a:cubicBezTo>
                <a:cubicBezTo>
                  <a:pt x="3484455" y="44224"/>
                  <a:pt x="3487702" y="45523"/>
                  <a:pt x="3501340" y="63058"/>
                </a:cubicBezTo>
                <a:cubicBezTo>
                  <a:pt x="3509134" y="74098"/>
                  <a:pt x="3520174" y="82541"/>
                  <a:pt x="3526019" y="82541"/>
                </a:cubicBezTo>
                <a:cubicBezTo>
                  <a:pt x="3544852" y="82541"/>
                  <a:pt x="3527318" y="93581"/>
                  <a:pt x="3482507" y="110466"/>
                </a:cubicBezTo>
                <a:cubicBezTo>
                  <a:pt x="3396782" y="142938"/>
                  <a:pt x="3269493" y="197490"/>
                  <a:pt x="3235723" y="215674"/>
                </a:cubicBezTo>
                <a:cubicBezTo>
                  <a:pt x="3214291" y="227364"/>
                  <a:pt x="3213642" y="253991"/>
                  <a:pt x="3234424" y="256588"/>
                </a:cubicBezTo>
                <a:cubicBezTo>
                  <a:pt x="3255206" y="259836"/>
                  <a:pt x="3375351" y="215025"/>
                  <a:pt x="3406523" y="192295"/>
                </a:cubicBezTo>
                <a:cubicBezTo>
                  <a:pt x="3435748" y="171513"/>
                  <a:pt x="3477961" y="156576"/>
                  <a:pt x="3527318" y="150731"/>
                </a:cubicBezTo>
                <a:cubicBezTo>
                  <a:pt x="3546801" y="148783"/>
                  <a:pt x="3572778" y="142288"/>
                  <a:pt x="3585117" y="137093"/>
                </a:cubicBezTo>
                <a:cubicBezTo>
                  <a:pt x="3597456" y="131897"/>
                  <a:pt x="3613692" y="128001"/>
                  <a:pt x="3621485" y="128001"/>
                </a:cubicBezTo>
                <a:cubicBezTo>
                  <a:pt x="3629278" y="128001"/>
                  <a:pt x="3657853" y="122156"/>
                  <a:pt x="3684480" y="115012"/>
                </a:cubicBezTo>
                <a:cubicBezTo>
                  <a:pt x="3711107" y="107868"/>
                  <a:pt x="3744228" y="102024"/>
                  <a:pt x="3758515" y="102024"/>
                </a:cubicBezTo>
                <a:cubicBezTo>
                  <a:pt x="3772803" y="102024"/>
                  <a:pt x="3808522" y="96179"/>
                  <a:pt x="3838395" y="89035"/>
                </a:cubicBezTo>
                <a:cubicBezTo>
                  <a:pt x="3926069" y="68253"/>
                  <a:pt x="3944902" y="72150"/>
                  <a:pt x="3920224" y="107868"/>
                </a:cubicBezTo>
                <a:cubicBezTo>
                  <a:pt x="3908534" y="124104"/>
                  <a:pt x="3894896" y="130599"/>
                  <a:pt x="3762412" y="183852"/>
                </a:cubicBezTo>
                <a:cubicBezTo>
                  <a:pt x="3678635" y="218272"/>
                  <a:pt x="3583818" y="266979"/>
                  <a:pt x="3404575" y="368291"/>
                </a:cubicBezTo>
                <a:cubicBezTo>
                  <a:pt x="3242866" y="460510"/>
                  <a:pt x="3122072" y="523505"/>
                  <a:pt x="2988289" y="585850"/>
                </a:cubicBezTo>
                <a:cubicBezTo>
                  <a:pt x="2700591" y="720283"/>
                  <a:pt x="2587590" y="785875"/>
                  <a:pt x="2393410" y="929400"/>
                </a:cubicBezTo>
                <a:cubicBezTo>
                  <a:pt x="2360289" y="954078"/>
                  <a:pt x="2333012" y="978107"/>
                  <a:pt x="2333012" y="983303"/>
                </a:cubicBezTo>
                <a:cubicBezTo>
                  <a:pt x="2333012" y="994992"/>
                  <a:pt x="2346651" y="1021619"/>
                  <a:pt x="2371978" y="1059286"/>
                </a:cubicBezTo>
                <a:cubicBezTo>
                  <a:pt x="2423933" y="1135919"/>
                  <a:pt x="2529790" y="1350881"/>
                  <a:pt x="2562911" y="1445698"/>
                </a:cubicBezTo>
                <a:cubicBezTo>
                  <a:pt x="2591486" y="1529475"/>
                  <a:pt x="2592136" y="1555452"/>
                  <a:pt x="2566808" y="1600263"/>
                </a:cubicBezTo>
                <a:cubicBezTo>
                  <a:pt x="2540831" y="1645723"/>
                  <a:pt x="2511606" y="1663907"/>
                  <a:pt x="2420686" y="1689884"/>
                </a:cubicBezTo>
                <a:cubicBezTo>
                  <a:pt x="2347300" y="1711316"/>
                  <a:pt x="2344702" y="1711316"/>
                  <a:pt x="2311581" y="1702224"/>
                </a:cubicBezTo>
                <a:cubicBezTo>
                  <a:pt x="2260926" y="1687287"/>
                  <a:pt x="2244040" y="1684689"/>
                  <a:pt x="2240144" y="1691183"/>
                </a:cubicBezTo>
                <a:cubicBezTo>
                  <a:pt x="2238195" y="1693781"/>
                  <a:pt x="2236247" y="1718459"/>
                  <a:pt x="2235598" y="1745086"/>
                </a:cubicBezTo>
                <a:cubicBezTo>
                  <a:pt x="2234299" y="1786000"/>
                  <a:pt x="2238195" y="1804184"/>
                  <a:pt x="2256380" y="1855490"/>
                </a:cubicBezTo>
                <a:cubicBezTo>
                  <a:pt x="2281707" y="1927576"/>
                  <a:pt x="2297294" y="1952255"/>
                  <a:pt x="2334961" y="1978232"/>
                </a:cubicBezTo>
                <a:cubicBezTo>
                  <a:pt x="2405749" y="2026940"/>
                  <a:pt x="2553819" y="2106820"/>
                  <a:pt x="2612268" y="2128251"/>
                </a:cubicBezTo>
                <a:cubicBezTo>
                  <a:pt x="2637596" y="2137343"/>
                  <a:pt x="2641493" y="2141240"/>
                  <a:pt x="2639544" y="2154878"/>
                </a:cubicBezTo>
                <a:cubicBezTo>
                  <a:pt x="2638245" y="2165269"/>
                  <a:pt x="2643441" y="2175660"/>
                  <a:pt x="2654481" y="2185401"/>
                </a:cubicBezTo>
                <a:cubicBezTo>
                  <a:pt x="2673315" y="2201637"/>
                  <a:pt x="2670717" y="2212677"/>
                  <a:pt x="2648636" y="2212677"/>
                </a:cubicBezTo>
                <a:cubicBezTo>
                  <a:pt x="2632401" y="2212677"/>
                  <a:pt x="2615515" y="2226965"/>
                  <a:pt x="2623309" y="2234108"/>
                </a:cubicBezTo>
                <a:cubicBezTo>
                  <a:pt x="2625257" y="2236706"/>
                  <a:pt x="2644740" y="2238654"/>
                  <a:pt x="2665522" y="2238654"/>
                </a:cubicBezTo>
                <a:lnTo>
                  <a:pt x="2703838" y="2238654"/>
                </a:lnTo>
                <a:lnTo>
                  <a:pt x="2684355" y="2263333"/>
                </a:lnTo>
                <a:cubicBezTo>
                  <a:pt x="2666171" y="2285413"/>
                  <a:pt x="2660976" y="2287362"/>
                  <a:pt x="2632401" y="2287362"/>
                </a:cubicBezTo>
                <a:cubicBezTo>
                  <a:pt x="2614866" y="2287362"/>
                  <a:pt x="2597981" y="2289310"/>
                  <a:pt x="2596032" y="2291908"/>
                </a:cubicBezTo>
                <a:cubicBezTo>
                  <a:pt x="2586940" y="2300350"/>
                  <a:pt x="2598630" y="2316586"/>
                  <a:pt x="2622010" y="2327627"/>
                </a:cubicBezTo>
                <a:cubicBezTo>
                  <a:pt x="2634349" y="2333471"/>
                  <a:pt x="2644740" y="2340615"/>
                  <a:pt x="2644740" y="2343213"/>
                </a:cubicBezTo>
                <a:cubicBezTo>
                  <a:pt x="2644740" y="2345161"/>
                  <a:pt x="2626556" y="2347110"/>
                  <a:pt x="2604475" y="2347110"/>
                </a:cubicBezTo>
                <a:cubicBezTo>
                  <a:pt x="2562262" y="2346460"/>
                  <a:pt x="2517451" y="2359449"/>
                  <a:pt x="2512256" y="2373087"/>
                </a:cubicBezTo>
                <a:cubicBezTo>
                  <a:pt x="2510307" y="2376983"/>
                  <a:pt x="2517451" y="2383478"/>
                  <a:pt x="2528491" y="2387374"/>
                </a:cubicBezTo>
                <a:cubicBezTo>
                  <a:pt x="2549273" y="2394518"/>
                  <a:pt x="2554469" y="2407507"/>
                  <a:pt x="2536285" y="2407507"/>
                </a:cubicBezTo>
                <a:cubicBezTo>
                  <a:pt x="2529790" y="2406857"/>
                  <a:pt x="2517451" y="2402961"/>
                  <a:pt x="2508359" y="2397765"/>
                </a:cubicBezTo>
                <a:cubicBezTo>
                  <a:pt x="2489526" y="2386725"/>
                  <a:pt x="2431077" y="2385426"/>
                  <a:pt x="2409645" y="2395167"/>
                </a:cubicBezTo>
                <a:cubicBezTo>
                  <a:pt x="2366783" y="2414001"/>
                  <a:pt x="2344053" y="2504272"/>
                  <a:pt x="2343403" y="2655590"/>
                </a:cubicBezTo>
                <a:lnTo>
                  <a:pt x="2342754" y="2751056"/>
                </a:lnTo>
                <a:lnTo>
                  <a:pt x="2320024" y="2774436"/>
                </a:lnTo>
                <a:cubicBezTo>
                  <a:pt x="2292098" y="2803660"/>
                  <a:pt x="2240144" y="2829637"/>
                  <a:pt x="2210270" y="2829637"/>
                </a:cubicBezTo>
                <a:cubicBezTo>
                  <a:pt x="2197281" y="2829637"/>
                  <a:pt x="2171953" y="2822494"/>
                  <a:pt x="2153120" y="2814051"/>
                </a:cubicBezTo>
                <a:close/>
                <a:moveTo>
                  <a:pt x="1239369" y="1573636"/>
                </a:moveTo>
                <a:cubicBezTo>
                  <a:pt x="1249111" y="1548308"/>
                  <a:pt x="1190012" y="1469078"/>
                  <a:pt x="1071166" y="1350232"/>
                </a:cubicBezTo>
                <a:cubicBezTo>
                  <a:pt x="1004924" y="1283340"/>
                  <a:pt x="965958" y="1249570"/>
                  <a:pt x="933487" y="1230736"/>
                </a:cubicBezTo>
                <a:cubicBezTo>
                  <a:pt x="908808" y="1216449"/>
                  <a:pt x="876337" y="1198265"/>
                  <a:pt x="862049" y="1189173"/>
                </a:cubicBezTo>
                <a:cubicBezTo>
                  <a:pt x="832175" y="1171638"/>
                  <a:pt x="803600" y="1169040"/>
                  <a:pt x="797756" y="1183977"/>
                </a:cubicBezTo>
                <a:cubicBezTo>
                  <a:pt x="795807" y="1189822"/>
                  <a:pt x="793859" y="1235932"/>
                  <a:pt x="793859" y="1286587"/>
                </a:cubicBezTo>
                <a:cubicBezTo>
                  <a:pt x="793859" y="1392445"/>
                  <a:pt x="796457" y="1398939"/>
                  <a:pt x="843865" y="1417123"/>
                </a:cubicBezTo>
                <a:cubicBezTo>
                  <a:pt x="860750" y="1423617"/>
                  <a:pt x="934136" y="1456089"/>
                  <a:pt x="1006873" y="1489859"/>
                </a:cubicBezTo>
                <a:cubicBezTo>
                  <a:pt x="1216639" y="1586625"/>
                  <a:pt x="1232226" y="1591820"/>
                  <a:pt x="1239369" y="1573636"/>
                </a:cubicBezTo>
                <a:close/>
                <a:moveTo>
                  <a:pt x="1456279" y="648196"/>
                </a:moveTo>
                <a:cubicBezTo>
                  <a:pt x="1456279" y="641052"/>
                  <a:pt x="1430302" y="633908"/>
                  <a:pt x="1421210" y="639104"/>
                </a:cubicBezTo>
                <a:cubicBezTo>
                  <a:pt x="1417963" y="641701"/>
                  <a:pt x="1420561" y="645598"/>
                  <a:pt x="1427704" y="648196"/>
                </a:cubicBezTo>
                <a:cubicBezTo>
                  <a:pt x="1445239" y="655340"/>
                  <a:pt x="1456279" y="655340"/>
                  <a:pt x="1456279" y="648196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34998A51-E0C6-15EB-47AE-38E0A745BAA7}"/>
              </a:ext>
            </a:extLst>
          </p:cNvPr>
          <p:cNvSpPr/>
          <p:nvPr/>
        </p:nvSpPr>
        <p:spPr>
          <a:xfrm flipV="1">
            <a:off x="4413649" y="1782437"/>
            <a:ext cx="1717493" cy="1687957"/>
          </a:xfrm>
          <a:custGeom>
            <a:avLst/>
            <a:gdLst>
              <a:gd name="csX0" fmla="*/ 1709688 w 2370171"/>
              <a:gd name="csY0" fmla="*/ 2198091 h 2217842"/>
              <a:gd name="csX1" fmla="*/ 1615521 w 2370171"/>
              <a:gd name="csY1" fmla="*/ 2138343 h 2217842"/>
              <a:gd name="csX2" fmla="*/ 1569411 w 2370171"/>
              <a:gd name="csY2" fmla="*/ 2053917 h 2217842"/>
              <a:gd name="csX3" fmla="*/ 1538888 w 2370171"/>
              <a:gd name="csY3" fmla="*/ 1990273 h 2217842"/>
              <a:gd name="csX4" fmla="*/ 1567463 w 2370171"/>
              <a:gd name="csY4" fmla="*/ 2006509 h 2217842"/>
              <a:gd name="csX5" fmla="*/ 1627860 w 2370171"/>
              <a:gd name="csY5" fmla="*/ 2013003 h 2217842"/>
              <a:gd name="csX6" fmla="*/ 1587595 w 2370171"/>
              <a:gd name="csY6" fmla="*/ 1838306 h 2217842"/>
              <a:gd name="csX7" fmla="*/ 1538238 w 2370171"/>
              <a:gd name="csY7" fmla="*/ 1685689 h 2217842"/>
              <a:gd name="csX8" fmla="*/ 1505117 w 2370171"/>
              <a:gd name="csY8" fmla="*/ 1594769 h 2217842"/>
              <a:gd name="csX9" fmla="*/ 1481738 w 2370171"/>
              <a:gd name="csY9" fmla="*/ 1536320 h 2217842"/>
              <a:gd name="csX10" fmla="*/ 1425237 w 2370171"/>
              <a:gd name="csY10" fmla="*/ 1505147 h 2217842"/>
              <a:gd name="csX11" fmla="*/ 1334317 w 2370171"/>
              <a:gd name="csY11" fmla="*/ 1468130 h 2217842"/>
              <a:gd name="csX12" fmla="*/ 1185597 w 2370171"/>
              <a:gd name="csY12" fmla="*/ 1386951 h 2217842"/>
              <a:gd name="csX13" fmla="*/ 1023888 w 2370171"/>
              <a:gd name="csY13" fmla="*/ 1072626 h 2217842"/>
              <a:gd name="csX14" fmla="*/ 932968 w 2370171"/>
              <a:gd name="csY14" fmla="*/ 935596 h 2217842"/>
              <a:gd name="csX15" fmla="*/ 892054 w 2370171"/>
              <a:gd name="csY15" fmla="*/ 949234 h 2217842"/>
              <a:gd name="csX16" fmla="*/ 832306 w 2370171"/>
              <a:gd name="csY16" fmla="*/ 964171 h 2217842"/>
              <a:gd name="csX17" fmla="*/ 797886 w 2370171"/>
              <a:gd name="csY17" fmla="*/ 945987 h 2217842"/>
              <a:gd name="csX18" fmla="*/ 806978 w 2370171"/>
              <a:gd name="csY18" fmla="*/ 897279 h 2217842"/>
              <a:gd name="csX19" fmla="*/ 818668 w 2370171"/>
              <a:gd name="csY19" fmla="*/ 835583 h 2217842"/>
              <a:gd name="csX20" fmla="*/ 794639 w 2370171"/>
              <a:gd name="csY20" fmla="*/ 783629 h 2217842"/>
              <a:gd name="csX21" fmla="*/ 736190 w 2370171"/>
              <a:gd name="csY21" fmla="*/ 745312 h 2217842"/>
              <a:gd name="csX22" fmla="*/ 634879 w 2370171"/>
              <a:gd name="csY22" fmla="*/ 691409 h 2217842"/>
              <a:gd name="csX23" fmla="*/ 577729 w 2370171"/>
              <a:gd name="csY23" fmla="*/ 719984 h 2217842"/>
              <a:gd name="csX24" fmla="*/ 666701 w 2370171"/>
              <a:gd name="csY24" fmla="*/ 857664 h 2217842"/>
              <a:gd name="csX25" fmla="*/ 770610 w 2370171"/>
              <a:gd name="csY25" fmla="*/ 1016775 h 2217842"/>
              <a:gd name="csX26" fmla="*/ 832306 w 2370171"/>
              <a:gd name="csY26" fmla="*/ 1104448 h 2217842"/>
              <a:gd name="csX27" fmla="*/ 918031 w 2370171"/>
              <a:gd name="csY27" fmla="*/ 1201863 h 2217842"/>
              <a:gd name="csX28" fmla="*/ 962842 w 2370171"/>
              <a:gd name="csY28" fmla="*/ 1247323 h 2217842"/>
              <a:gd name="csX29" fmla="*/ 1007653 w 2370171"/>
              <a:gd name="csY29" fmla="*/ 1289536 h 2217842"/>
              <a:gd name="csX30" fmla="*/ 1044670 w 2370171"/>
              <a:gd name="csY30" fmla="*/ 1341491 h 2217842"/>
              <a:gd name="csX31" fmla="*/ 1022590 w 2370171"/>
              <a:gd name="csY31" fmla="*/ 1372014 h 2217842"/>
              <a:gd name="csX32" fmla="*/ 997911 w 2370171"/>
              <a:gd name="csY32" fmla="*/ 1383704 h 2217842"/>
              <a:gd name="csX33" fmla="*/ 1008952 w 2370171"/>
              <a:gd name="csY33" fmla="*/ 1406434 h 2217842"/>
              <a:gd name="csX34" fmla="*/ 1016745 w 2370171"/>
              <a:gd name="csY34" fmla="*/ 1431762 h 2217842"/>
              <a:gd name="csX35" fmla="*/ 843996 w 2370171"/>
              <a:gd name="csY35" fmla="*/ 1492159 h 2217842"/>
              <a:gd name="csX36" fmla="*/ 751127 w 2370171"/>
              <a:gd name="csY36" fmla="*/ 1442802 h 2217842"/>
              <a:gd name="csX37" fmla="*/ 662155 w 2370171"/>
              <a:gd name="csY37" fmla="*/ 1375910 h 2217842"/>
              <a:gd name="csX38" fmla="*/ 579677 w 2370171"/>
              <a:gd name="csY38" fmla="*/ 1327852 h 2217842"/>
              <a:gd name="csX39" fmla="*/ 497849 w 2370171"/>
              <a:gd name="csY39" fmla="*/ 1273300 h 2217842"/>
              <a:gd name="csX40" fmla="*/ 406279 w 2370171"/>
              <a:gd name="csY40" fmla="*/ 1212254 h 2217842"/>
              <a:gd name="csX41" fmla="*/ 179627 w 2370171"/>
              <a:gd name="csY41" fmla="*/ 1104448 h 2217842"/>
              <a:gd name="csX42" fmla="*/ 226386 w 2370171"/>
              <a:gd name="csY42" fmla="*/ 1218099 h 2217842"/>
              <a:gd name="csX43" fmla="*/ 453687 w 2370171"/>
              <a:gd name="csY43" fmla="*/ 1466831 h 2217842"/>
              <a:gd name="csX44" fmla="*/ 625137 w 2370171"/>
              <a:gd name="csY44" fmla="*/ 1561648 h 2217842"/>
              <a:gd name="csX45" fmla="*/ 863479 w 2370171"/>
              <a:gd name="csY45" fmla="*/ 1650620 h 2217842"/>
              <a:gd name="csX46" fmla="*/ 922577 w 2370171"/>
              <a:gd name="csY46" fmla="*/ 1679195 h 2217842"/>
              <a:gd name="csX47" fmla="*/ 1012848 w 2370171"/>
              <a:gd name="csY47" fmla="*/ 1735046 h 2217842"/>
              <a:gd name="csX48" fmla="*/ 1014147 w 2370171"/>
              <a:gd name="csY48" fmla="*/ 1786351 h 2217842"/>
              <a:gd name="csX49" fmla="*/ 1027136 w 2370171"/>
              <a:gd name="csY49" fmla="*/ 1847398 h 2217842"/>
              <a:gd name="csX50" fmla="*/ 1043371 w 2370171"/>
              <a:gd name="csY50" fmla="*/ 1863634 h 2217842"/>
              <a:gd name="csX51" fmla="*/ 888807 w 2370171"/>
              <a:gd name="csY51" fmla="*/ 1986376 h 2217842"/>
              <a:gd name="csX52" fmla="*/ 684885 w 2370171"/>
              <a:gd name="csY52" fmla="*/ 2046124 h 2217842"/>
              <a:gd name="csX53" fmla="*/ 607603 w 2370171"/>
              <a:gd name="csY53" fmla="*/ 2029888 h 2217842"/>
              <a:gd name="csX54" fmla="*/ 434204 w 2370171"/>
              <a:gd name="csY54" fmla="*/ 2008457 h 2217842"/>
              <a:gd name="csX55" fmla="*/ 371209 w 2370171"/>
              <a:gd name="csY55" fmla="*/ 2005210 h 2217842"/>
              <a:gd name="csX56" fmla="*/ 351077 w 2370171"/>
              <a:gd name="csY56" fmla="*/ 1925979 h 2217842"/>
              <a:gd name="csX57" fmla="*/ 469274 w 2370171"/>
              <a:gd name="csY57" fmla="*/ 1753230 h 2217842"/>
              <a:gd name="csX58" fmla="*/ 523826 w 2370171"/>
              <a:gd name="csY58" fmla="*/ 1688287 h 2217842"/>
              <a:gd name="csX59" fmla="*/ 316657 w 2370171"/>
              <a:gd name="csY59" fmla="*/ 1393445 h 2217842"/>
              <a:gd name="csX60" fmla="*/ 80264 w 2370171"/>
              <a:gd name="csY60" fmla="*/ 1168742 h 2217842"/>
              <a:gd name="csX61" fmla="*/ 25712 w 2370171"/>
              <a:gd name="csY61" fmla="*/ 1138218 h 2217842"/>
              <a:gd name="csX62" fmla="*/ 6878 w 2370171"/>
              <a:gd name="csY62" fmla="*/ 1009631 h 2217842"/>
              <a:gd name="csX63" fmla="*/ 29608 w 2370171"/>
              <a:gd name="csY63" fmla="*/ 925854 h 2217842"/>
              <a:gd name="csX64" fmla="*/ 112736 w 2370171"/>
              <a:gd name="csY64" fmla="*/ 799215 h 2217842"/>
              <a:gd name="csX65" fmla="*/ 372508 w 2370171"/>
              <a:gd name="csY65" fmla="*/ 890785 h 2217842"/>
              <a:gd name="csX66" fmla="*/ 410175 w 2370171"/>
              <a:gd name="csY66" fmla="*/ 866106 h 2217842"/>
              <a:gd name="csX67" fmla="*/ 367962 w 2370171"/>
              <a:gd name="csY67" fmla="*/ 773238 h 2217842"/>
              <a:gd name="csX68" fmla="*/ 270548 w 2370171"/>
              <a:gd name="csY68" fmla="*/ 620621 h 2217842"/>
              <a:gd name="csX69" fmla="*/ 243921 w 2370171"/>
              <a:gd name="csY69" fmla="*/ 512816 h 2217842"/>
              <a:gd name="csX70" fmla="*/ 268599 w 2370171"/>
              <a:gd name="csY70" fmla="*/ 403062 h 2217842"/>
              <a:gd name="csX71" fmla="*/ 296525 w 2370171"/>
              <a:gd name="csY71" fmla="*/ 334222 h 2217842"/>
              <a:gd name="csX72" fmla="*/ 373158 w 2370171"/>
              <a:gd name="csY72" fmla="*/ 264733 h 2217842"/>
              <a:gd name="csX73" fmla="*/ 585522 w 2370171"/>
              <a:gd name="csY73" fmla="*/ 358251 h 2217842"/>
              <a:gd name="csX74" fmla="*/ 674494 w 2370171"/>
              <a:gd name="csY74" fmla="*/ 438131 h 2217842"/>
              <a:gd name="csX75" fmla="*/ 707615 w 2370171"/>
              <a:gd name="csY75" fmla="*/ 473850 h 2217842"/>
              <a:gd name="csX76" fmla="*/ 823214 w 2370171"/>
              <a:gd name="csY76" fmla="*/ 571914 h 2217842"/>
              <a:gd name="csX77" fmla="*/ 856984 w 2370171"/>
              <a:gd name="csY77" fmla="*/ 597891 h 2217842"/>
              <a:gd name="csX78" fmla="*/ 896600 w 2370171"/>
              <a:gd name="csY78" fmla="*/ 568667 h 2217842"/>
              <a:gd name="csX79" fmla="*/ 946606 w 2370171"/>
              <a:gd name="csY79" fmla="*/ 543339 h 2217842"/>
              <a:gd name="csX80" fmla="*/ 995313 w 2370171"/>
              <a:gd name="csY80" fmla="*/ 533597 h 2217842"/>
              <a:gd name="csX81" fmla="*/ 1038825 w 2370171"/>
              <a:gd name="csY81" fmla="*/ 525804 h 2217842"/>
              <a:gd name="csX82" fmla="*/ 1068050 w 2370171"/>
              <a:gd name="csY82" fmla="*/ 528402 h 2217842"/>
              <a:gd name="csX83" fmla="*/ 1101820 w 2370171"/>
              <a:gd name="csY83" fmla="*/ 566718 h 2217842"/>
              <a:gd name="csX84" fmla="*/ 1115458 w 2370171"/>
              <a:gd name="csY84" fmla="*/ 604385 h 2217842"/>
              <a:gd name="csX85" fmla="*/ 1126499 w 2370171"/>
              <a:gd name="csY85" fmla="*/ 681018 h 2217842"/>
              <a:gd name="csX86" fmla="*/ 1097274 w 2370171"/>
              <a:gd name="csY86" fmla="*/ 774537 h 2217842"/>
              <a:gd name="csX87" fmla="*/ 1065452 w 2370171"/>
              <a:gd name="csY87" fmla="*/ 937544 h 2217842"/>
              <a:gd name="csX88" fmla="*/ 1140786 w 2370171"/>
              <a:gd name="csY88" fmla="*/ 1199914 h 2217842"/>
              <a:gd name="csX89" fmla="*/ 1228459 w 2370171"/>
              <a:gd name="csY89" fmla="*/ 1251869 h 2217842"/>
              <a:gd name="csX90" fmla="*/ 1321978 w 2370171"/>
              <a:gd name="csY90" fmla="*/ 1206409 h 2217842"/>
              <a:gd name="csX91" fmla="*/ 1355748 w 2370171"/>
              <a:gd name="csY91" fmla="*/ 1099902 h 2217842"/>
              <a:gd name="csX92" fmla="*/ 1231707 w 2370171"/>
              <a:gd name="csY92" fmla="*/ 718685 h 2217842"/>
              <a:gd name="csX93" fmla="*/ 1225212 w 2370171"/>
              <a:gd name="csY93" fmla="*/ 700501 h 2217842"/>
              <a:gd name="csX94" fmla="*/ 1209626 w 2370171"/>
              <a:gd name="csY94" fmla="*/ 650495 h 2217842"/>
              <a:gd name="csX95" fmla="*/ 1194040 w 2370171"/>
              <a:gd name="csY95" fmla="*/ 612179 h 2217842"/>
              <a:gd name="csX96" fmla="*/ 1211574 w 2370171"/>
              <a:gd name="csY96" fmla="*/ 598541 h 2217842"/>
              <a:gd name="csX97" fmla="*/ 1228459 w 2370171"/>
              <a:gd name="csY97" fmla="*/ 585552 h 2217842"/>
              <a:gd name="csX98" fmla="*/ 1212873 w 2370171"/>
              <a:gd name="csY98" fmla="*/ 571914 h 2217842"/>
              <a:gd name="csX99" fmla="*/ 1186246 w 2370171"/>
              <a:gd name="csY99" fmla="*/ 558925 h 2217842"/>
              <a:gd name="csX100" fmla="*/ 1123901 w 2370171"/>
              <a:gd name="csY100" fmla="*/ 445275 h 2217842"/>
              <a:gd name="csX101" fmla="*/ 999859 w 2370171"/>
              <a:gd name="csY101" fmla="*/ 182904 h 2217842"/>
              <a:gd name="csX102" fmla="*/ 949853 w 2370171"/>
              <a:gd name="csY102" fmla="*/ 37431 h 2217842"/>
              <a:gd name="csX103" fmla="*/ 980377 w 2370171"/>
              <a:gd name="csY103" fmla="*/ 71851 h 2217842"/>
              <a:gd name="csX104" fmla="*/ 1086883 w 2370171"/>
              <a:gd name="csY104" fmla="*/ 203037 h 2217842"/>
              <a:gd name="csX105" fmla="*/ 1118706 w 2370171"/>
              <a:gd name="csY105" fmla="*/ 222519 h 2217842"/>
              <a:gd name="csX106" fmla="*/ 1166763 w 2370171"/>
              <a:gd name="csY106" fmla="*/ 269928 h 2217842"/>
              <a:gd name="csX107" fmla="*/ 1240149 w 2370171"/>
              <a:gd name="csY107" fmla="*/ 375136 h 2217842"/>
              <a:gd name="csX108" fmla="*/ 1245994 w 2370171"/>
              <a:gd name="csY108" fmla="*/ 345912 h 2217842"/>
              <a:gd name="csX109" fmla="*/ 1252488 w 2370171"/>
              <a:gd name="csY109" fmla="*/ 322532 h 2217842"/>
              <a:gd name="csX110" fmla="*/ 1299897 w 2370171"/>
              <a:gd name="csY110" fmla="*/ 388774 h 2217842"/>
              <a:gd name="csX111" fmla="*/ 1275868 w 2370171"/>
              <a:gd name="csY111" fmla="*/ 395918 h 2217842"/>
              <a:gd name="csX112" fmla="*/ 1251190 w 2370171"/>
              <a:gd name="csY112" fmla="*/ 425792 h 2217842"/>
              <a:gd name="csX113" fmla="*/ 1252488 w 2370171"/>
              <a:gd name="csY113" fmla="*/ 463459 h 2217842"/>
              <a:gd name="csX114" fmla="*/ 1248592 w 2370171"/>
              <a:gd name="csY114" fmla="*/ 474499 h 2217842"/>
              <a:gd name="csX115" fmla="*/ 1220017 w 2370171"/>
              <a:gd name="csY115" fmla="*/ 437481 h 2217842"/>
              <a:gd name="csX116" fmla="*/ 1173258 w 2370171"/>
              <a:gd name="csY116" fmla="*/ 396567 h 2217842"/>
              <a:gd name="csX117" fmla="*/ 1193390 w 2370171"/>
              <a:gd name="csY117" fmla="*/ 460212 h 2217842"/>
              <a:gd name="csX118" fmla="*/ 1202482 w 2370171"/>
              <a:gd name="csY118" fmla="*/ 506971 h 2217842"/>
              <a:gd name="csX119" fmla="*/ 1184298 w 2370171"/>
              <a:gd name="csY119" fmla="*/ 506321 h 2217842"/>
              <a:gd name="csX120" fmla="*/ 1204431 w 2370171"/>
              <a:gd name="csY120" fmla="*/ 534896 h 2217842"/>
              <a:gd name="csX121" fmla="*/ 1225212 w 2370171"/>
              <a:gd name="csY121" fmla="*/ 542689 h 2217842"/>
              <a:gd name="csX122" fmla="*/ 1263529 w 2370171"/>
              <a:gd name="csY122" fmla="*/ 529701 h 2217842"/>
              <a:gd name="csX123" fmla="*/ 1286908 w 2370171"/>
              <a:gd name="csY123" fmla="*/ 506971 h 2217842"/>
              <a:gd name="csX124" fmla="*/ 1296650 w 2370171"/>
              <a:gd name="csY124" fmla="*/ 526454 h 2217842"/>
              <a:gd name="csX125" fmla="*/ 1283661 w 2370171"/>
              <a:gd name="csY125" fmla="*/ 543339 h 2217842"/>
              <a:gd name="csX126" fmla="*/ 1312236 w 2370171"/>
              <a:gd name="csY126" fmla="*/ 549184 h 2217842"/>
              <a:gd name="csX127" fmla="*/ 1333667 w 2370171"/>
              <a:gd name="csY127" fmla="*/ 545287 h 2217842"/>
              <a:gd name="csX128" fmla="*/ 1351202 w 2370171"/>
              <a:gd name="csY128" fmla="*/ 542689 h 2217842"/>
              <a:gd name="csX129" fmla="*/ 1364840 w 2370171"/>
              <a:gd name="csY129" fmla="*/ 532948 h 2217842"/>
              <a:gd name="csX130" fmla="*/ 1410300 w 2370171"/>
              <a:gd name="csY130" fmla="*/ 621920 h 2217842"/>
              <a:gd name="csX131" fmla="*/ 1451864 w 2370171"/>
              <a:gd name="csY131" fmla="*/ 723231 h 2217842"/>
              <a:gd name="csX132" fmla="*/ 1514859 w 2370171"/>
              <a:gd name="csY132" fmla="*/ 729726 h 2217842"/>
              <a:gd name="csX133" fmla="*/ 1534991 w 2370171"/>
              <a:gd name="csY133" fmla="*/ 673225 h 2217842"/>
              <a:gd name="csX134" fmla="*/ 1550578 w 2370171"/>
              <a:gd name="csY134" fmla="*/ 627765 h 2217842"/>
              <a:gd name="csX135" fmla="*/ 1553175 w 2370171"/>
              <a:gd name="csY135" fmla="*/ 571914 h 2217842"/>
              <a:gd name="csX136" fmla="*/ 1557072 w 2370171"/>
              <a:gd name="csY136" fmla="*/ 536195 h 2217842"/>
              <a:gd name="csX137" fmla="*/ 1566813 w 2370171"/>
              <a:gd name="csY137" fmla="*/ 490735 h 2217842"/>
              <a:gd name="csX138" fmla="*/ 1636303 w 2370171"/>
              <a:gd name="csY138" fmla="*/ 355653 h 2217842"/>
              <a:gd name="csX139" fmla="*/ 1664878 w 2370171"/>
              <a:gd name="csY139" fmla="*/ 299152 h 2217842"/>
              <a:gd name="csX140" fmla="*/ 1675918 w 2370171"/>
              <a:gd name="csY140" fmla="*/ 267980 h 2217842"/>
              <a:gd name="csX141" fmla="*/ 1729821 w 2370171"/>
              <a:gd name="csY141" fmla="*/ 254342 h 2217842"/>
              <a:gd name="csX142" fmla="*/ 1905817 w 2370171"/>
              <a:gd name="csY142" fmla="*/ 276422 h 2217842"/>
              <a:gd name="csX143" fmla="*/ 2033755 w 2370171"/>
              <a:gd name="csY143" fmla="*/ 419947 h 2217842"/>
              <a:gd name="csX144" fmla="*/ 2082462 w 2370171"/>
              <a:gd name="csY144" fmla="*/ 493982 h 2217842"/>
              <a:gd name="csX145" fmla="*/ 2121428 w 2370171"/>
              <a:gd name="csY145" fmla="*/ 569966 h 2217842"/>
              <a:gd name="csX146" fmla="*/ 2131819 w 2370171"/>
              <a:gd name="csY146" fmla="*/ 603736 h 2217842"/>
              <a:gd name="csX147" fmla="*/ 2192866 w 2370171"/>
              <a:gd name="csY147" fmla="*/ 780381 h 2217842"/>
              <a:gd name="csX148" fmla="*/ 2186371 w 2370171"/>
              <a:gd name="csY148" fmla="*/ 802462 h 2217842"/>
              <a:gd name="csX149" fmla="*/ 2195464 w 2370171"/>
              <a:gd name="csY149" fmla="*/ 860911 h 2217842"/>
              <a:gd name="csX150" fmla="*/ 2235079 w 2370171"/>
              <a:gd name="csY150" fmla="*/ 994694 h 2217842"/>
              <a:gd name="csX151" fmla="*/ 2228585 w 2370171"/>
              <a:gd name="csY151" fmla="*/ 1035608 h 2217842"/>
              <a:gd name="csX152" fmla="*/ 2243521 w 2370171"/>
              <a:gd name="csY152" fmla="*/ 1086264 h 2217842"/>
              <a:gd name="csX153" fmla="*/ 2268200 w 2370171"/>
              <a:gd name="csY153" fmla="*/ 1099902 h 2217842"/>
              <a:gd name="csX154" fmla="*/ 2296775 w 2370171"/>
              <a:gd name="csY154" fmla="*/ 1210305 h 2217842"/>
              <a:gd name="csX155" fmla="*/ 2313011 w 2370171"/>
              <a:gd name="csY155" fmla="*/ 1257714 h 2217842"/>
              <a:gd name="csX156" fmla="*/ 2363666 w 2370171"/>
              <a:gd name="csY156" fmla="*/ 1406434 h 2217842"/>
              <a:gd name="csX157" fmla="*/ 2318206 w 2370171"/>
              <a:gd name="csY157" fmla="*/ 1528527 h 2217842"/>
              <a:gd name="csX158" fmla="*/ 2118831 w 2370171"/>
              <a:gd name="csY158" fmla="*/ 1657114 h 2217842"/>
              <a:gd name="csX159" fmla="*/ 1879190 w 2370171"/>
              <a:gd name="csY159" fmla="*/ 1672701 h 2217842"/>
              <a:gd name="csX160" fmla="*/ 1815546 w 2370171"/>
              <a:gd name="csY160" fmla="*/ 1709718 h 2217842"/>
              <a:gd name="csX161" fmla="*/ 1935041 w 2370171"/>
              <a:gd name="csY161" fmla="*/ 2085739 h 2217842"/>
              <a:gd name="csX162" fmla="*/ 1871397 w 2370171"/>
              <a:gd name="csY162" fmla="*/ 2182505 h 2217842"/>
              <a:gd name="csX163" fmla="*/ 1709688 w 2370171"/>
              <a:gd name="csY163" fmla="*/ 2198091 h 2217842"/>
              <a:gd name="csX164" fmla="*/ 1877891 w 2370171"/>
              <a:gd name="csY164" fmla="*/ 1413577 h 2217842"/>
              <a:gd name="csX165" fmla="*/ 1920104 w 2370171"/>
              <a:gd name="csY165" fmla="*/ 1281743 h 2217842"/>
              <a:gd name="csX166" fmla="*/ 1896075 w 2370171"/>
              <a:gd name="csY166" fmla="*/ 1110942 h 2217842"/>
              <a:gd name="csX167" fmla="*/ 1888932 w 2370171"/>
              <a:gd name="csY167" fmla="*/ 1081068 h 2217842"/>
              <a:gd name="csX168" fmla="*/ 1881138 w 2370171"/>
              <a:gd name="csY168" fmla="*/ 1036258 h 2217842"/>
              <a:gd name="csX169" fmla="*/ 1870748 w 2370171"/>
              <a:gd name="csY169" fmla="*/ 1016125 h 2217842"/>
              <a:gd name="csX170" fmla="*/ 1840874 w 2370171"/>
              <a:gd name="csY170" fmla="*/ 930400 h 2217842"/>
              <a:gd name="csX171" fmla="*/ 1840874 w 2370171"/>
              <a:gd name="csY171" fmla="*/ 882342 h 2217842"/>
              <a:gd name="csX172" fmla="*/ 1838925 w 2370171"/>
              <a:gd name="csY172" fmla="*/ 857664 h 2217842"/>
              <a:gd name="csX173" fmla="*/ 1825287 w 2370171"/>
              <a:gd name="csY173" fmla="*/ 842077 h 2217842"/>
              <a:gd name="csX174" fmla="*/ 1805804 w 2370171"/>
              <a:gd name="csY174" fmla="*/ 812853 h 2217842"/>
              <a:gd name="csX175" fmla="*/ 1790218 w 2370171"/>
              <a:gd name="csY175" fmla="*/ 782979 h 2217842"/>
              <a:gd name="csX176" fmla="*/ 1781126 w 2370171"/>
              <a:gd name="csY176" fmla="*/ 745962 h 2217842"/>
              <a:gd name="csX177" fmla="*/ 1764890 w 2370171"/>
              <a:gd name="csY177" fmla="*/ 692059 h 2217842"/>
              <a:gd name="csX178" fmla="*/ 1720729 w 2370171"/>
              <a:gd name="csY178" fmla="*/ 633610 h 2217842"/>
              <a:gd name="csX179" fmla="*/ 1579153 w 2370171"/>
              <a:gd name="csY179" fmla="*/ 795968 h 2217842"/>
              <a:gd name="csX180" fmla="*/ 1535641 w 2370171"/>
              <a:gd name="csY180" fmla="*/ 873900 h 2217842"/>
              <a:gd name="csX181" fmla="*/ 1549279 w 2370171"/>
              <a:gd name="csY181" fmla="*/ 915463 h 2217842"/>
              <a:gd name="csX182" fmla="*/ 1553825 w 2370171"/>
              <a:gd name="csY182" fmla="*/ 967418 h 2217842"/>
              <a:gd name="csX183" fmla="*/ 1565515 w 2370171"/>
              <a:gd name="csY183" fmla="*/ 1012878 h 2217842"/>
              <a:gd name="csX184" fmla="*/ 1575906 w 2370171"/>
              <a:gd name="csY184" fmla="*/ 1039505 h 2217842"/>
              <a:gd name="csX185" fmla="*/ 1588245 w 2370171"/>
              <a:gd name="csY185" fmla="*/ 1072626 h 2217842"/>
              <a:gd name="csX186" fmla="*/ 1620716 w 2370171"/>
              <a:gd name="csY186" fmla="*/ 1164196 h 2217842"/>
              <a:gd name="csX187" fmla="*/ 1646044 w 2370171"/>
              <a:gd name="csY187" fmla="*/ 1229139 h 2217842"/>
              <a:gd name="csX188" fmla="*/ 1673320 w 2370171"/>
              <a:gd name="csY188" fmla="*/ 1292783 h 2217842"/>
              <a:gd name="csX189" fmla="*/ 1723327 w 2370171"/>
              <a:gd name="csY189" fmla="*/ 1368767 h 2217842"/>
              <a:gd name="csX190" fmla="*/ 1840874 w 2370171"/>
              <a:gd name="csY190" fmla="*/ 1422670 h 2217842"/>
              <a:gd name="csX191" fmla="*/ 1877891 w 2370171"/>
              <a:gd name="csY191" fmla="*/ 1413577 h 2217842"/>
              <a:gd name="csX192" fmla="*/ 1882437 w 2370171"/>
              <a:gd name="csY192" fmla="*/ 841428 h 2217842"/>
              <a:gd name="csX193" fmla="*/ 1875294 w 2370171"/>
              <a:gd name="csY193" fmla="*/ 832985 h 2217842"/>
              <a:gd name="csX194" fmla="*/ 1868150 w 2370171"/>
              <a:gd name="csY194" fmla="*/ 841428 h 2217842"/>
              <a:gd name="csX195" fmla="*/ 1875294 w 2370171"/>
              <a:gd name="csY195" fmla="*/ 849871 h 2217842"/>
              <a:gd name="csX196" fmla="*/ 1882437 w 2370171"/>
              <a:gd name="csY196" fmla="*/ 841428 h 2217842"/>
              <a:gd name="csX197" fmla="*/ 1540836 w 2370171"/>
              <a:gd name="csY197" fmla="*/ 805060 h 2217842"/>
              <a:gd name="csX198" fmla="*/ 1537589 w 2370171"/>
              <a:gd name="csY198" fmla="*/ 790772 h 2217842"/>
              <a:gd name="csX199" fmla="*/ 1523951 w 2370171"/>
              <a:gd name="csY199" fmla="*/ 792721 h 2217842"/>
              <a:gd name="csX200" fmla="*/ 1517457 w 2370171"/>
              <a:gd name="csY200" fmla="*/ 807658 h 2217842"/>
              <a:gd name="csX201" fmla="*/ 1540836 w 2370171"/>
              <a:gd name="csY201" fmla="*/ 805060 h 2217842"/>
              <a:gd name="csX202" fmla="*/ 1549928 w 2370171"/>
              <a:gd name="csY202" fmla="*/ 763496 h 2217842"/>
              <a:gd name="csX203" fmla="*/ 1541486 w 2370171"/>
              <a:gd name="csY203" fmla="*/ 749858 h 2217842"/>
              <a:gd name="csX204" fmla="*/ 1536290 w 2370171"/>
              <a:gd name="csY204" fmla="*/ 773238 h 2217842"/>
              <a:gd name="csX205" fmla="*/ 1549928 w 2370171"/>
              <a:gd name="csY205" fmla="*/ 763496 h 2217842"/>
              <a:gd name="csX206" fmla="*/ 1300546 w 2370171"/>
              <a:gd name="csY206" fmla="*/ 635558 h 2217842"/>
              <a:gd name="csX207" fmla="*/ 1292104 w 2370171"/>
              <a:gd name="csY207" fmla="*/ 599190 h 2217842"/>
              <a:gd name="csX208" fmla="*/ 1260931 w 2370171"/>
              <a:gd name="csY208" fmla="*/ 571914 h 2217842"/>
              <a:gd name="csX209" fmla="*/ 1277816 w 2370171"/>
              <a:gd name="csY209" fmla="*/ 633610 h 2217842"/>
              <a:gd name="csX210" fmla="*/ 1300546 w 2370171"/>
              <a:gd name="csY210" fmla="*/ 635558 h 2217842"/>
              <a:gd name="csX211" fmla="*/ 1384973 w 2370171"/>
              <a:gd name="csY211" fmla="*/ 614127 h 2217842"/>
              <a:gd name="csX212" fmla="*/ 1360944 w 2370171"/>
              <a:gd name="csY212" fmla="*/ 565420 h 2217842"/>
              <a:gd name="csX213" fmla="*/ 1358346 w 2370171"/>
              <a:gd name="csY213" fmla="*/ 604385 h 2217842"/>
              <a:gd name="csX214" fmla="*/ 1384973 w 2370171"/>
              <a:gd name="csY214" fmla="*/ 614127 h 2217842"/>
              <a:gd name="csX215" fmla="*/ 1173258 w 2370171"/>
              <a:gd name="csY215" fmla="*/ 458913 h 2217842"/>
              <a:gd name="csX216" fmla="*/ 1153775 w 2370171"/>
              <a:gd name="csY216" fmla="*/ 422544 h 2217842"/>
              <a:gd name="csX217" fmla="*/ 1155074 w 2370171"/>
              <a:gd name="csY217" fmla="*/ 453717 h 2217842"/>
              <a:gd name="csX218" fmla="*/ 1173258 w 2370171"/>
              <a:gd name="csY218" fmla="*/ 458913 h 2217842"/>
              <a:gd name="csX219" fmla="*/ 1166763 w 2370171"/>
              <a:gd name="csY219" fmla="*/ 308244 h 2217842"/>
              <a:gd name="csX220" fmla="*/ 1130395 w 2370171"/>
              <a:gd name="csY220" fmla="*/ 253692 h 2217842"/>
              <a:gd name="csX221" fmla="*/ 1134941 w 2370171"/>
              <a:gd name="csY221" fmla="*/ 301750 h 2217842"/>
              <a:gd name="csX222" fmla="*/ 1166763 w 2370171"/>
              <a:gd name="csY222" fmla="*/ 308244 h 22178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</a:cxnLst>
            <a:rect l="l" t="t" r="r" b="b"/>
            <a:pathLst>
              <a:path w="2370171" h="2217842">
                <a:moveTo>
                  <a:pt x="1709688" y="2198091"/>
                </a:moveTo>
                <a:cubicBezTo>
                  <a:pt x="1646044" y="2178608"/>
                  <a:pt x="1631757" y="2169516"/>
                  <a:pt x="1615521" y="2138343"/>
                </a:cubicBezTo>
                <a:cubicBezTo>
                  <a:pt x="1609027" y="2125355"/>
                  <a:pt x="1588245" y="2087038"/>
                  <a:pt x="1569411" y="2053917"/>
                </a:cubicBezTo>
                <a:cubicBezTo>
                  <a:pt x="1550578" y="2020796"/>
                  <a:pt x="1536940" y="1992221"/>
                  <a:pt x="1538888" y="1990273"/>
                </a:cubicBezTo>
                <a:cubicBezTo>
                  <a:pt x="1540836" y="1987675"/>
                  <a:pt x="1553825" y="1995468"/>
                  <a:pt x="1567463" y="2006509"/>
                </a:cubicBezTo>
                <a:cubicBezTo>
                  <a:pt x="1596038" y="2029888"/>
                  <a:pt x="1618119" y="2032486"/>
                  <a:pt x="1627860" y="2013003"/>
                </a:cubicBezTo>
                <a:cubicBezTo>
                  <a:pt x="1637602" y="1996118"/>
                  <a:pt x="1633705" y="1981181"/>
                  <a:pt x="1587595" y="1838306"/>
                </a:cubicBezTo>
                <a:cubicBezTo>
                  <a:pt x="1566164" y="1772064"/>
                  <a:pt x="1544083" y="1703874"/>
                  <a:pt x="1538238" y="1685689"/>
                </a:cubicBezTo>
                <a:cubicBezTo>
                  <a:pt x="1533043" y="1668155"/>
                  <a:pt x="1517457" y="1627241"/>
                  <a:pt x="1505117" y="1594769"/>
                </a:cubicBezTo>
                <a:lnTo>
                  <a:pt x="1481738" y="1536320"/>
                </a:lnTo>
                <a:lnTo>
                  <a:pt x="1425237" y="1505147"/>
                </a:lnTo>
                <a:cubicBezTo>
                  <a:pt x="1391467" y="1486314"/>
                  <a:pt x="1355099" y="1472026"/>
                  <a:pt x="1334317" y="1468130"/>
                </a:cubicBezTo>
                <a:cubicBezTo>
                  <a:pt x="1282362" y="1459687"/>
                  <a:pt x="1206379" y="1418124"/>
                  <a:pt x="1185597" y="1386951"/>
                </a:cubicBezTo>
                <a:cubicBezTo>
                  <a:pt x="1166763" y="1358376"/>
                  <a:pt x="1088832" y="1206409"/>
                  <a:pt x="1023888" y="1072626"/>
                </a:cubicBezTo>
                <a:cubicBezTo>
                  <a:pt x="974532" y="970665"/>
                  <a:pt x="951152" y="935596"/>
                  <a:pt x="932968" y="935596"/>
                </a:cubicBezTo>
                <a:cubicBezTo>
                  <a:pt x="925175" y="935596"/>
                  <a:pt x="906991" y="942090"/>
                  <a:pt x="892054" y="949234"/>
                </a:cubicBezTo>
                <a:cubicBezTo>
                  <a:pt x="876467" y="957676"/>
                  <a:pt x="851789" y="963521"/>
                  <a:pt x="832306" y="964171"/>
                </a:cubicBezTo>
                <a:cubicBezTo>
                  <a:pt x="801133" y="964820"/>
                  <a:pt x="799834" y="964171"/>
                  <a:pt x="797886" y="945987"/>
                </a:cubicBezTo>
                <a:cubicBezTo>
                  <a:pt x="796587" y="935596"/>
                  <a:pt x="800484" y="913515"/>
                  <a:pt x="806978" y="897279"/>
                </a:cubicBezTo>
                <a:cubicBezTo>
                  <a:pt x="813473" y="881043"/>
                  <a:pt x="818668" y="853118"/>
                  <a:pt x="818668" y="835583"/>
                </a:cubicBezTo>
                <a:cubicBezTo>
                  <a:pt x="818668" y="807008"/>
                  <a:pt x="816070" y="801813"/>
                  <a:pt x="794639" y="783629"/>
                </a:cubicBezTo>
                <a:cubicBezTo>
                  <a:pt x="781650" y="772588"/>
                  <a:pt x="755024" y="755703"/>
                  <a:pt x="736190" y="745312"/>
                </a:cubicBezTo>
                <a:cubicBezTo>
                  <a:pt x="718006" y="735571"/>
                  <a:pt x="671896" y="711542"/>
                  <a:pt x="634879" y="691409"/>
                </a:cubicBezTo>
                <a:cubicBezTo>
                  <a:pt x="542659" y="642702"/>
                  <a:pt x="525774" y="651794"/>
                  <a:pt x="577729" y="719984"/>
                </a:cubicBezTo>
                <a:cubicBezTo>
                  <a:pt x="593315" y="740117"/>
                  <a:pt x="633580" y="802462"/>
                  <a:pt x="666701" y="857664"/>
                </a:cubicBezTo>
                <a:cubicBezTo>
                  <a:pt x="699822" y="912866"/>
                  <a:pt x="747230" y="984952"/>
                  <a:pt x="770610" y="1016775"/>
                </a:cubicBezTo>
                <a:cubicBezTo>
                  <a:pt x="794639" y="1049246"/>
                  <a:pt x="822565" y="1088212"/>
                  <a:pt x="832306" y="1104448"/>
                </a:cubicBezTo>
                <a:cubicBezTo>
                  <a:pt x="860232" y="1148609"/>
                  <a:pt x="894652" y="1188225"/>
                  <a:pt x="918031" y="1201863"/>
                </a:cubicBezTo>
                <a:cubicBezTo>
                  <a:pt x="929721" y="1208357"/>
                  <a:pt x="949853" y="1229139"/>
                  <a:pt x="962842" y="1247323"/>
                </a:cubicBezTo>
                <a:cubicBezTo>
                  <a:pt x="976480" y="1266156"/>
                  <a:pt x="995963" y="1284341"/>
                  <a:pt x="1007653" y="1289536"/>
                </a:cubicBezTo>
                <a:cubicBezTo>
                  <a:pt x="1031682" y="1299277"/>
                  <a:pt x="1041423" y="1312916"/>
                  <a:pt x="1044670" y="1341491"/>
                </a:cubicBezTo>
                <a:cubicBezTo>
                  <a:pt x="1046619" y="1357726"/>
                  <a:pt x="1043371" y="1362272"/>
                  <a:pt x="1022590" y="1372014"/>
                </a:cubicBezTo>
                <a:lnTo>
                  <a:pt x="997911" y="1383704"/>
                </a:lnTo>
                <a:lnTo>
                  <a:pt x="1008952" y="1406434"/>
                </a:lnTo>
                <a:cubicBezTo>
                  <a:pt x="1014796" y="1418773"/>
                  <a:pt x="1018693" y="1430463"/>
                  <a:pt x="1016745" y="1431762"/>
                </a:cubicBezTo>
                <a:cubicBezTo>
                  <a:pt x="1012848" y="1435009"/>
                  <a:pt x="861530" y="1488262"/>
                  <a:pt x="843996" y="1492159"/>
                </a:cubicBezTo>
                <a:cubicBezTo>
                  <a:pt x="816720" y="1498653"/>
                  <a:pt x="795938" y="1486963"/>
                  <a:pt x="751127" y="1442802"/>
                </a:cubicBezTo>
                <a:cubicBezTo>
                  <a:pt x="721903" y="1413577"/>
                  <a:pt x="691379" y="1390198"/>
                  <a:pt x="662155" y="1375910"/>
                </a:cubicBezTo>
                <a:cubicBezTo>
                  <a:pt x="638126" y="1363571"/>
                  <a:pt x="601108" y="1342140"/>
                  <a:pt x="579677" y="1327852"/>
                </a:cubicBezTo>
                <a:cubicBezTo>
                  <a:pt x="558895" y="1314214"/>
                  <a:pt x="521878" y="1289536"/>
                  <a:pt x="497849" y="1273300"/>
                </a:cubicBezTo>
                <a:cubicBezTo>
                  <a:pt x="473820" y="1257064"/>
                  <a:pt x="432256" y="1229788"/>
                  <a:pt x="406279" y="1212254"/>
                </a:cubicBezTo>
                <a:cubicBezTo>
                  <a:pt x="325749" y="1159000"/>
                  <a:pt x="211449" y="1104448"/>
                  <a:pt x="179627" y="1104448"/>
                </a:cubicBezTo>
                <a:cubicBezTo>
                  <a:pt x="155598" y="1104448"/>
                  <a:pt x="165989" y="1128477"/>
                  <a:pt x="226386" y="1218099"/>
                </a:cubicBezTo>
                <a:cubicBezTo>
                  <a:pt x="295875" y="1321358"/>
                  <a:pt x="380301" y="1413577"/>
                  <a:pt x="453687" y="1466831"/>
                </a:cubicBezTo>
                <a:cubicBezTo>
                  <a:pt x="583574" y="1560349"/>
                  <a:pt x="577079" y="1557102"/>
                  <a:pt x="625137" y="1561648"/>
                </a:cubicBezTo>
                <a:cubicBezTo>
                  <a:pt x="719305" y="1571389"/>
                  <a:pt x="802432" y="1602562"/>
                  <a:pt x="863479" y="1650620"/>
                </a:cubicBezTo>
                <a:cubicBezTo>
                  <a:pt x="884261" y="1666856"/>
                  <a:pt x="904393" y="1676597"/>
                  <a:pt x="922577" y="1679195"/>
                </a:cubicBezTo>
                <a:cubicBezTo>
                  <a:pt x="962842" y="1685689"/>
                  <a:pt x="999210" y="1707770"/>
                  <a:pt x="1012848" y="1735046"/>
                </a:cubicBezTo>
                <a:cubicBezTo>
                  <a:pt x="1023239" y="1756477"/>
                  <a:pt x="1023239" y="1760374"/>
                  <a:pt x="1014147" y="1786351"/>
                </a:cubicBezTo>
                <a:cubicBezTo>
                  <a:pt x="1002457" y="1819472"/>
                  <a:pt x="1005704" y="1833110"/>
                  <a:pt x="1027136" y="1847398"/>
                </a:cubicBezTo>
                <a:cubicBezTo>
                  <a:pt x="1036228" y="1853243"/>
                  <a:pt x="1043371" y="1860387"/>
                  <a:pt x="1043371" y="1863634"/>
                </a:cubicBezTo>
                <a:cubicBezTo>
                  <a:pt x="1043371" y="1875973"/>
                  <a:pt x="934267" y="1962997"/>
                  <a:pt x="888807" y="1986376"/>
                </a:cubicBezTo>
                <a:cubicBezTo>
                  <a:pt x="832306" y="2015601"/>
                  <a:pt x="727748" y="2046124"/>
                  <a:pt x="684885" y="2046124"/>
                </a:cubicBezTo>
                <a:cubicBezTo>
                  <a:pt x="668649" y="2046124"/>
                  <a:pt x="634229" y="2038980"/>
                  <a:pt x="607603" y="2029888"/>
                </a:cubicBezTo>
                <a:cubicBezTo>
                  <a:pt x="538763" y="2006509"/>
                  <a:pt x="483561" y="1999365"/>
                  <a:pt x="434204" y="2008457"/>
                </a:cubicBezTo>
                <a:cubicBezTo>
                  <a:pt x="399784" y="2014951"/>
                  <a:pt x="390692" y="2014302"/>
                  <a:pt x="371209" y="2005210"/>
                </a:cubicBezTo>
                <a:cubicBezTo>
                  <a:pt x="342634" y="1991572"/>
                  <a:pt x="336790" y="1970141"/>
                  <a:pt x="351077" y="1925979"/>
                </a:cubicBezTo>
                <a:cubicBezTo>
                  <a:pt x="366663" y="1876622"/>
                  <a:pt x="407578" y="1816875"/>
                  <a:pt x="469274" y="1753230"/>
                </a:cubicBezTo>
                <a:cubicBezTo>
                  <a:pt x="499148" y="1722058"/>
                  <a:pt x="523826" y="1692833"/>
                  <a:pt x="523826" y="1688287"/>
                </a:cubicBezTo>
                <a:cubicBezTo>
                  <a:pt x="523176" y="1653218"/>
                  <a:pt x="455636" y="1557102"/>
                  <a:pt x="316657" y="1393445"/>
                </a:cubicBezTo>
                <a:cubicBezTo>
                  <a:pt x="192616" y="1247323"/>
                  <a:pt x="120529" y="1179133"/>
                  <a:pt x="80264" y="1168742"/>
                </a:cubicBezTo>
                <a:cubicBezTo>
                  <a:pt x="64028" y="1164845"/>
                  <a:pt x="40649" y="1151856"/>
                  <a:pt x="25712" y="1138218"/>
                </a:cubicBezTo>
                <a:cubicBezTo>
                  <a:pt x="-10656" y="1105097"/>
                  <a:pt x="-15202" y="1071327"/>
                  <a:pt x="6878" y="1009631"/>
                </a:cubicBezTo>
                <a:cubicBezTo>
                  <a:pt x="15970" y="984952"/>
                  <a:pt x="25712" y="947285"/>
                  <a:pt x="29608" y="925854"/>
                </a:cubicBezTo>
                <a:cubicBezTo>
                  <a:pt x="41298" y="849221"/>
                  <a:pt x="74419" y="799215"/>
                  <a:pt x="112736" y="799215"/>
                </a:cubicBezTo>
                <a:cubicBezTo>
                  <a:pt x="154949" y="799215"/>
                  <a:pt x="304318" y="851819"/>
                  <a:pt x="372508" y="890785"/>
                </a:cubicBezTo>
                <a:cubicBezTo>
                  <a:pt x="417969" y="916762"/>
                  <a:pt x="431607" y="907670"/>
                  <a:pt x="410175" y="866106"/>
                </a:cubicBezTo>
                <a:cubicBezTo>
                  <a:pt x="404980" y="856365"/>
                  <a:pt x="386146" y="814152"/>
                  <a:pt x="367962" y="773238"/>
                </a:cubicBezTo>
                <a:cubicBezTo>
                  <a:pt x="328347" y="683616"/>
                  <a:pt x="297174" y="634259"/>
                  <a:pt x="270548" y="620621"/>
                </a:cubicBezTo>
                <a:cubicBezTo>
                  <a:pt x="240674" y="605035"/>
                  <a:pt x="238076" y="594644"/>
                  <a:pt x="243921" y="512816"/>
                </a:cubicBezTo>
                <a:cubicBezTo>
                  <a:pt x="248467" y="447223"/>
                  <a:pt x="251065" y="434234"/>
                  <a:pt x="268599" y="403062"/>
                </a:cubicBezTo>
                <a:cubicBezTo>
                  <a:pt x="279640" y="383579"/>
                  <a:pt x="291979" y="352406"/>
                  <a:pt x="296525" y="334222"/>
                </a:cubicBezTo>
                <a:cubicBezTo>
                  <a:pt x="306916" y="286813"/>
                  <a:pt x="332244" y="264083"/>
                  <a:pt x="373158" y="264733"/>
                </a:cubicBezTo>
                <a:cubicBezTo>
                  <a:pt x="406928" y="264733"/>
                  <a:pt x="492653" y="303049"/>
                  <a:pt x="585522" y="358251"/>
                </a:cubicBezTo>
                <a:cubicBezTo>
                  <a:pt x="641373" y="391372"/>
                  <a:pt x="658908" y="407608"/>
                  <a:pt x="674494" y="438131"/>
                </a:cubicBezTo>
                <a:cubicBezTo>
                  <a:pt x="680339" y="448522"/>
                  <a:pt x="694627" y="464758"/>
                  <a:pt x="707615" y="473850"/>
                </a:cubicBezTo>
                <a:cubicBezTo>
                  <a:pt x="771259" y="519959"/>
                  <a:pt x="804380" y="547885"/>
                  <a:pt x="823214" y="571914"/>
                </a:cubicBezTo>
                <a:cubicBezTo>
                  <a:pt x="834904" y="586201"/>
                  <a:pt x="849841" y="597891"/>
                  <a:pt x="856984" y="597891"/>
                </a:cubicBezTo>
                <a:cubicBezTo>
                  <a:pt x="864128" y="597891"/>
                  <a:pt x="881663" y="584902"/>
                  <a:pt x="896600" y="568667"/>
                </a:cubicBezTo>
                <a:cubicBezTo>
                  <a:pt x="921278" y="542689"/>
                  <a:pt x="925824" y="540092"/>
                  <a:pt x="946606" y="543339"/>
                </a:cubicBezTo>
                <a:cubicBezTo>
                  <a:pt x="962842" y="545937"/>
                  <a:pt x="977129" y="543339"/>
                  <a:pt x="995313" y="533597"/>
                </a:cubicBezTo>
                <a:cubicBezTo>
                  <a:pt x="1016095" y="522557"/>
                  <a:pt x="1025837" y="521258"/>
                  <a:pt x="1038825" y="525804"/>
                </a:cubicBezTo>
                <a:cubicBezTo>
                  <a:pt x="1047268" y="529051"/>
                  <a:pt x="1060906" y="530350"/>
                  <a:pt x="1068050" y="528402"/>
                </a:cubicBezTo>
                <a:cubicBezTo>
                  <a:pt x="1082337" y="525155"/>
                  <a:pt x="1101820" y="547235"/>
                  <a:pt x="1101820" y="566718"/>
                </a:cubicBezTo>
                <a:cubicBezTo>
                  <a:pt x="1101820" y="573213"/>
                  <a:pt x="1107665" y="590098"/>
                  <a:pt x="1115458" y="604385"/>
                </a:cubicBezTo>
                <a:cubicBezTo>
                  <a:pt x="1127148" y="625817"/>
                  <a:pt x="1128447" y="638805"/>
                  <a:pt x="1126499" y="681018"/>
                </a:cubicBezTo>
                <a:cubicBezTo>
                  <a:pt x="1124550" y="726479"/>
                  <a:pt x="1121303" y="734921"/>
                  <a:pt x="1097274" y="774537"/>
                </a:cubicBezTo>
                <a:cubicBezTo>
                  <a:pt x="1057659" y="837531"/>
                  <a:pt x="1053762" y="858313"/>
                  <a:pt x="1065452" y="937544"/>
                </a:cubicBezTo>
                <a:cubicBezTo>
                  <a:pt x="1081038" y="1040804"/>
                  <a:pt x="1105717" y="1127827"/>
                  <a:pt x="1140786" y="1199914"/>
                </a:cubicBezTo>
                <a:cubicBezTo>
                  <a:pt x="1180402" y="1281093"/>
                  <a:pt x="1193390" y="1288887"/>
                  <a:pt x="1228459" y="1251869"/>
                </a:cubicBezTo>
                <a:cubicBezTo>
                  <a:pt x="1257034" y="1221995"/>
                  <a:pt x="1278466" y="1210955"/>
                  <a:pt x="1321978" y="1206409"/>
                </a:cubicBezTo>
                <a:cubicBezTo>
                  <a:pt x="1379128" y="1199914"/>
                  <a:pt x="1380427" y="1196667"/>
                  <a:pt x="1355748" y="1099902"/>
                </a:cubicBezTo>
                <a:cubicBezTo>
                  <a:pt x="1331070" y="1005734"/>
                  <a:pt x="1241448" y="728427"/>
                  <a:pt x="1231707" y="718685"/>
                </a:cubicBezTo>
                <a:cubicBezTo>
                  <a:pt x="1227810" y="714789"/>
                  <a:pt x="1225212" y="706996"/>
                  <a:pt x="1225212" y="700501"/>
                </a:cubicBezTo>
                <a:cubicBezTo>
                  <a:pt x="1225212" y="694007"/>
                  <a:pt x="1218069" y="671277"/>
                  <a:pt x="1209626" y="650495"/>
                </a:cubicBezTo>
                <a:lnTo>
                  <a:pt x="1194040" y="612179"/>
                </a:lnTo>
                <a:lnTo>
                  <a:pt x="1211574" y="598541"/>
                </a:lnTo>
                <a:lnTo>
                  <a:pt x="1228459" y="585552"/>
                </a:lnTo>
                <a:lnTo>
                  <a:pt x="1212873" y="571914"/>
                </a:lnTo>
                <a:cubicBezTo>
                  <a:pt x="1204431" y="564770"/>
                  <a:pt x="1192741" y="558925"/>
                  <a:pt x="1186246" y="558925"/>
                </a:cubicBezTo>
                <a:cubicBezTo>
                  <a:pt x="1173258" y="558925"/>
                  <a:pt x="1164815" y="542689"/>
                  <a:pt x="1123901" y="445275"/>
                </a:cubicBezTo>
                <a:cubicBezTo>
                  <a:pt x="1110912" y="413452"/>
                  <a:pt x="1055061" y="295256"/>
                  <a:pt x="999859" y="182904"/>
                </a:cubicBezTo>
                <a:cubicBezTo>
                  <a:pt x="907640" y="-6730"/>
                  <a:pt x="893353" y="-47644"/>
                  <a:pt x="949853" y="37431"/>
                </a:cubicBezTo>
                <a:cubicBezTo>
                  <a:pt x="962192" y="56265"/>
                  <a:pt x="976480" y="71851"/>
                  <a:pt x="980377" y="71851"/>
                </a:cubicBezTo>
                <a:cubicBezTo>
                  <a:pt x="997911" y="71851"/>
                  <a:pt x="1067400" y="156927"/>
                  <a:pt x="1086883" y="203037"/>
                </a:cubicBezTo>
                <a:cubicBezTo>
                  <a:pt x="1093378" y="216675"/>
                  <a:pt x="1099872" y="220571"/>
                  <a:pt x="1118706" y="222519"/>
                </a:cubicBezTo>
                <a:cubicBezTo>
                  <a:pt x="1142085" y="224468"/>
                  <a:pt x="1144683" y="227066"/>
                  <a:pt x="1166763" y="269928"/>
                </a:cubicBezTo>
                <a:cubicBezTo>
                  <a:pt x="1197287" y="330325"/>
                  <a:pt x="1231057" y="378383"/>
                  <a:pt x="1240149" y="375136"/>
                </a:cubicBezTo>
                <a:cubicBezTo>
                  <a:pt x="1244695" y="373837"/>
                  <a:pt x="1247293" y="361498"/>
                  <a:pt x="1245994" y="345912"/>
                </a:cubicBezTo>
                <a:cubicBezTo>
                  <a:pt x="1244695" y="326429"/>
                  <a:pt x="1246644" y="319934"/>
                  <a:pt x="1252488" y="322532"/>
                </a:cubicBezTo>
                <a:cubicBezTo>
                  <a:pt x="1262230" y="326429"/>
                  <a:pt x="1303794" y="384877"/>
                  <a:pt x="1299897" y="388774"/>
                </a:cubicBezTo>
                <a:cubicBezTo>
                  <a:pt x="1298598" y="390073"/>
                  <a:pt x="1287558" y="393320"/>
                  <a:pt x="1275868" y="395918"/>
                </a:cubicBezTo>
                <a:cubicBezTo>
                  <a:pt x="1257034" y="399814"/>
                  <a:pt x="1253787" y="403062"/>
                  <a:pt x="1251190" y="425792"/>
                </a:cubicBezTo>
                <a:cubicBezTo>
                  <a:pt x="1249241" y="440079"/>
                  <a:pt x="1249891" y="456964"/>
                  <a:pt x="1252488" y="463459"/>
                </a:cubicBezTo>
                <a:cubicBezTo>
                  <a:pt x="1256385" y="471252"/>
                  <a:pt x="1255736" y="474499"/>
                  <a:pt x="1248592" y="474499"/>
                </a:cubicBezTo>
                <a:cubicBezTo>
                  <a:pt x="1243396" y="474499"/>
                  <a:pt x="1230408" y="457614"/>
                  <a:pt x="1220017" y="437481"/>
                </a:cubicBezTo>
                <a:cubicBezTo>
                  <a:pt x="1198586" y="395268"/>
                  <a:pt x="1182999" y="381630"/>
                  <a:pt x="1173258" y="396567"/>
                </a:cubicBezTo>
                <a:cubicBezTo>
                  <a:pt x="1164815" y="409556"/>
                  <a:pt x="1170660" y="426441"/>
                  <a:pt x="1193390" y="460212"/>
                </a:cubicBezTo>
                <a:cubicBezTo>
                  <a:pt x="1214172" y="490735"/>
                  <a:pt x="1220017" y="521908"/>
                  <a:pt x="1202482" y="506971"/>
                </a:cubicBezTo>
                <a:cubicBezTo>
                  <a:pt x="1194689" y="500476"/>
                  <a:pt x="1190143" y="500476"/>
                  <a:pt x="1184298" y="506321"/>
                </a:cubicBezTo>
                <a:cubicBezTo>
                  <a:pt x="1173907" y="516712"/>
                  <a:pt x="1187545" y="536845"/>
                  <a:pt x="1204431" y="534896"/>
                </a:cubicBezTo>
                <a:cubicBezTo>
                  <a:pt x="1211574" y="534247"/>
                  <a:pt x="1221316" y="537494"/>
                  <a:pt x="1225212" y="542689"/>
                </a:cubicBezTo>
                <a:cubicBezTo>
                  <a:pt x="1238850" y="559575"/>
                  <a:pt x="1254437" y="553730"/>
                  <a:pt x="1263529" y="529701"/>
                </a:cubicBezTo>
                <a:cubicBezTo>
                  <a:pt x="1269374" y="512166"/>
                  <a:pt x="1275219" y="506971"/>
                  <a:pt x="1286908" y="506971"/>
                </a:cubicBezTo>
                <a:cubicBezTo>
                  <a:pt x="1307690" y="506971"/>
                  <a:pt x="1312886" y="517362"/>
                  <a:pt x="1296650" y="526454"/>
                </a:cubicBezTo>
                <a:cubicBezTo>
                  <a:pt x="1289506" y="530350"/>
                  <a:pt x="1283661" y="537494"/>
                  <a:pt x="1283661" y="543339"/>
                </a:cubicBezTo>
                <a:cubicBezTo>
                  <a:pt x="1283661" y="558276"/>
                  <a:pt x="1302495" y="562172"/>
                  <a:pt x="1312236" y="549184"/>
                </a:cubicBezTo>
                <a:cubicBezTo>
                  <a:pt x="1318731" y="540092"/>
                  <a:pt x="1323277" y="539442"/>
                  <a:pt x="1333667" y="545287"/>
                </a:cubicBezTo>
                <a:cubicBezTo>
                  <a:pt x="1344708" y="550483"/>
                  <a:pt x="1347955" y="550483"/>
                  <a:pt x="1351202" y="542689"/>
                </a:cubicBezTo>
                <a:cubicBezTo>
                  <a:pt x="1353150" y="537494"/>
                  <a:pt x="1358995" y="532948"/>
                  <a:pt x="1364840" y="532948"/>
                </a:cubicBezTo>
                <a:cubicBezTo>
                  <a:pt x="1375231" y="532948"/>
                  <a:pt x="1390817" y="564121"/>
                  <a:pt x="1410300" y="621920"/>
                </a:cubicBezTo>
                <a:cubicBezTo>
                  <a:pt x="1421990" y="658288"/>
                  <a:pt x="1424588" y="664133"/>
                  <a:pt x="1451864" y="723231"/>
                </a:cubicBezTo>
                <a:cubicBezTo>
                  <a:pt x="1478491" y="780381"/>
                  <a:pt x="1492129" y="781680"/>
                  <a:pt x="1514859" y="729726"/>
                </a:cubicBezTo>
                <a:cubicBezTo>
                  <a:pt x="1523951" y="709593"/>
                  <a:pt x="1533043" y="684266"/>
                  <a:pt x="1534991" y="673225"/>
                </a:cubicBezTo>
                <a:cubicBezTo>
                  <a:pt x="1536940" y="662185"/>
                  <a:pt x="1544083" y="641403"/>
                  <a:pt x="1550578" y="627765"/>
                </a:cubicBezTo>
                <a:cubicBezTo>
                  <a:pt x="1565515" y="596592"/>
                  <a:pt x="1566813" y="571914"/>
                  <a:pt x="1553175" y="571914"/>
                </a:cubicBezTo>
                <a:cubicBezTo>
                  <a:pt x="1540836" y="571914"/>
                  <a:pt x="1540836" y="570615"/>
                  <a:pt x="1557072" y="536195"/>
                </a:cubicBezTo>
                <a:cubicBezTo>
                  <a:pt x="1566164" y="517362"/>
                  <a:pt x="1569411" y="501126"/>
                  <a:pt x="1566813" y="490735"/>
                </a:cubicBezTo>
                <a:cubicBezTo>
                  <a:pt x="1561618" y="470602"/>
                  <a:pt x="1596038" y="404360"/>
                  <a:pt x="1636303" y="355653"/>
                </a:cubicBezTo>
                <a:cubicBezTo>
                  <a:pt x="1652538" y="334871"/>
                  <a:pt x="1662929" y="315388"/>
                  <a:pt x="1664878" y="299152"/>
                </a:cubicBezTo>
                <a:cubicBezTo>
                  <a:pt x="1666826" y="284865"/>
                  <a:pt x="1672021" y="270577"/>
                  <a:pt x="1675918" y="267980"/>
                </a:cubicBezTo>
                <a:cubicBezTo>
                  <a:pt x="1679815" y="264733"/>
                  <a:pt x="1703844" y="258888"/>
                  <a:pt x="1729821" y="254342"/>
                </a:cubicBezTo>
                <a:cubicBezTo>
                  <a:pt x="1794764" y="243301"/>
                  <a:pt x="1851265" y="249796"/>
                  <a:pt x="1905817" y="276422"/>
                </a:cubicBezTo>
                <a:cubicBezTo>
                  <a:pt x="1962317" y="303049"/>
                  <a:pt x="1997387" y="342664"/>
                  <a:pt x="2033755" y="419947"/>
                </a:cubicBezTo>
                <a:cubicBezTo>
                  <a:pt x="2052588" y="460861"/>
                  <a:pt x="2067525" y="483591"/>
                  <a:pt x="2082462" y="493982"/>
                </a:cubicBezTo>
                <a:cubicBezTo>
                  <a:pt x="2105193" y="510218"/>
                  <a:pt x="2121428" y="541391"/>
                  <a:pt x="2121428" y="569966"/>
                </a:cubicBezTo>
                <a:cubicBezTo>
                  <a:pt x="2121428" y="580356"/>
                  <a:pt x="2125974" y="595293"/>
                  <a:pt x="2131819" y="603736"/>
                </a:cubicBezTo>
                <a:cubicBezTo>
                  <a:pt x="2146756" y="625167"/>
                  <a:pt x="2192866" y="758301"/>
                  <a:pt x="2192866" y="780381"/>
                </a:cubicBezTo>
                <a:cubicBezTo>
                  <a:pt x="2192866" y="790123"/>
                  <a:pt x="2190268" y="800514"/>
                  <a:pt x="2186371" y="802462"/>
                </a:cubicBezTo>
                <a:cubicBezTo>
                  <a:pt x="2175981" y="808956"/>
                  <a:pt x="2178578" y="825842"/>
                  <a:pt x="2195464" y="860911"/>
                </a:cubicBezTo>
                <a:cubicBezTo>
                  <a:pt x="2216895" y="906371"/>
                  <a:pt x="2229883" y="951831"/>
                  <a:pt x="2235079" y="994694"/>
                </a:cubicBezTo>
                <a:cubicBezTo>
                  <a:pt x="2238326" y="1025217"/>
                  <a:pt x="2237027" y="1032361"/>
                  <a:pt x="2228585" y="1035608"/>
                </a:cubicBezTo>
                <a:cubicBezTo>
                  <a:pt x="2209751" y="1042752"/>
                  <a:pt x="2218843" y="1073925"/>
                  <a:pt x="2243521" y="1086264"/>
                </a:cubicBezTo>
                <a:cubicBezTo>
                  <a:pt x="2255861" y="1092109"/>
                  <a:pt x="2266901" y="1097954"/>
                  <a:pt x="2268200" y="1099902"/>
                </a:cubicBezTo>
                <a:cubicBezTo>
                  <a:pt x="2272746" y="1103799"/>
                  <a:pt x="2296775" y="1197317"/>
                  <a:pt x="2296775" y="1210305"/>
                </a:cubicBezTo>
                <a:cubicBezTo>
                  <a:pt x="2296775" y="1216800"/>
                  <a:pt x="2303919" y="1238231"/>
                  <a:pt x="2313011" y="1257714"/>
                </a:cubicBezTo>
                <a:cubicBezTo>
                  <a:pt x="2355873" y="1351232"/>
                  <a:pt x="2363666" y="1375261"/>
                  <a:pt x="2363666" y="1406434"/>
                </a:cubicBezTo>
                <a:cubicBezTo>
                  <a:pt x="2363666" y="1455791"/>
                  <a:pt x="2351977" y="1486963"/>
                  <a:pt x="2318206" y="1528527"/>
                </a:cubicBezTo>
                <a:cubicBezTo>
                  <a:pt x="2274045" y="1581780"/>
                  <a:pt x="2216895" y="1618798"/>
                  <a:pt x="2118831" y="1657114"/>
                </a:cubicBezTo>
                <a:cubicBezTo>
                  <a:pt x="2014272" y="1698678"/>
                  <a:pt x="1977904" y="1701276"/>
                  <a:pt x="1879190" y="1672701"/>
                </a:cubicBezTo>
                <a:cubicBezTo>
                  <a:pt x="1799310" y="1649971"/>
                  <a:pt x="1794764" y="1653218"/>
                  <a:pt x="1815546" y="1709718"/>
                </a:cubicBezTo>
                <a:cubicBezTo>
                  <a:pt x="1908415" y="1963646"/>
                  <a:pt x="1933742" y="2042227"/>
                  <a:pt x="1935041" y="2085739"/>
                </a:cubicBezTo>
                <a:cubicBezTo>
                  <a:pt x="1936340" y="2131849"/>
                  <a:pt x="1926599" y="2146137"/>
                  <a:pt x="1871397" y="2182505"/>
                </a:cubicBezTo>
                <a:cubicBezTo>
                  <a:pt x="1816845" y="2218224"/>
                  <a:pt x="1784373" y="2221471"/>
                  <a:pt x="1709688" y="2198091"/>
                </a:cubicBezTo>
                <a:close/>
                <a:moveTo>
                  <a:pt x="1877891" y="1413577"/>
                </a:moveTo>
                <a:cubicBezTo>
                  <a:pt x="1920754" y="1395393"/>
                  <a:pt x="1934392" y="1351881"/>
                  <a:pt x="1920104" y="1281743"/>
                </a:cubicBezTo>
                <a:cubicBezTo>
                  <a:pt x="1889581" y="1134971"/>
                  <a:pt x="1888932" y="1130425"/>
                  <a:pt x="1896075" y="1110942"/>
                </a:cubicBezTo>
                <a:cubicBezTo>
                  <a:pt x="1902570" y="1093408"/>
                  <a:pt x="1901920" y="1090160"/>
                  <a:pt x="1888932" y="1081068"/>
                </a:cubicBezTo>
                <a:cubicBezTo>
                  <a:pt x="1874644" y="1071327"/>
                  <a:pt x="1869449" y="1043401"/>
                  <a:pt x="1881138" y="1036258"/>
                </a:cubicBezTo>
                <a:cubicBezTo>
                  <a:pt x="1890231" y="1031062"/>
                  <a:pt x="1881138" y="1012229"/>
                  <a:pt x="1870748" y="1016125"/>
                </a:cubicBezTo>
                <a:cubicBezTo>
                  <a:pt x="1861006" y="1020022"/>
                  <a:pt x="1853213" y="997941"/>
                  <a:pt x="1840874" y="930400"/>
                </a:cubicBezTo>
                <a:cubicBezTo>
                  <a:pt x="1835029" y="899227"/>
                  <a:pt x="1835029" y="888187"/>
                  <a:pt x="1840874" y="882342"/>
                </a:cubicBezTo>
                <a:cubicBezTo>
                  <a:pt x="1851914" y="871302"/>
                  <a:pt x="1850615" y="857664"/>
                  <a:pt x="1838925" y="857664"/>
                </a:cubicBezTo>
                <a:cubicBezTo>
                  <a:pt x="1833730" y="857664"/>
                  <a:pt x="1827885" y="850520"/>
                  <a:pt x="1825287" y="842077"/>
                </a:cubicBezTo>
                <a:cubicBezTo>
                  <a:pt x="1823339" y="833635"/>
                  <a:pt x="1814247" y="820646"/>
                  <a:pt x="1805804" y="812853"/>
                </a:cubicBezTo>
                <a:cubicBezTo>
                  <a:pt x="1797362" y="805709"/>
                  <a:pt x="1790218" y="792071"/>
                  <a:pt x="1790218" y="782979"/>
                </a:cubicBezTo>
                <a:cubicBezTo>
                  <a:pt x="1790218" y="774537"/>
                  <a:pt x="1786321" y="757651"/>
                  <a:pt x="1781126" y="745962"/>
                </a:cubicBezTo>
                <a:cubicBezTo>
                  <a:pt x="1776580" y="734272"/>
                  <a:pt x="1768787" y="710243"/>
                  <a:pt x="1764890" y="692059"/>
                </a:cubicBezTo>
                <a:cubicBezTo>
                  <a:pt x="1755798" y="655041"/>
                  <a:pt x="1744108" y="640104"/>
                  <a:pt x="1720729" y="633610"/>
                </a:cubicBezTo>
                <a:cubicBezTo>
                  <a:pt x="1687608" y="625817"/>
                  <a:pt x="1650590" y="668030"/>
                  <a:pt x="1579153" y="795968"/>
                </a:cubicBezTo>
                <a:lnTo>
                  <a:pt x="1535641" y="873900"/>
                </a:lnTo>
                <a:lnTo>
                  <a:pt x="1549279" y="915463"/>
                </a:lnTo>
                <a:cubicBezTo>
                  <a:pt x="1561618" y="951182"/>
                  <a:pt x="1562267" y="958326"/>
                  <a:pt x="1553825" y="967418"/>
                </a:cubicBezTo>
                <a:cubicBezTo>
                  <a:pt x="1543434" y="979108"/>
                  <a:pt x="1548629" y="999240"/>
                  <a:pt x="1565515" y="1012878"/>
                </a:cubicBezTo>
                <a:cubicBezTo>
                  <a:pt x="1571359" y="1017424"/>
                  <a:pt x="1575906" y="1029763"/>
                  <a:pt x="1575906" y="1039505"/>
                </a:cubicBezTo>
                <a:cubicBezTo>
                  <a:pt x="1575906" y="1049246"/>
                  <a:pt x="1581101" y="1064183"/>
                  <a:pt x="1588245" y="1072626"/>
                </a:cubicBezTo>
                <a:cubicBezTo>
                  <a:pt x="1601233" y="1090160"/>
                  <a:pt x="1623314" y="1151207"/>
                  <a:pt x="1620716" y="1164196"/>
                </a:cubicBezTo>
                <a:cubicBezTo>
                  <a:pt x="1619417" y="1168742"/>
                  <a:pt x="1631107" y="1197966"/>
                  <a:pt x="1646044" y="1229139"/>
                </a:cubicBezTo>
                <a:cubicBezTo>
                  <a:pt x="1660981" y="1260312"/>
                  <a:pt x="1673320" y="1288887"/>
                  <a:pt x="1673320" y="1292783"/>
                </a:cubicBezTo>
                <a:cubicBezTo>
                  <a:pt x="1673320" y="1309668"/>
                  <a:pt x="1701246" y="1351881"/>
                  <a:pt x="1723327" y="1368767"/>
                </a:cubicBezTo>
                <a:cubicBezTo>
                  <a:pt x="1752551" y="1390847"/>
                  <a:pt x="1820741" y="1422020"/>
                  <a:pt x="1840874" y="1422670"/>
                </a:cubicBezTo>
                <a:cubicBezTo>
                  <a:pt x="1848667" y="1422670"/>
                  <a:pt x="1865552" y="1418773"/>
                  <a:pt x="1877891" y="1413577"/>
                </a:cubicBezTo>
                <a:close/>
                <a:moveTo>
                  <a:pt x="1882437" y="841428"/>
                </a:moveTo>
                <a:cubicBezTo>
                  <a:pt x="1882437" y="838181"/>
                  <a:pt x="1879190" y="834284"/>
                  <a:pt x="1875294" y="832985"/>
                </a:cubicBezTo>
                <a:cubicBezTo>
                  <a:pt x="1871397" y="831687"/>
                  <a:pt x="1868150" y="835583"/>
                  <a:pt x="1868150" y="841428"/>
                </a:cubicBezTo>
                <a:cubicBezTo>
                  <a:pt x="1868150" y="847273"/>
                  <a:pt x="1871397" y="851170"/>
                  <a:pt x="1875294" y="849871"/>
                </a:cubicBezTo>
                <a:cubicBezTo>
                  <a:pt x="1879190" y="848572"/>
                  <a:pt x="1882437" y="844675"/>
                  <a:pt x="1882437" y="841428"/>
                </a:cubicBezTo>
                <a:close/>
                <a:moveTo>
                  <a:pt x="1540836" y="805060"/>
                </a:moveTo>
                <a:cubicBezTo>
                  <a:pt x="1542784" y="801163"/>
                  <a:pt x="1541486" y="794669"/>
                  <a:pt x="1537589" y="790772"/>
                </a:cubicBezTo>
                <a:cubicBezTo>
                  <a:pt x="1531744" y="784927"/>
                  <a:pt x="1528497" y="785577"/>
                  <a:pt x="1523951" y="792721"/>
                </a:cubicBezTo>
                <a:cubicBezTo>
                  <a:pt x="1520704" y="797916"/>
                  <a:pt x="1517457" y="804410"/>
                  <a:pt x="1517457" y="807658"/>
                </a:cubicBezTo>
                <a:cubicBezTo>
                  <a:pt x="1517457" y="814801"/>
                  <a:pt x="1535641" y="812853"/>
                  <a:pt x="1540836" y="805060"/>
                </a:cubicBezTo>
                <a:close/>
                <a:moveTo>
                  <a:pt x="1549928" y="763496"/>
                </a:moveTo>
                <a:cubicBezTo>
                  <a:pt x="1562267" y="749209"/>
                  <a:pt x="1554474" y="736870"/>
                  <a:pt x="1541486" y="749858"/>
                </a:cubicBezTo>
                <a:cubicBezTo>
                  <a:pt x="1529796" y="762197"/>
                  <a:pt x="1527198" y="773238"/>
                  <a:pt x="1536290" y="773238"/>
                </a:cubicBezTo>
                <a:cubicBezTo>
                  <a:pt x="1539537" y="773238"/>
                  <a:pt x="1545382" y="768692"/>
                  <a:pt x="1549928" y="763496"/>
                </a:cubicBezTo>
                <a:close/>
                <a:moveTo>
                  <a:pt x="1300546" y="635558"/>
                </a:moveTo>
                <a:cubicBezTo>
                  <a:pt x="1297949" y="627116"/>
                  <a:pt x="1294702" y="610880"/>
                  <a:pt x="1292104" y="599190"/>
                </a:cubicBezTo>
                <a:cubicBezTo>
                  <a:pt x="1288207" y="577109"/>
                  <a:pt x="1268075" y="559575"/>
                  <a:pt x="1260931" y="571914"/>
                </a:cubicBezTo>
                <a:cubicBezTo>
                  <a:pt x="1254437" y="582305"/>
                  <a:pt x="1263529" y="614776"/>
                  <a:pt x="1277816" y="633610"/>
                </a:cubicBezTo>
                <a:cubicBezTo>
                  <a:pt x="1294052" y="653742"/>
                  <a:pt x="1306391" y="655041"/>
                  <a:pt x="1300546" y="635558"/>
                </a:cubicBezTo>
                <a:close/>
                <a:moveTo>
                  <a:pt x="1384973" y="614127"/>
                </a:moveTo>
                <a:cubicBezTo>
                  <a:pt x="1391467" y="598541"/>
                  <a:pt x="1374582" y="565420"/>
                  <a:pt x="1360944" y="565420"/>
                </a:cubicBezTo>
                <a:cubicBezTo>
                  <a:pt x="1346007" y="565420"/>
                  <a:pt x="1345357" y="579058"/>
                  <a:pt x="1358346" y="604385"/>
                </a:cubicBezTo>
                <a:cubicBezTo>
                  <a:pt x="1369386" y="625817"/>
                  <a:pt x="1379128" y="629064"/>
                  <a:pt x="1384973" y="614127"/>
                </a:cubicBezTo>
                <a:close/>
                <a:moveTo>
                  <a:pt x="1173258" y="458913"/>
                </a:moveTo>
                <a:cubicBezTo>
                  <a:pt x="1173258" y="448522"/>
                  <a:pt x="1159620" y="422544"/>
                  <a:pt x="1153775" y="422544"/>
                </a:cubicBezTo>
                <a:cubicBezTo>
                  <a:pt x="1144683" y="422544"/>
                  <a:pt x="1145332" y="443976"/>
                  <a:pt x="1155074" y="453717"/>
                </a:cubicBezTo>
                <a:cubicBezTo>
                  <a:pt x="1162867" y="461510"/>
                  <a:pt x="1173258" y="464108"/>
                  <a:pt x="1173258" y="458913"/>
                </a:cubicBezTo>
                <a:close/>
                <a:moveTo>
                  <a:pt x="1166763" y="308244"/>
                </a:moveTo>
                <a:cubicBezTo>
                  <a:pt x="1166763" y="292009"/>
                  <a:pt x="1140786" y="253692"/>
                  <a:pt x="1130395" y="253692"/>
                </a:cubicBezTo>
                <a:cubicBezTo>
                  <a:pt x="1116757" y="253692"/>
                  <a:pt x="1119355" y="281618"/>
                  <a:pt x="1134941" y="301750"/>
                </a:cubicBezTo>
                <a:cubicBezTo>
                  <a:pt x="1149878" y="320584"/>
                  <a:pt x="1166763" y="323831"/>
                  <a:pt x="1166763" y="308244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6CC04714-D4DC-BCD0-FA24-346B85A8C63A}"/>
              </a:ext>
            </a:extLst>
          </p:cNvPr>
          <p:cNvSpPr/>
          <p:nvPr/>
        </p:nvSpPr>
        <p:spPr>
          <a:xfrm flipV="1">
            <a:off x="8019401" y="1825120"/>
            <a:ext cx="434831" cy="373000"/>
          </a:xfrm>
          <a:custGeom>
            <a:avLst/>
            <a:gdLst>
              <a:gd name="csX0" fmla="*/ 27673 w 469092"/>
              <a:gd name="csY0" fmla="*/ 484241 h 497057"/>
              <a:gd name="csX1" fmla="*/ -9995 w 469092"/>
              <a:gd name="csY1" fmla="*/ 461511 h 497057"/>
              <a:gd name="csX2" fmla="*/ 47155 w 469092"/>
              <a:gd name="csY2" fmla="*/ 347211 h 497057"/>
              <a:gd name="csX3" fmla="*/ 92616 w 469092"/>
              <a:gd name="csY3" fmla="*/ 167318 h 497057"/>
              <a:gd name="csX4" fmla="*/ 43259 w 469092"/>
              <a:gd name="csY4" fmla="*/ 52369 h 497057"/>
              <a:gd name="csX5" fmla="*/ 17282 w 469092"/>
              <a:gd name="csY5" fmla="*/ -5431 h 497057"/>
              <a:gd name="csX6" fmla="*/ 112099 w 469092"/>
              <a:gd name="csY6" fmla="*/ 58214 h 497057"/>
              <a:gd name="csX7" fmla="*/ 292641 w 469092"/>
              <a:gd name="csY7" fmla="*/ 136146 h 497057"/>
              <a:gd name="csX8" fmla="*/ 371871 w 469092"/>
              <a:gd name="csY8" fmla="*/ 123157 h 497057"/>
              <a:gd name="csX9" fmla="*/ 387458 w 469092"/>
              <a:gd name="csY9" fmla="*/ 110168 h 497057"/>
              <a:gd name="csX10" fmla="*/ 408889 w 469092"/>
              <a:gd name="csY10" fmla="*/ 130950 h 497057"/>
              <a:gd name="csX11" fmla="*/ 458246 w 469092"/>
              <a:gd name="csY11" fmla="*/ 238106 h 497057"/>
              <a:gd name="csX12" fmla="*/ 232244 w 469092"/>
              <a:gd name="csY12" fmla="*/ 470603 h 497057"/>
              <a:gd name="csX13" fmla="*/ 27673 w 469092"/>
              <a:gd name="csY13" fmla="*/ 484241 h 497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469092" h="497057">
                <a:moveTo>
                  <a:pt x="27673" y="484241"/>
                </a:moveTo>
                <a:cubicBezTo>
                  <a:pt x="-1552" y="477747"/>
                  <a:pt x="-8696" y="473850"/>
                  <a:pt x="-9995" y="461511"/>
                </a:cubicBezTo>
                <a:cubicBezTo>
                  <a:pt x="-13891" y="434235"/>
                  <a:pt x="-5448" y="417350"/>
                  <a:pt x="47155" y="347211"/>
                </a:cubicBezTo>
                <a:cubicBezTo>
                  <a:pt x="117294" y="253693"/>
                  <a:pt x="119892" y="243951"/>
                  <a:pt x="92616" y="167318"/>
                </a:cubicBezTo>
                <a:cubicBezTo>
                  <a:pt x="80926" y="134197"/>
                  <a:pt x="58196" y="82243"/>
                  <a:pt x="43259" y="52369"/>
                </a:cubicBezTo>
                <a:cubicBezTo>
                  <a:pt x="27673" y="21846"/>
                  <a:pt x="15983" y="-3482"/>
                  <a:pt x="17282" y="-5431"/>
                </a:cubicBezTo>
                <a:cubicBezTo>
                  <a:pt x="22477" y="-9977"/>
                  <a:pt x="51052" y="8857"/>
                  <a:pt x="112099" y="58214"/>
                </a:cubicBezTo>
                <a:cubicBezTo>
                  <a:pt x="199772" y="129651"/>
                  <a:pt x="214709" y="136146"/>
                  <a:pt x="292641" y="136146"/>
                </a:cubicBezTo>
                <a:cubicBezTo>
                  <a:pt x="347842" y="136146"/>
                  <a:pt x="358883" y="134197"/>
                  <a:pt x="371871" y="123157"/>
                </a:cubicBezTo>
                <a:lnTo>
                  <a:pt x="387458" y="110168"/>
                </a:lnTo>
                <a:lnTo>
                  <a:pt x="408889" y="130950"/>
                </a:lnTo>
                <a:cubicBezTo>
                  <a:pt x="447855" y="168617"/>
                  <a:pt x="458895" y="191997"/>
                  <a:pt x="458246" y="238106"/>
                </a:cubicBezTo>
                <a:cubicBezTo>
                  <a:pt x="457596" y="336171"/>
                  <a:pt x="372521" y="423844"/>
                  <a:pt x="232244" y="470603"/>
                </a:cubicBezTo>
                <a:cubicBezTo>
                  <a:pt x="171197" y="490735"/>
                  <a:pt x="83524" y="497230"/>
                  <a:pt x="27673" y="484241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FC7ECD4B-4966-73CF-99B3-03D016F420B3}"/>
              </a:ext>
            </a:extLst>
          </p:cNvPr>
          <p:cNvSpPr/>
          <p:nvPr/>
        </p:nvSpPr>
        <p:spPr>
          <a:xfrm flipV="1">
            <a:off x="7946684" y="2317072"/>
            <a:ext cx="580266" cy="958548"/>
          </a:xfrm>
          <a:custGeom>
            <a:avLst/>
            <a:gdLst>
              <a:gd name="csX0" fmla="*/ 46811 w 625985"/>
              <a:gd name="csY0" fmla="*/ 1256586 h 1277353"/>
              <a:gd name="csX1" fmla="*/ 14989 w 625985"/>
              <a:gd name="csY1" fmla="*/ 1224763 h 1277353"/>
              <a:gd name="csX2" fmla="*/ -9040 w 625985"/>
              <a:gd name="csY2" fmla="*/ 1199436 h 1277353"/>
              <a:gd name="csX3" fmla="*/ 53305 w 625985"/>
              <a:gd name="csY3" fmla="*/ 1088383 h 1277353"/>
              <a:gd name="csX4" fmla="*/ 113053 w 625985"/>
              <a:gd name="csY4" fmla="*/ 1016945 h 1277353"/>
              <a:gd name="csX5" fmla="*/ 136432 w 625985"/>
              <a:gd name="csY5" fmla="*/ 922778 h 1277353"/>
              <a:gd name="csX6" fmla="*/ 78633 w 625985"/>
              <a:gd name="csY6" fmla="*/ 484411 h 1277353"/>
              <a:gd name="csX7" fmla="*/ 62397 w 625985"/>
              <a:gd name="csY7" fmla="*/ 424663 h 1277353"/>
              <a:gd name="csX8" fmla="*/ 29926 w 625985"/>
              <a:gd name="csY8" fmla="*/ 377255 h 1277353"/>
              <a:gd name="csX9" fmla="*/ 19535 w 625985"/>
              <a:gd name="csY9" fmla="*/ 232432 h 1277353"/>
              <a:gd name="csX10" fmla="*/ 58501 w 625985"/>
              <a:gd name="csY10" fmla="*/ 173983 h 1277353"/>
              <a:gd name="csX11" fmla="*/ 203973 w 625985"/>
              <a:gd name="csY11" fmla="*/ 12274 h 1277353"/>
              <a:gd name="csX12" fmla="*/ 265020 w 625985"/>
              <a:gd name="csY12" fmla="*/ -714 h 1277353"/>
              <a:gd name="csX13" fmla="*/ 381268 w 625985"/>
              <a:gd name="csY13" fmla="*/ 94752 h 1277353"/>
              <a:gd name="csX14" fmla="*/ 400102 w 625985"/>
              <a:gd name="csY14" fmla="*/ 159695 h 1277353"/>
              <a:gd name="csX15" fmla="*/ 471539 w 625985"/>
              <a:gd name="csY15" fmla="*/ 416221 h 1277353"/>
              <a:gd name="csX16" fmla="*/ 491672 w 625985"/>
              <a:gd name="csY16" fmla="*/ 493503 h 1277353"/>
              <a:gd name="csX17" fmla="*/ 514402 w 625985"/>
              <a:gd name="csY17" fmla="*/ 573383 h 1277353"/>
              <a:gd name="csX18" fmla="*/ 533235 w 625985"/>
              <a:gd name="csY18" fmla="*/ 639625 h 1277353"/>
              <a:gd name="csX19" fmla="*/ 546873 w 625985"/>
              <a:gd name="csY19" fmla="*/ 696126 h 1277353"/>
              <a:gd name="csX20" fmla="*/ 544925 w 625985"/>
              <a:gd name="csY20" fmla="*/ 751977 h 1277353"/>
              <a:gd name="csX21" fmla="*/ 539080 w 625985"/>
              <a:gd name="csY21" fmla="*/ 801334 h 1277353"/>
              <a:gd name="csX22" fmla="*/ 558563 w 625985"/>
              <a:gd name="csY22" fmla="*/ 883162 h 1277353"/>
              <a:gd name="csX23" fmla="*/ 572851 w 625985"/>
              <a:gd name="csY23" fmla="*/ 946807 h 1277353"/>
              <a:gd name="csX24" fmla="*/ 594931 w 625985"/>
              <a:gd name="csY24" fmla="*/ 1014997 h 1277353"/>
              <a:gd name="csX25" fmla="*/ 596880 w 625985"/>
              <a:gd name="csY25" fmla="*/ 1058509 h 1277353"/>
              <a:gd name="csX26" fmla="*/ 594282 w 625985"/>
              <a:gd name="csY26" fmla="*/ 1106567 h 1277353"/>
              <a:gd name="csX27" fmla="*/ 615064 w 625985"/>
              <a:gd name="csY27" fmla="*/ 1172809 h 1277353"/>
              <a:gd name="csX28" fmla="*/ 536483 w 625985"/>
              <a:gd name="csY28" fmla="*/ 1013698 h 1277353"/>
              <a:gd name="csX29" fmla="*/ 318273 w 625985"/>
              <a:gd name="csY29" fmla="*/ 602608 h 1277353"/>
              <a:gd name="csX30" fmla="*/ 194232 w 625985"/>
              <a:gd name="csY30" fmla="*/ 475969 h 1277353"/>
              <a:gd name="csX31" fmla="*/ 159163 w 625985"/>
              <a:gd name="csY31" fmla="*/ 523377 h 1277353"/>
              <a:gd name="csX32" fmla="*/ 235796 w 625985"/>
              <a:gd name="csY32" fmla="*/ 815621 h 1277353"/>
              <a:gd name="csX33" fmla="*/ 307233 w 625985"/>
              <a:gd name="csY33" fmla="*/ 934467 h 1277353"/>
              <a:gd name="csX34" fmla="*/ 328664 w 625985"/>
              <a:gd name="csY34" fmla="*/ 1019543 h 1277353"/>
              <a:gd name="csX35" fmla="*/ 303986 w 625985"/>
              <a:gd name="csY35" fmla="*/ 1112412 h 1277353"/>
              <a:gd name="csX36" fmla="*/ 110455 w 625985"/>
              <a:gd name="csY36" fmla="*/ 1228011 h 1277353"/>
              <a:gd name="csX37" fmla="*/ 72139 w 625985"/>
              <a:gd name="csY37" fmla="*/ 1257884 h 1277353"/>
              <a:gd name="csX38" fmla="*/ 46811 w 625985"/>
              <a:gd name="csY38" fmla="*/ 1256586 h 1277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625985" h="1277353">
                <a:moveTo>
                  <a:pt x="46811" y="1256586"/>
                </a:moveTo>
                <a:cubicBezTo>
                  <a:pt x="40317" y="1245545"/>
                  <a:pt x="25380" y="1231258"/>
                  <a:pt x="14989" y="1224763"/>
                </a:cubicBezTo>
                <a:cubicBezTo>
                  <a:pt x="3948" y="1218269"/>
                  <a:pt x="-6443" y="1206579"/>
                  <a:pt x="-9040" y="1199436"/>
                </a:cubicBezTo>
                <a:cubicBezTo>
                  <a:pt x="-14885" y="1179953"/>
                  <a:pt x="9793" y="1135142"/>
                  <a:pt x="53305" y="1088383"/>
                </a:cubicBezTo>
                <a:cubicBezTo>
                  <a:pt x="74736" y="1065003"/>
                  <a:pt x="101363" y="1033181"/>
                  <a:pt x="113053" y="1016945"/>
                </a:cubicBezTo>
                <a:cubicBezTo>
                  <a:pt x="132536" y="989669"/>
                  <a:pt x="133835" y="983824"/>
                  <a:pt x="136432" y="922778"/>
                </a:cubicBezTo>
                <a:cubicBezTo>
                  <a:pt x="140329" y="803282"/>
                  <a:pt x="110455" y="577280"/>
                  <a:pt x="78633" y="484411"/>
                </a:cubicBezTo>
                <a:cubicBezTo>
                  <a:pt x="72139" y="464928"/>
                  <a:pt x="64995" y="437652"/>
                  <a:pt x="62397" y="424663"/>
                </a:cubicBezTo>
                <a:cubicBezTo>
                  <a:pt x="59800" y="406479"/>
                  <a:pt x="51357" y="394790"/>
                  <a:pt x="29926" y="377255"/>
                </a:cubicBezTo>
                <a:cubicBezTo>
                  <a:pt x="-20730" y="335691"/>
                  <a:pt x="-23977" y="287633"/>
                  <a:pt x="19535" y="232432"/>
                </a:cubicBezTo>
                <a:cubicBezTo>
                  <a:pt x="33822" y="214897"/>
                  <a:pt x="50707" y="188920"/>
                  <a:pt x="58501" y="173983"/>
                </a:cubicBezTo>
                <a:cubicBezTo>
                  <a:pt x="94869" y="103195"/>
                  <a:pt x="148772" y="43447"/>
                  <a:pt x="203973" y="12274"/>
                </a:cubicBezTo>
                <a:cubicBezTo>
                  <a:pt x="237744" y="-5910"/>
                  <a:pt x="242939" y="-7209"/>
                  <a:pt x="265020" y="-714"/>
                </a:cubicBezTo>
                <a:cubicBezTo>
                  <a:pt x="302687" y="10326"/>
                  <a:pt x="364383" y="61631"/>
                  <a:pt x="381268" y="94752"/>
                </a:cubicBezTo>
                <a:cubicBezTo>
                  <a:pt x="389711" y="110988"/>
                  <a:pt x="398154" y="140212"/>
                  <a:pt x="400102" y="159695"/>
                </a:cubicBezTo>
                <a:cubicBezTo>
                  <a:pt x="403998" y="194765"/>
                  <a:pt x="440367" y="325300"/>
                  <a:pt x="471539" y="416221"/>
                </a:cubicBezTo>
                <a:cubicBezTo>
                  <a:pt x="479982" y="441549"/>
                  <a:pt x="489074" y="475969"/>
                  <a:pt x="491672" y="493503"/>
                </a:cubicBezTo>
                <a:cubicBezTo>
                  <a:pt x="494269" y="510388"/>
                  <a:pt x="504660" y="546757"/>
                  <a:pt x="514402" y="573383"/>
                </a:cubicBezTo>
                <a:cubicBezTo>
                  <a:pt x="524793" y="600010"/>
                  <a:pt x="533235" y="629884"/>
                  <a:pt x="533235" y="639625"/>
                </a:cubicBezTo>
                <a:cubicBezTo>
                  <a:pt x="533235" y="649367"/>
                  <a:pt x="539080" y="674695"/>
                  <a:pt x="546873" y="696126"/>
                </a:cubicBezTo>
                <a:cubicBezTo>
                  <a:pt x="565707" y="750678"/>
                  <a:pt x="565707" y="753925"/>
                  <a:pt x="544925" y="751977"/>
                </a:cubicBezTo>
                <a:cubicBezTo>
                  <a:pt x="522844" y="750029"/>
                  <a:pt x="522195" y="757822"/>
                  <a:pt x="539080" y="801334"/>
                </a:cubicBezTo>
                <a:cubicBezTo>
                  <a:pt x="546224" y="818869"/>
                  <a:pt x="554667" y="855886"/>
                  <a:pt x="558563" y="883162"/>
                </a:cubicBezTo>
                <a:cubicBezTo>
                  <a:pt x="562460" y="911088"/>
                  <a:pt x="568954" y="939663"/>
                  <a:pt x="572851" y="946807"/>
                </a:cubicBezTo>
                <a:cubicBezTo>
                  <a:pt x="576747" y="954600"/>
                  <a:pt x="586489" y="985123"/>
                  <a:pt x="594931" y="1014997"/>
                </a:cubicBezTo>
                <a:cubicBezTo>
                  <a:pt x="607920" y="1065653"/>
                  <a:pt x="608569" y="1068250"/>
                  <a:pt x="596880" y="1058509"/>
                </a:cubicBezTo>
                <a:cubicBezTo>
                  <a:pt x="576098" y="1039026"/>
                  <a:pt x="575448" y="1055262"/>
                  <a:pt x="594282" y="1106567"/>
                </a:cubicBezTo>
                <a:cubicBezTo>
                  <a:pt x="604673" y="1133843"/>
                  <a:pt x="613765" y="1163717"/>
                  <a:pt x="615064" y="1172809"/>
                </a:cubicBezTo>
                <a:cubicBezTo>
                  <a:pt x="618311" y="1190993"/>
                  <a:pt x="569604" y="1092279"/>
                  <a:pt x="536483" y="1013698"/>
                </a:cubicBezTo>
                <a:cubicBezTo>
                  <a:pt x="479982" y="877317"/>
                  <a:pt x="379320" y="687034"/>
                  <a:pt x="318273" y="602608"/>
                </a:cubicBezTo>
                <a:cubicBezTo>
                  <a:pt x="283204" y="553251"/>
                  <a:pt x="219560" y="488308"/>
                  <a:pt x="194232" y="475969"/>
                </a:cubicBezTo>
                <a:cubicBezTo>
                  <a:pt x="161760" y="460382"/>
                  <a:pt x="153967" y="470773"/>
                  <a:pt x="159163" y="523377"/>
                </a:cubicBezTo>
                <a:cubicBezTo>
                  <a:pt x="164358" y="583125"/>
                  <a:pt x="202675" y="728598"/>
                  <a:pt x="235796" y="815621"/>
                </a:cubicBezTo>
                <a:cubicBezTo>
                  <a:pt x="247485" y="847444"/>
                  <a:pt x="282555" y="905243"/>
                  <a:pt x="307233" y="934467"/>
                </a:cubicBezTo>
                <a:cubicBezTo>
                  <a:pt x="328015" y="959146"/>
                  <a:pt x="328664" y="961744"/>
                  <a:pt x="328664" y="1019543"/>
                </a:cubicBezTo>
                <a:cubicBezTo>
                  <a:pt x="328664" y="1077992"/>
                  <a:pt x="328015" y="1079291"/>
                  <a:pt x="303986" y="1112412"/>
                </a:cubicBezTo>
                <a:cubicBezTo>
                  <a:pt x="266968" y="1163067"/>
                  <a:pt x="141628" y="1237752"/>
                  <a:pt x="110455" y="1228011"/>
                </a:cubicBezTo>
                <a:cubicBezTo>
                  <a:pt x="94869" y="1222815"/>
                  <a:pt x="72139" y="1240350"/>
                  <a:pt x="72139" y="1257884"/>
                </a:cubicBezTo>
                <a:cubicBezTo>
                  <a:pt x="72139" y="1278666"/>
                  <a:pt x="59800" y="1278017"/>
                  <a:pt x="46811" y="1256586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7A84B530-C694-75A2-C43A-A590EBE4F1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710" y="2569151"/>
            <a:ext cx="3022092" cy="32697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ED5E7A1-643D-CD27-0097-1ACE1AE7A1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820" y="4102474"/>
            <a:ext cx="1244378" cy="1016001"/>
          </a:xfrm>
          <a:prstGeom prst="rect">
            <a:avLst/>
          </a:prstGeom>
          <a:effectLst>
            <a:outerShdw blurRad="50800" dist="50800" dir="5400000" algn="ctr" rotWithShape="0">
              <a:srgbClr val="F9E184"/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915CC13-DE87-C7A5-6F79-3B91CC6723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915" y="4072751"/>
            <a:ext cx="905981" cy="1016001"/>
          </a:xfrm>
          <a:prstGeom prst="rect">
            <a:avLst/>
          </a:prstGeom>
          <a:effectLst>
            <a:outerShdw blurRad="50800" dist="50800" dir="5400000" algn="ctr" rotWithShape="0">
              <a:srgbClr val="F9E184"/>
            </a:outerShdw>
          </a:effectLst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E617B00D-52F6-ACBD-A0BC-74E65633DA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164" y="4735146"/>
            <a:ext cx="2189159" cy="101600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39782161-9D2A-C96C-90D1-95F3978735E9}"/>
              </a:ext>
            </a:extLst>
          </p:cNvPr>
          <p:cNvSpPr txBox="1"/>
          <p:nvPr/>
        </p:nvSpPr>
        <p:spPr>
          <a:xfrm>
            <a:off x="3482183" y="4963950"/>
            <a:ext cx="1842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C000"/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参赛类别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4386F46-D2F8-1B53-146C-8D4595919B16}"/>
              </a:ext>
            </a:extLst>
          </p:cNvPr>
          <p:cNvSpPr txBox="1"/>
          <p:nvPr/>
        </p:nvSpPr>
        <p:spPr>
          <a:xfrm>
            <a:off x="5061590" y="4963949"/>
            <a:ext cx="427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虚拟或增强型实验</a:t>
            </a:r>
          </a:p>
        </p:txBody>
      </p:sp>
    </p:spTree>
    <p:extLst>
      <p:ext uri="{BB962C8B-B14F-4D97-AF65-F5344CB8AC3E}">
        <p14:creationId xmlns:p14="http://schemas.microsoft.com/office/powerpoint/2010/main" val="4246189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>
            <a:extLst>
              <a:ext uri="{FF2B5EF4-FFF2-40B4-BE49-F238E27FC236}">
                <a16:creationId xmlns:a16="http://schemas.microsoft.com/office/drawing/2014/main" id="{1156CB2C-280E-16E0-569D-B6D9FF491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862" y="4660156"/>
            <a:ext cx="2663924" cy="634951"/>
          </a:xfrm>
          <a:prstGeom prst="rect">
            <a:avLst/>
          </a:prstGeom>
        </p:spPr>
      </p:pic>
      <p:sp>
        <p:nvSpPr>
          <p:cNvPr id="31" name="矩形: 单圆角 30">
            <a:extLst>
              <a:ext uri="{FF2B5EF4-FFF2-40B4-BE49-F238E27FC236}">
                <a16:creationId xmlns:a16="http://schemas.microsoft.com/office/drawing/2014/main" id="{791F0CA3-FD54-E4DA-E56A-9D889EA677C1}"/>
              </a:ext>
            </a:extLst>
          </p:cNvPr>
          <p:cNvSpPr/>
          <p:nvPr/>
        </p:nvSpPr>
        <p:spPr>
          <a:xfrm>
            <a:off x="9304010" y="3161072"/>
            <a:ext cx="2635513" cy="626354"/>
          </a:xfrm>
          <a:prstGeom prst="round1Rect">
            <a:avLst/>
          </a:prstGeom>
          <a:gradFill flip="none" rotWithShape="1">
            <a:gsLst>
              <a:gs pos="0">
                <a:srgbClr val="BF2A22"/>
              </a:gs>
              <a:gs pos="74000">
                <a:srgbClr val="F9E3DB"/>
              </a:gs>
              <a:gs pos="83000">
                <a:srgbClr val="F0E1DC"/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单圆角 21">
            <a:extLst>
              <a:ext uri="{FF2B5EF4-FFF2-40B4-BE49-F238E27FC236}">
                <a16:creationId xmlns:a16="http://schemas.microsoft.com/office/drawing/2014/main" id="{650878CF-20AA-D1D3-590F-FE218E7760D4}"/>
              </a:ext>
            </a:extLst>
          </p:cNvPr>
          <p:cNvSpPr/>
          <p:nvPr/>
        </p:nvSpPr>
        <p:spPr>
          <a:xfrm>
            <a:off x="9368349" y="1923524"/>
            <a:ext cx="2422100" cy="554785"/>
          </a:xfrm>
          <a:prstGeom prst="round1Rect">
            <a:avLst/>
          </a:prstGeom>
          <a:gradFill flip="none" rotWithShape="1">
            <a:gsLst>
              <a:gs pos="0">
                <a:srgbClr val="BF2A22"/>
              </a:gs>
              <a:gs pos="74000">
                <a:srgbClr val="F9E3DB"/>
              </a:gs>
              <a:gs pos="83000">
                <a:srgbClr val="F0E1DC"/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单圆角 23">
            <a:extLst>
              <a:ext uri="{FF2B5EF4-FFF2-40B4-BE49-F238E27FC236}">
                <a16:creationId xmlns:a16="http://schemas.microsoft.com/office/drawing/2014/main" id="{94478698-44B9-202A-CFEA-758DA0757295}"/>
              </a:ext>
            </a:extLst>
          </p:cNvPr>
          <p:cNvSpPr/>
          <p:nvPr/>
        </p:nvSpPr>
        <p:spPr>
          <a:xfrm>
            <a:off x="1893801" y="1893709"/>
            <a:ext cx="2422100" cy="554785"/>
          </a:xfrm>
          <a:prstGeom prst="round1Rect">
            <a:avLst/>
          </a:prstGeom>
          <a:gradFill flip="none" rotWithShape="1">
            <a:gsLst>
              <a:gs pos="0">
                <a:srgbClr val="BF2A22"/>
              </a:gs>
              <a:gs pos="74000">
                <a:srgbClr val="F9E3DB"/>
              </a:gs>
              <a:gs pos="83000">
                <a:srgbClr val="F0E1DC"/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单圆角 4">
            <a:extLst>
              <a:ext uri="{FF2B5EF4-FFF2-40B4-BE49-F238E27FC236}">
                <a16:creationId xmlns:a16="http://schemas.microsoft.com/office/drawing/2014/main" id="{3002BFF5-A19A-4F59-F15B-7D36EDA165E8}"/>
              </a:ext>
            </a:extLst>
          </p:cNvPr>
          <p:cNvSpPr/>
          <p:nvPr/>
        </p:nvSpPr>
        <p:spPr>
          <a:xfrm>
            <a:off x="1925967" y="3145707"/>
            <a:ext cx="2422100" cy="554785"/>
          </a:xfrm>
          <a:prstGeom prst="round1Rect">
            <a:avLst/>
          </a:prstGeom>
          <a:gradFill flip="none" rotWithShape="1">
            <a:gsLst>
              <a:gs pos="0">
                <a:srgbClr val="BF2A22"/>
              </a:gs>
              <a:gs pos="74000">
                <a:srgbClr val="F9E3DB"/>
              </a:gs>
              <a:gs pos="83000">
                <a:srgbClr val="F0E1DC"/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591EAA-E372-881E-6150-12B3781BD6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7700"/>
            <a:ext cx="4314825" cy="1373553"/>
          </a:xfrm>
          <a:prstGeom prst="rect">
            <a:avLst/>
          </a:prstGeom>
          <a:effectLst>
            <a:outerShdw blurRad="25400" dist="50800" dir="5400000" algn="ctr" rotWithShape="0">
              <a:schemeClr val="accent2">
                <a:lumMod val="50000"/>
              </a:schemeClr>
            </a:outerShdw>
          </a:effec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3DE8541-C277-ADC2-7261-476F1F229E06}"/>
              </a:ext>
            </a:extLst>
          </p:cNvPr>
          <p:cNvSpPr txBox="1"/>
          <p:nvPr/>
        </p:nvSpPr>
        <p:spPr>
          <a:xfrm>
            <a:off x="1323108" y="217466"/>
            <a:ext cx="2001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项目定位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6F958A-72D6-B677-ECA5-83FCD1114E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18" y="429401"/>
            <a:ext cx="1929656" cy="189807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5494718-EA94-907D-DAD9-A4DB4891D5EF}"/>
              </a:ext>
            </a:extLst>
          </p:cNvPr>
          <p:cNvSpPr txBox="1"/>
          <p:nvPr/>
        </p:nvSpPr>
        <p:spPr>
          <a:xfrm>
            <a:off x="1600199" y="1165854"/>
            <a:ext cx="81395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面向中小学AI通识教育的交互式虚拟实验室</a:t>
            </a:r>
            <a:endParaRPr lang="zh-CN" altLang="en-US" sz="3200" dirty="0">
              <a:solidFill>
                <a:schemeClr val="accent2">
                  <a:lumMod val="50000"/>
                </a:schemeClr>
              </a:solidFill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endParaRPr lang="zh-CN" altLang="en-US" sz="28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74C255D-2E10-837E-65DF-EEC576B785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992" y="442520"/>
            <a:ext cx="2071062" cy="179060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7274D59-7F35-67E9-4D3A-4BF9A83768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58" y="1599212"/>
            <a:ext cx="2422100" cy="131056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C6414DB-D4E1-35FD-DF13-195E8A98F054}"/>
              </a:ext>
            </a:extLst>
          </p:cNvPr>
          <p:cNvSpPr txBox="1"/>
          <p:nvPr/>
        </p:nvSpPr>
        <p:spPr>
          <a:xfrm>
            <a:off x="486750" y="1865600"/>
            <a:ext cx="1567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9E184"/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切入点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93DB78B-BA7B-17FF-3E44-1A1D7900272A}"/>
              </a:ext>
            </a:extLst>
          </p:cNvPr>
          <p:cNvSpPr txBox="1"/>
          <p:nvPr/>
        </p:nvSpPr>
        <p:spPr>
          <a:xfrm>
            <a:off x="2257985" y="1945712"/>
            <a:ext cx="2202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敲击鼓点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31A3C80-A2FB-D421-1DC7-83565233F6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73" y="2846595"/>
            <a:ext cx="2422100" cy="13105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7F37A6E-9E17-0DB9-37F8-EBD706D2F7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669" y="1610659"/>
            <a:ext cx="2635514" cy="131056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AE29568-8331-CE57-4113-D9B5E89AB8B5}"/>
              </a:ext>
            </a:extLst>
          </p:cNvPr>
          <p:cNvSpPr txBox="1"/>
          <p:nvPr/>
        </p:nvSpPr>
        <p:spPr>
          <a:xfrm>
            <a:off x="362411" y="3104860"/>
            <a:ext cx="2121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9E184"/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核心方法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F07A40D-E172-E485-9E07-2F17B409165B}"/>
              </a:ext>
            </a:extLst>
          </p:cNvPr>
          <p:cNvSpPr txBox="1"/>
          <p:nvPr/>
        </p:nvSpPr>
        <p:spPr>
          <a:xfrm>
            <a:off x="2277916" y="3178247"/>
            <a:ext cx="2015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对照试验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9E0212B-C321-B83E-B7F7-E9F34935E6DD}"/>
              </a:ext>
            </a:extLst>
          </p:cNvPr>
          <p:cNvSpPr txBox="1"/>
          <p:nvPr/>
        </p:nvSpPr>
        <p:spPr>
          <a:xfrm>
            <a:off x="7650029" y="1910820"/>
            <a:ext cx="2150269" cy="580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9E184"/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交叉教育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3B232A-6BAB-3FA0-3E4A-652823D3E4E3}"/>
              </a:ext>
            </a:extLst>
          </p:cNvPr>
          <p:cNvSpPr txBox="1"/>
          <p:nvPr/>
        </p:nvSpPr>
        <p:spPr>
          <a:xfrm>
            <a:off x="9658000" y="1977700"/>
            <a:ext cx="1927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音乐</a:t>
            </a:r>
            <a:r>
              <a:rPr lang="en-US" altLang="zh-CN" sz="28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+AI</a:t>
            </a:r>
            <a:endParaRPr lang="zh-CN" altLang="en-US" sz="2800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8996ED71-524E-3D6D-A9DD-572432EE46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673" y="2904467"/>
            <a:ext cx="2635514" cy="1310565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ED7D0FC9-3B9D-06D3-DDFD-A211BED5120B}"/>
              </a:ext>
            </a:extLst>
          </p:cNvPr>
          <p:cNvSpPr txBox="1"/>
          <p:nvPr/>
        </p:nvSpPr>
        <p:spPr>
          <a:xfrm>
            <a:off x="7615835" y="3188130"/>
            <a:ext cx="1871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9E184"/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知识迁移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38AACD16-5928-18F1-9443-B5F8EBB272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067" y="1724063"/>
            <a:ext cx="2547883" cy="2002235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7038148D-2F5C-A2B1-E894-598FD127402C}"/>
              </a:ext>
            </a:extLst>
          </p:cNvPr>
          <p:cNvSpPr txBox="1"/>
          <p:nvPr/>
        </p:nvSpPr>
        <p:spPr>
          <a:xfrm>
            <a:off x="9572630" y="3243417"/>
            <a:ext cx="242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虚拟到现实情境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E34E39D-4A59-6A1F-5315-60D0422F63CE}"/>
              </a:ext>
            </a:extLst>
          </p:cNvPr>
          <p:cNvSpPr txBox="1"/>
          <p:nvPr/>
        </p:nvSpPr>
        <p:spPr>
          <a:xfrm>
            <a:off x="5339747" y="2184887"/>
            <a:ext cx="1512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9E184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四大</a:t>
            </a:r>
            <a:endParaRPr lang="en-US" altLang="zh-CN" sz="3600" dirty="0">
              <a:solidFill>
                <a:srgbClr val="F9E184"/>
              </a:solidFill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en-US" sz="3600" dirty="0">
                <a:solidFill>
                  <a:srgbClr val="F9E184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特征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8BCD48ED-EE16-BCA4-CF84-E920627BB5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786" y="1704662"/>
            <a:ext cx="924032" cy="1010809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CAD36B99-2BDC-4781-2A44-E98ED15E85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454" y="1600754"/>
            <a:ext cx="924548" cy="1200328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A273B93F-1F40-F69E-B984-D05ECE248D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362" y="2904467"/>
            <a:ext cx="984822" cy="1200329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E038991E-C180-CE71-410A-2334EF745D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047" y="2924391"/>
            <a:ext cx="924548" cy="115497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3E910FD-E396-CFE2-AFE7-7B218872E8B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91" y="3781436"/>
            <a:ext cx="5225029" cy="354600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BFB7D97-9634-7A46-6661-29F0A323C35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911" y="3753356"/>
            <a:ext cx="5225029" cy="3546003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F86E4183-DD8A-9E42-3396-37FE73AFC26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954" y="4796575"/>
            <a:ext cx="1009650" cy="1028700"/>
          </a:xfrm>
          <a:prstGeom prst="rect">
            <a:avLst/>
          </a:prstGeom>
        </p:spPr>
      </p:pic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610A2BC-AF6C-EDF6-C099-E02DB48BEEB6}"/>
              </a:ext>
            </a:extLst>
          </p:cNvPr>
          <p:cNvSpPr/>
          <p:nvPr/>
        </p:nvSpPr>
        <p:spPr>
          <a:xfrm>
            <a:off x="1793079" y="3992991"/>
            <a:ext cx="2543175" cy="531449"/>
          </a:xfrm>
          <a:prstGeom prst="roundRect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FFC000"/>
            </a:solidFill>
          </a:ln>
          <a:effectLst>
            <a:outerShdw blurRad="50800" dist="50800" dir="5400000" algn="ctr" rotWithShape="0">
              <a:srgbClr val="BE2B24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32FC8C7-B7F8-0338-5BC0-BE4335BF50E3}"/>
              </a:ext>
            </a:extLst>
          </p:cNvPr>
          <p:cNvSpPr txBox="1"/>
          <p:nvPr/>
        </p:nvSpPr>
        <p:spPr>
          <a:xfrm>
            <a:off x="2157336" y="4056822"/>
            <a:ext cx="2286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交互实验室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B3F00F47-BDC4-5F50-C5F0-AE40A78722F4}"/>
              </a:ext>
            </a:extLst>
          </p:cNvPr>
          <p:cNvSpPr/>
          <p:nvPr/>
        </p:nvSpPr>
        <p:spPr>
          <a:xfrm>
            <a:off x="7324669" y="4089363"/>
            <a:ext cx="2543175" cy="531449"/>
          </a:xfrm>
          <a:prstGeom prst="roundRect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FFC000"/>
            </a:solidFill>
          </a:ln>
          <a:effectLst>
            <a:outerShdw blurRad="50800" dist="50800" dir="5400000" algn="ctr" rotWithShape="0">
              <a:srgbClr val="BF2A2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0A5DAF4-8E97-E134-B835-86133FAF344E}"/>
              </a:ext>
            </a:extLst>
          </p:cNvPr>
          <p:cNvSpPr txBox="1"/>
          <p:nvPr/>
        </p:nvSpPr>
        <p:spPr>
          <a:xfrm>
            <a:off x="7795548" y="4151660"/>
            <a:ext cx="2414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传统课堂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7FAC7E5-25B0-06CA-6329-1D2527C0190F}"/>
              </a:ext>
            </a:extLst>
          </p:cNvPr>
          <p:cNvSpPr txBox="1"/>
          <p:nvPr/>
        </p:nvSpPr>
        <p:spPr>
          <a:xfrm>
            <a:off x="2496126" y="4701531"/>
            <a:ext cx="3100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主动参与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EAF447E3-21BE-C5A4-31B9-AD5389C99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9014" y="4741020"/>
            <a:ext cx="2663924" cy="63495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3EDCED07-15A6-262A-5F0B-B37D7996EF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407" y="5235719"/>
            <a:ext cx="2588364" cy="616941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2EC7DA06-00C3-22AB-DC01-3FB81C007A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468" y="5874141"/>
            <a:ext cx="2670318" cy="636475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BA45B317-294B-9E34-B6B8-E568DEBF4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4263" y="5901760"/>
            <a:ext cx="2663924" cy="634951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DE9C4F01-5634-7752-8BBD-1F8EADEED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468" y="5321390"/>
            <a:ext cx="2663924" cy="634951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55EF779B-6585-5D4D-7B42-DB5098E0A313}"/>
              </a:ext>
            </a:extLst>
          </p:cNvPr>
          <p:cNvSpPr txBox="1"/>
          <p:nvPr/>
        </p:nvSpPr>
        <p:spPr>
          <a:xfrm>
            <a:off x="7840882" y="4823987"/>
            <a:ext cx="1500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被动回答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72B1590-1C83-CBF0-F02D-7F50888FA9A0}"/>
              </a:ext>
            </a:extLst>
          </p:cNvPr>
          <p:cNvSpPr txBox="1"/>
          <p:nvPr/>
        </p:nvSpPr>
        <p:spPr>
          <a:xfrm>
            <a:off x="2447752" y="5316769"/>
            <a:ext cx="19074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掌握度高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398C5E6-D5FC-9D9D-8806-08F2EE21C60F}"/>
              </a:ext>
            </a:extLst>
          </p:cNvPr>
          <p:cNvSpPr txBox="1"/>
          <p:nvPr/>
        </p:nvSpPr>
        <p:spPr>
          <a:xfrm>
            <a:off x="7784704" y="5397840"/>
            <a:ext cx="1653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半知半解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3CB0B29-651C-099E-ADC4-8E06F4C1FC58}"/>
              </a:ext>
            </a:extLst>
          </p:cNvPr>
          <p:cNvSpPr txBox="1"/>
          <p:nvPr/>
        </p:nvSpPr>
        <p:spPr>
          <a:xfrm>
            <a:off x="2388081" y="5953244"/>
            <a:ext cx="1497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迁移现实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9849CB5-3A29-1063-2DD3-AB7A17260782}"/>
              </a:ext>
            </a:extLst>
          </p:cNvPr>
          <p:cNvSpPr txBox="1"/>
          <p:nvPr/>
        </p:nvSpPr>
        <p:spPr>
          <a:xfrm>
            <a:off x="7795548" y="5953244"/>
            <a:ext cx="1552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落地实践</a:t>
            </a: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FFE5AF01-097F-95DB-53B8-D73605024AC2}"/>
              </a:ext>
            </a:extLst>
          </p:cNvPr>
          <p:cNvSpPr/>
          <p:nvPr/>
        </p:nvSpPr>
        <p:spPr>
          <a:xfrm>
            <a:off x="1830279" y="4656715"/>
            <a:ext cx="341292" cy="3387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A518FA21-3804-6BF7-CC32-EA1BF6132679}"/>
              </a:ext>
            </a:extLst>
          </p:cNvPr>
          <p:cNvSpPr/>
          <p:nvPr/>
        </p:nvSpPr>
        <p:spPr>
          <a:xfrm>
            <a:off x="1826001" y="6017600"/>
            <a:ext cx="341292" cy="3387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E6975FD2-CE01-9AEE-84F7-501EF3DE3885}"/>
              </a:ext>
            </a:extLst>
          </p:cNvPr>
          <p:cNvSpPr/>
          <p:nvPr/>
        </p:nvSpPr>
        <p:spPr>
          <a:xfrm>
            <a:off x="1830279" y="5320071"/>
            <a:ext cx="341292" cy="3387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3F145418-ED0F-17A9-85FB-5F7B634C2DEE}"/>
              </a:ext>
            </a:extLst>
          </p:cNvPr>
          <p:cNvSpPr/>
          <p:nvPr/>
        </p:nvSpPr>
        <p:spPr>
          <a:xfrm>
            <a:off x="7241949" y="6060151"/>
            <a:ext cx="341292" cy="3387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C336E180-E712-F8BA-BD64-046D2CC50544}"/>
              </a:ext>
            </a:extLst>
          </p:cNvPr>
          <p:cNvSpPr/>
          <p:nvPr/>
        </p:nvSpPr>
        <p:spPr>
          <a:xfrm>
            <a:off x="7215294" y="5406910"/>
            <a:ext cx="341292" cy="3387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25D522EB-F068-E023-AB9A-A1551822ACAB}"/>
              </a:ext>
            </a:extLst>
          </p:cNvPr>
          <p:cNvSpPr/>
          <p:nvPr/>
        </p:nvSpPr>
        <p:spPr>
          <a:xfrm>
            <a:off x="7241949" y="4784165"/>
            <a:ext cx="341292" cy="3387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C42735F3-1239-C3F0-7FC1-03BD340F0DF4}"/>
              </a:ext>
            </a:extLst>
          </p:cNvPr>
          <p:cNvSpPr/>
          <p:nvPr/>
        </p:nvSpPr>
        <p:spPr>
          <a:xfrm>
            <a:off x="1860328" y="4759072"/>
            <a:ext cx="262428" cy="173779"/>
          </a:xfrm>
          <a:prstGeom prst="ellipse">
            <a:avLst/>
          </a:prstGeom>
          <a:blipFill>
            <a:blip r:embed="rId15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D3BB64A7-5C36-77A6-359C-2A8BD35004AA}"/>
              </a:ext>
            </a:extLst>
          </p:cNvPr>
          <p:cNvSpPr/>
          <p:nvPr/>
        </p:nvSpPr>
        <p:spPr>
          <a:xfrm>
            <a:off x="1862860" y="6100100"/>
            <a:ext cx="262428" cy="173779"/>
          </a:xfrm>
          <a:prstGeom prst="ellipse">
            <a:avLst/>
          </a:prstGeom>
          <a:blipFill>
            <a:blip r:embed="rId15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EA8172F0-1645-8DE6-3A68-94800307BB98}"/>
              </a:ext>
            </a:extLst>
          </p:cNvPr>
          <p:cNvSpPr/>
          <p:nvPr/>
        </p:nvSpPr>
        <p:spPr>
          <a:xfrm>
            <a:off x="7268990" y="4843746"/>
            <a:ext cx="262428" cy="173779"/>
          </a:xfrm>
          <a:prstGeom prst="ellipse">
            <a:avLst/>
          </a:prstGeom>
          <a:blipFill>
            <a:blip r:embed="rId15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8E77C607-808A-D661-C5E1-32894883738E}"/>
              </a:ext>
            </a:extLst>
          </p:cNvPr>
          <p:cNvSpPr/>
          <p:nvPr/>
        </p:nvSpPr>
        <p:spPr>
          <a:xfrm>
            <a:off x="7303510" y="6163120"/>
            <a:ext cx="262428" cy="173779"/>
          </a:xfrm>
          <a:prstGeom prst="ellipse">
            <a:avLst/>
          </a:prstGeom>
          <a:blipFill>
            <a:blip r:embed="rId15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A018DA6E-1C6E-3D5C-AC00-328B1E2C85D3}"/>
              </a:ext>
            </a:extLst>
          </p:cNvPr>
          <p:cNvSpPr/>
          <p:nvPr/>
        </p:nvSpPr>
        <p:spPr>
          <a:xfrm>
            <a:off x="7294158" y="5495861"/>
            <a:ext cx="262428" cy="173779"/>
          </a:xfrm>
          <a:prstGeom prst="ellipse">
            <a:avLst/>
          </a:prstGeom>
          <a:blipFill>
            <a:blip r:embed="rId15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65FE6F6D-26FB-8B17-D1DC-B78FACD14F9E}"/>
              </a:ext>
            </a:extLst>
          </p:cNvPr>
          <p:cNvSpPr/>
          <p:nvPr/>
        </p:nvSpPr>
        <p:spPr>
          <a:xfrm>
            <a:off x="1847686" y="5378129"/>
            <a:ext cx="262428" cy="173779"/>
          </a:xfrm>
          <a:prstGeom prst="ellipse">
            <a:avLst/>
          </a:prstGeom>
          <a:blipFill>
            <a:blip r:embed="rId15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775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23129D9B-D47C-482B-4A9F-CF1F64FC9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97" y="-101876"/>
            <a:ext cx="4314825" cy="1373553"/>
          </a:xfrm>
          <a:prstGeom prst="rect">
            <a:avLst/>
          </a:prstGeom>
          <a:effectLst>
            <a:outerShdw blurRad="25400" dist="50800" dir="5400000" algn="ctr" rotWithShape="0">
              <a:schemeClr val="accent2">
                <a:lumMod val="50000"/>
              </a:schemeClr>
            </a:outerShdw>
          </a:effectLst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306278E-324F-2F47-1179-FC0D1DD8F3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748" y="1685925"/>
            <a:ext cx="3705783" cy="214395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CD4CFC6-0CF0-DD32-E1F3-70743412C35F}"/>
              </a:ext>
            </a:extLst>
          </p:cNvPr>
          <p:cNvSpPr txBox="1"/>
          <p:nvPr/>
        </p:nvSpPr>
        <p:spPr>
          <a:xfrm>
            <a:off x="1209675" y="314325"/>
            <a:ext cx="194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  痛点分析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6E9C00-4A76-200C-988D-4816FF8CBF9D}"/>
              </a:ext>
            </a:extLst>
          </p:cNvPr>
          <p:cNvSpPr txBox="1"/>
          <p:nvPr/>
        </p:nvSpPr>
        <p:spPr>
          <a:xfrm>
            <a:off x="1838325" y="1794538"/>
            <a:ext cx="26384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zh-CN" sz="24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中小学AI课多停留在讲概念、看视频，</a:t>
            </a:r>
            <a:endParaRPr lang="en-US" altLang="zh-CN" sz="2400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zh-CN" sz="24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学生"背术语</a:t>
            </a:r>
            <a:endParaRPr lang="zh-CN" altLang="en-US" sz="2400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62C5C7-7AD7-7D37-B6EB-2C944A02DA54}"/>
              </a:ext>
            </a:extLst>
          </p:cNvPr>
          <p:cNvSpPr txBox="1"/>
          <p:nvPr/>
        </p:nvSpPr>
        <p:spPr>
          <a:xfrm>
            <a:off x="1647825" y="1685925"/>
            <a:ext cx="2171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2">
                    <a:lumMod val="50000"/>
                  </a:schemeClr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        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9E29A70-869C-2287-4F63-B59CF36FB2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392" y="1794538"/>
            <a:ext cx="3705783" cy="214395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2DE5F23-8349-6D59-32ED-4CB606A87A1C}"/>
              </a:ext>
            </a:extLst>
          </p:cNvPr>
          <p:cNvSpPr txBox="1"/>
          <p:nvPr/>
        </p:nvSpPr>
        <p:spPr>
          <a:xfrm>
            <a:off x="7134225" y="2200275"/>
            <a:ext cx="3219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算法过程不可见 —— 规律从哪来？</a:t>
            </a:r>
            <a:endParaRPr lang="en-US" altLang="zh-CN" sz="2400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zh-CN" sz="24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为什么有时会猜错？</a:t>
            </a:r>
            <a:endParaRPr lang="zh-CN" altLang="en-US" sz="2400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94CD5E72-F5FE-A4B4-4C64-18C963AD56BA}"/>
              </a:ext>
            </a:extLst>
          </p:cNvPr>
          <p:cNvSpPr/>
          <p:nvPr/>
        </p:nvSpPr>
        <p:spPr>
          <a:xfrm>
            <a:off x="5578611" y="3072956"/>
            <a:ext cx="647700" cy="1114425"/>
          </a:xfrm>
          <a:prstGeom prst="downArrow">
            <a:avLst/>
          </a:prstGeom>
          <a:gradFill flip="none" rotWithShape="1">
            <a:gsLst>
              <a:gs pos="0">
                <a:srgbClr val="BE2B24"/>
              </a:gs>
              <a:gs pos="50000">
                <a:schemeClr val="accent2">
                  <a:lumMod val="75000"/>
                </a:schemeClr>
              </a:gs>
              <a:gs pos="100000">
                <a:srgbClr val="D3C07E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D3C0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706FAA0-5E5C-1AB3-F8F8-FCBB4A95D92D}"/>
              </a:ext>
            </a:extLst>
          </p:cNvPr>
          <p:cNvSpPr txBox="1"/>
          <p:nvPr/>
        </p:nvSpPr>
        <p:spPr>
          <a:xfrm>
            <a:off x="2409825" y="4505325"/>
            <a:ext cx="80676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引入‘敲鼓’让学生亲自生成节奏数据，</a:t>
            </a:r>
            <a:endParaRPr lang="en-US" altLang="zh-CN" sz="2400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en-US" sz="24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参与下一拍预测，</a:t>
            </a:r>
            <a:endParaRPr lang="en-US" altLang="zh-CN" sz="2400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en-US" sz="24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通过增加参考数据和比较测试结果，</a:t>
            </a:r>
            <a:endParaRPr lang="en-US" altLang="zh-CN" sz="2400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en-US" sz="24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理解</a:t>
            </a:r>
            <a:r>
              <a:rPr lang="en-US" altLang="zh-CN" sz="24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AI</a:t>
            </a:r>
            <a:r>
              <a:rPr lang="zh-CN" altLang="en-US" sz="24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从数据中寻找规律、利用规律进行预测的基本过程。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DBB2EE9-4024-57DC-A012-424FC65A12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96" y="1636983"/>
            <a:ext cx="4012735" cy="438579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83AD0B5-A0A7-894B-0EFF-814C9B04E6CA}"/>
              </a:ext>
            </a:extLst>
          </p:cNvPr>
          <p:cNvSpPr txBox="1"/>
          <p:nvPr/>
        </p:nvSpPr>
        <p:spPr>
          <a:xfrm>
            <a:off x="2515565" y="1614678"/>
            <a:ext cx="1781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9E184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现实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E2C897-5CCF-FA35-E5CA-C67356A25F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253" y="1429937"/>
            <a:ext cx="3313393" cy="111442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6A3FC6C-997E-AE29-73EC-AC63D5FFBB42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33"/>
          <a:stretch>
            <a:fillRect/>
          </a:stretch>
        </p:blipFill>
        <p:spPr>
          <a:xfrm>
            <a:off x="1419114" y="1621888"/>
            <a:ext cx="3172943" cy="1545787"/>
          </a:xfrm>
          <a:prstGeom prst="rect">
            <a:avLst/>
          </a:prstGeom>
          <a:effectLst>
            <a:outerShdw blurRad="50800" dist="50800" dir="5400000" algn="ctr" rotWithShape="0">
              <a:srgbClr val="F9E184"/>
            </a:outerShdw>
          </a:effec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0EDD0CC-B1B7-C4B0-7585-C7F88E427B04}"/>
              </a:ext>
            </a:extLst>
          </p:cNvPr>
          <p:cNvSpPr txBox="1"/>
          <p:nvPr/>
        </p:nvSpPr>
        <p:spPr>
          <a:xfrm>
            <a:off x="7926961" y="1662385"/>
            <a:ext cx="1838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9E184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  痛点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F3F166-C2B3-0F82-B0EC-1838531F1B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848" y="1296763"/>
            <a:ext cx="1244378" cy="1016001"/>
          </a:xfrm>
          <a:prstGeom prst="rect">
            <a:avLst/>
          </a:prstGeom>
          <a:effectLst>
            <a:outerShdw blurRad="50800" dist="50800" dir="5400000" algn="ctr" rotWithShape="0">
              <a:srgbClr val="F9E184"/>
            </a:outerShdw>
          </a:effec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D0FE9DC-670C-B160-D6D4-33FA9C8626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635" y="1368287"/>
            <a:ext cx="905981" cy="1016001"/>
          </a:xfrm>
          <a:prstGeom prst="rect">
            <a:avLst/>
          </a:prstGeom>
          <a:effectLst>
            <a:outerShdw blurRad="50800" dist="50800" dir="5400000" algn="ctr" rotWithShape="0">
              <a:srgbClr val="F9E184"/>
            </a:outerShdw>
          </a:effectLst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745AE3E-FF3E-122B-BD73-B713B17C9CE4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46"/>
          <a:stretch>
            <a:fillRect/>
          </a:stretch>
        </p:blipFill>
        <p:spPr>
          <a:xfrm>
            <a:off x="1482923" y="4436269"/>
            <a:ext cx="9226153" cy="1909200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E015D13-87B9-8C1B-A855-455B29A2B320}"/>
              </a:ext>
            </a:extLst>
          </p:cNvPr>
          <p:cNvSpPr/>
          <p:nvPr/>
        </p:nvSpPr>
        <p:spPr>
          <a:xfrm>
            <a:off x="5094784" y="2154212"/>
            <a:ext cx="1633546" cy="344086"/>
          </a:xfrm>
          <a:custGeom>
            <a:avLst/>
            <a:gdLst>
              <a:gd name="csX0" fmla="*/ 1289540 w 1633546"/>
              <a:gd name="csY0" fmla="*/ 0 h 363106"/>
              <a:gd name="csX1" fmla="*/ 1497187 w 1633546"/>
              <a:gd name="csY1" fmla="*/ 203032 h 363106"/>
              <a:gd name="csX2" fmla="*/ 1514104 w 1633546"/>
              <a:gd name="csY2" fmla="*/ 203032 h 363106"/>
              <a:gd name="csX3" fmla="*/ 1514104 w 1633546"/>
              <a:gd name="csY3" fmla="*/ 219574 h 363106"/>
              <a:gd name="csX4" fmla="*/ 1633546 w 1633546"/>
              <a:gd name="csY4" fmla="*/ 336361 h 363106"/>
              <a:gd name="csX5" fmla="*/ 1514104 w 1633546"/>
              <a:gd name="csY5" fmla="*/ 336361 h 363106"/>
              <a:gd name="csX6" fmla="*/ 1514104 w 1633546"/>
              <a:gd name="csY6" fmla="*/ 363106 h 363106"/>
              <a:gd name="csX7" fmla="*/ 0 w 1633546"/>
              <a:gd name="csY7" fmla="*/ 363106 h 363106"/>
              <a:gd name="csX8" fmla="*/ 0 w 1633546"/>
              <a:gd name="csY8" fmla="*/ 203032 h 363106"/>
              <a:gd name="csX9" fmla="*/ 1289540 w 1633546"/>
              <a:gd name="csY9" fmla="*/ 203032 h 363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633546" h="363106">
                <a:moveTo>
                  <a:pt x="1289540" y="0"/>
                </a:moveTo>
                <a:lnTo>
                  <a:pt x="1497187" y="203032"/>
                </a:lnTo>
                <a:lnTo>
                  <a:pt x="1514104" y="203032"/>
                </a:lnTo>
                <a:lnTo>
                  <a:pt x="1514104" y="219574"/>
                </a:lnTo>
                <a:lnTo>
                  <a:pt x="1633546" y="336361"/>
                </a:lnTo>
                <a:lnTo>
                  <a:pt x="1514104" y="336361"/>
                </a:lnTo>
                <a:lnTo>
                  <a:pt x="1514104" y="363106"/>
                </a:lnTo>
                <a:lnTo>
                  <a:pt x="0" y="363106"/>
                </a:lnTo>
                <a:lnTo>
                  <a:pt x="0" y="203032"/>
                </a:lnTo>
                <a:lnTo>
                  <a:pt x="1289540" y="203032"/>
                </a:lnTo>
                <a:close/>
              </a:path>
            </a:pathLst>
          </a:custGeom>
          <a:gradFill flip="none" rotWithShape="1">
            <a:gsLst>
              <a:gs pos="0">
                <a:srgbClr val="C00000"/>
              </a:gs>
              <a:gs pos="74000">
                <a:srgbClr val="FF0000"/>
              </a:gs>
              <a:gs pos="83000">
                <a:srgbClr val="DE3018"/>
              </a:gs>
              <a:gs pos="100000">
                <a:schemeClr val="bg1"/>
              </a:gs>
            </a:gsLst>
            <a:lin ang="18900000" scaled="1"/>
            <a:tileRect/>
          </a:grad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4C402855-65CD-FD07-0783-2CCE986C92B4}"/>
              </a:ext>
            </a:extLst>
          </p:cNvPr>
          <p:cNvSpPr/>
          <p:nvPr/>
        </p:nvSpPr>
        <p:spPr>
          <a:xfrm rot="10800000">
            <a:off x="5025272" y="2715456"/>
            <a:ext cx="1633546" cy="344086"/>
          </a:xfrm>
          <a:custGeom>
            <a:avLst/>
            <a:gdLst>
              <a:gd name="csX0" fmla="*/ 1289540 w 1633546"/>
              <a:gd name="csY0" fmla="*/ 0 h 363106"/>
              <a:gd name="csX1" fmla="*/ 1497187 w 1633546"/>
              <a:gd name="csY1" fmla="*/ 203032 h 363106"/>
              <a:gd name="csX2" fmla="*/ 1514104 w 1633546"/>
              <a:gd name="csY2" fmla="*/ 203032 h 363106"/>
              <a:gd name="csX3" fmla="*/ 1514104 w 1633546"/>
              <a:gd name="csY3" fmla="*/ 219574 h 363106"/>
              <a:gd name="csX4" fmla="*/ 1633546 w 1633546"/>
              <a:gd name="csY4" fmla="*/ 336361 h 363106"/>
              <a:gd name="csX5" fmla="*/ 1514104 w 1633546"/>
              <a:gd name="csY5" fmla="*/ 336361 h 363106"/>
              <a:gd name="csX6" fmla="*/ 1514104 w 1633546"/>
              <a:gd name="csY6" fmla="*/ 363106 h 363106"/>
              <a:gd name="csX7" fmla="*/ 0 w 1633546"/>
              <a:gd name="csY7" fmla="*/ 363106 h 363106"/>
              <a:gd name="csX8" fmla="*/ 0 w 1633546"/>
              <a:gd name="csY8" fmla="*/ 203032 h 363106"/>
              <a:gd name="csX9" fmla="*/ 1289540 w 1633546"/>
              <a:gd name="csY9" fmla="*/ 203032 h 363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633546" h="363106">
                <a:moveTo>
                  <a:pt x="1289540" y="0"/>
                </a:moveTo>
                <a:lnTo>
                  <a:pt x="1497187" y="203032"/>
                </a:lnTo>
                <a:lnTo>
                  <a:pt x="1514104" y="203032"/>
                </a:lnTo>
                <a:lnTo>
                  <a:pt x="1514104" y="219574"/>
                </a:lnTo>
                <a:lnTo>
                  <a:pt x="1633546" y="336361"/>
                </a:lnTo>
                <a:lnTo>
                  <a:pt x="1514104" y="336361"/>
                </a:lnTo>
                <a:lnTo>
                  <a:pt x="1514104" y="363106"/>
                </a:lnTo>
                <a:lnTo>
                  <a:pt x="0" y="363106"/>
                </a:lnTo>
                <a:lnTo>
                  <a:pt x="0" y="203032"/>
                </a:lnTo>
                <a:lnTo>
                  <a:pt x="1289540" y="203032"/>
                </a:lnTo>
                <a:close/>
              </a:path>
            </a:pathLst>
          </a:custGeom>
          <a:gradFill flip="none" rotWithShape="1">
            <a:gsLst>
              <a:gs pos="0">
                <a:srgbClr val="C00000"/>
              </a:gs>
              <a:gs pos="74000">
                <a:srgbClr val="FF0000"/>
              </a:gs>
              <a:gs pos="83000">
                <a:srgbClr val="DE3018"/>
              </a:gs>
              <a:gs pos="100000">
                <a:schemeClr val="bg1"/>
              </a:gs>
            </a:gsLst>
            <a:lin ang="18900000" scaled="1"/>
            <a:tileRect/>
          </a:grad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25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A133B04-59B9-478B-1BBC-49B833B93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7700"/>
            <a:ext cx="4314825" cy="1373553"/>
          </a:xfrm>
          <a:prstGeom prst="rect">
            <a:avLst/>
          </a:prstGeom>
          <a:effectLst>
            <a:outerShdw blurRad="25400" dist="50800" dir="5400000" algn="ctr" rotWithShape="0">
              <a:schemeClr val="accent2">
                <a:lumMod val="50000"/>
              </a:schemeClr>
            </a:outerShdw>
          </a:effectLst>
        </p:spPr>
      </p:pic>
      <p:sp>
        <p:nvSpPr>
          <p:cNvPr id="10" name="流程图: 资料带 9">
            <a:extLst>
              <a:ext uri="{FF2B5EF4-FFF2-40B4-BE49-F238E27FC236}">
                <a16:creationId xmlns:a16="http://schemas.microsoft.com/office/drawing/2014/main" id="{1D6E7FB9-C58D-FB01-BA3F-2E44691B9E46}"/>
              </a:ext>
            </a:extLst>
          </p:cNvPr>
          <p:cNvSpPr/>
          <p:nvPr/>
        </p:nvSpPr>
        <p:spPr>
          <a:xfrm>
            <a:off x="4597182" y="1661295"/>
            <a:ext cx="1954021" cy="1373554"/>
          </a:xfrm>
          <a:prstGeom prst="flowChartPunchedTape">
            <a:avLst/>
          </a:prstGeom>
          <a:gradFill>
            <a:gsLst>
              <a:gs pos="0">
                <a:srgbClr val="C00000"/>
              </a:gs>
              <a:gs pos="88000">
                <a:schemeClr val="accent2">
                  <a:lumMod val="20000"/>
                  <a:lumOff val="80000"/>
                </a:schemeClr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5400000" scaled="1"/>
          </a:gradFill>
          <a:ln>
            <a:solidFill>
              <a:schemeClr val="accent2">
                <a:lumMod val="50000"/>
              </a:schemeClr>
            </a:solidFill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流程图: 资料带 15">
            <a:extLst>
              <a:ext uri="{FF2B5EF4-FFF2-40B4-BE49-F238E27FC236}">
                <a16:creationId xmlns:a16="http://schemas.microsoft.com/office/drawing/2014/main" id="{992EAC9F-0261-0FAC-6264-421E6D6DEF09}"/>
              </a:ext>
            </a:extLst>
          </p:cNvPr>
          <p:cNvSpPr/>
          <p:nvPr/>
        </p:nvSpPr>
        <p:spPr>
          <a:xfrm>
            <a:off x="6689806" y="1672378"/>
            <a:ext cx="1954021" cy="1373554"/>
          </a:xfrm>
          <a:prstGeom prst="flowChartPunchedTape">
            <a:avLst/>
          </a:prstGeom>
          <a:gradFill>
            <a:gsLst>
              <a:gs pos="0">
                <a:srgbClr val="C00000"/>
              </a:gs>
              <a:gs pos="88000">
                <a:schemeClr val="accent2">
                  <a:lumMod val="20000"/>
                  <a:lumOff val="80000"/>
                </a:schemeClr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5400000" scaled="1"/>
          </a:gradFill>
          <a:ln>
            <a:solidFill>
              <a:schemeClr val="accent2">
                <a:lumMod val="50000"/>
              </a:schemeClr>
            </a:solidFill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流程图: 资料带 20">
            <a:extLst>
              <a:ext uri="{FF2B5EF4-FFF2-40B4-BE49-F238E27FC236}">
                <a16:creationId xmlns:a16="http://schemas.microsoft.com/office/drawing/2014/main" id="{4A9E1311-BB2C-CBAA-EB56-11287E077B0D}"/>
              </a:ext>
            </a:extLst>
          </p:cNvPr>
          <p:cNvSpPr/>
          <p:nvPr/>
        </p:nvSpPr>
        <p:spPr>
          <a:xfrm>
            <a:off x="2481283" y="1672378"/>
            <a:ext cx="1954021" cy="1373554"/>
          </a:xfrm>
          <a:prstGeom prst="flowChartPunchedTape">
            <a:avLst/>
          </a:prstGeom>
          <a:gradFill>
            <a:gsLst>
              <a:gs pos="0">
                <a:srgbClr val="C00000"/>
              </a:gs>
              <a:gs pos="88000">
                <a:schemeClr val="accent2">
                  <a:lumMod val="20000"/>
                  <a:lumOff val="80000"/>
                </a:schemeClr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5400000" scaled="1"/>
          </a:gradFill>
          <a:ln>
            <a:solidFill>
              <a:schemeClr val="accent2">
                <a:lumMod val="50000"/>
              </a:schemeClr>
            </a:solidFill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流程图: 资料带 26">
            <a:extLst>
              <a:ext uri="{FF2B5EF4-FFF2-40B4-BE49-F238E27FC236}">
                <a16:creationId xmlns:a16="http://schemas.microsoft.com/office/drawing/2014/main" id="{F457689C-2E1B-2595-36A5-8450DEDDE319}"/>
              </a:ext>
            </a:extLst>
          </p:cNvPr>
          <p:cNvSpPr/>
          <p:nvPr/>
        </p:nvSpPr>
        <p:spPr>
          <a:xfrm>
            <a:off x="8834853" y="1672378"/>
            <a:ext cx="1954021" cy="1373554"/>
          </a:xfrm>
          <a:prstGeom prst="flowChartPunchedTape">
            <a:avLst/>
          </a:prstGeom>
          <a:gradFill>
            <a:gsLst>
              <a:gs pos="0">
                <a:srgbClr val="C00000"/>
              </a:gs>
              <a:gs pos="88000">
                <a:schemeClr val="accent2">
                  <a:lumMod val="20000"/>
                  <a:lumOff val="80000"/>
                </a:schemeClr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5400000" scaled="1"/>
          </a:gradFill>
          <a:ln>
            <a:solidFill>
              <a:schemeClr val="accent2">
                <a:lumMod val="50000"/>
              </a:schemeClr>
            </a:solidFill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E1801C-4E80-F5A2-D183-86A5F5673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918" y="3634894"/>
            <a:ext cx="4165600" cy="103524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516BBE5-E109-FC28-A15E-CDCCF9BED9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12" y="3611826"/>
            <a:ext cx="4165600" cy="10352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055F9E3-B5D9-09DE-8331-60F0CC4CEFAC}"/>
              </a:ext>
            </a:extLst>
          </p:cNvPr>
          <p:cNvSpPr txBox="1"/>
          <p:nvPr/>
        </p:nvSpPr>
        <p:spPr>
          <a:xfrm>
            <a:off x="1093695" y="298824"/>
            <a:ext cx="2480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 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7F6CBA-559B-5913-F0AA-2786C2C2A2E2}"/>
              </a:ext>
            </a:extLst>
          </p:cNvPr>
          <p:cNvSpPr txBox="1"/>
          <p:nvPr/>
        </p:nvSpPr>
        <p:spPr>
          <a:xfrm>
            <a:off x="965106" y="212402"/>
            <a:ext cx="216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   设计理念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D28BF4-23BE-820A-D1CF-A69439CFD555}"/>
              </a:ext>
            </a:extLst>
          </p:cNvPr>
          <p:cNvSpPr txBox="1"/>
          <p:nvPr/>
        </p:nvSpPr>
        <p:spPr>
          <a:xfrm>
            <a:off x="836706" y="1039906"/>
            <a:ext cx="10076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>
                <a:solidFill>
                  <a:schemeClr val="accent2">
                    <a:lumMod val="50000"/>
                  </a:schemeClr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不教"</a:t>
            </a:r>
            <a:r>
              <a:rPr lang="zh-CN" altLang="zh-CN" sz="2800" b="1" dirty="0">
                <a:solidFill>
                  <a:schemeClr val="accent2">
                    <a:lumMod val="50000"/>
                  </a:schemeClr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AI</a:t>
            </a:r>
            <a:r>
              <a:rPr lang="zh-CN" altLang="zh-CN" sz="2800" dirty="0">
                <a:solidFill>
                  <a:schemeClr val="accent2">
                    <a:lumMod val="50000"/>
                  </a:schemeClr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是什么"，而是让学生亲手制造数据、亲眼看到规律</a:t>
            </a:r>
            <a:endParaRPr lang="zh-CN" altLang="en-US" sz="2800" dirty="0">
              <a:solidFill>
                <a:schemeClr val="accent2">
                  <a:lumMod val="50000"/>
                </a:schemeClr>
              </a:solidFill>
              <a:latin typeface="即墨体" panose="02010600010101010101" pitchFamily="2" charset="-122"/>
              <a:ea typeface="即墨体" panose="02010600010101010101" pitchFamily="2" charset="-122"/>
            </a:endParaRPr>
          </a:p>
        </p:txBody>
      </p:sp>
      <p:sp>
        <p:nvSpPr>
          <p:cNvPr id="14" name="流程图: 资料带 13">
            <a:extLst>
              <a:ext uri="{FF2B5EF4-FFF2-40B4-BE49-F238E27FC236}">
                <a16:creationId xmlns:a16="http://schemas.microsoft.com/office/drawing/2014/main" id="{CF63683D-0E4E-9B9A-9C27-0E7DE3585644}"/>
              </a:ext>
            </a:extLst>
          </p:cNvPr>
          <p:cNvSpPr/>
          <p:nvPr/>
        </p:nvSpPr>
        <p:spPr>
          <a:xfrm>
            <a:off x="307088" y="1672378"/>
            <a:ext cx="1954021" cy="1373554"/>
          </a:xfrm>
          <a:prstGeom prst="flowChartPunchedTape">
            <a:avLst/>
          </a:prstGeom>
          <a:gradFill>
            <a:gsLst>
              <a:gs pos="0">
                <a:srgbClr val="C00000"/>
              </a:gs>
              <a:gs pos="88000">
                <a:schemeClr val="accent2">
                  <a:lumMod val="20000"/>
                  <a:lumOff val="80000"/>
                </a:schemeClr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5400000" scaled="1"/>
          </a:gradFill>
          <a:ln>
            <a:solidFill>
              <a:schemeClr val="accent2">
                <a:lumMod val="50000"/>
              </a:schemeClr>
            </a:solidFill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0647F5-462D-7464-2D0B-495BAE2D739D}"/>
              </a:ext>
            </a:extLst>
          </p:cNvPr>
          <p:cNvSpPr txBox="1"/>
          <p:nvPr/>
        </p:nvSpPr>
        <p:spPr>
          <a:xfrm>
            <a:off x="483915" y="2109829"/>
            <a:ext cx="2265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创造节奏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6FA4768-6006-3605-BB3D-67BF86DC444C}"/>
              </a:ext>
            </a:extLst>
          </p:cNvPr>
          <p:cNvSpPr txBox="1"/>
          <p:nvPr/>
        </p:nvSpPr>
        <p:spPr>
          <a:xfrm>
            <a:off x="2573464" y="2080779"/>
            <a:ext cx="1753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记录数据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5A639F6-967F-E1FE-9E58-C2709AEB198B}"/>
              </a:ext>
            </a:extLst>
          </p:cNvPr>
          <p:cNvSpPr txBox="1"/>
          <p:nvPr/>
        </p:nvSpPr>
        <p:spPr>
          <a:xfrm>
            <a:off x="4614387" y="2078317"/>
            <a:ext cx="2292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模型找规律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725CA78-6C30-F938-FAE3-8706AA7C0A9F}"/>
              </a:ext>
            </a:extLst>
          </p:cNvPr>
          <p:cNvSpPr txBox="1"/>
          <p:nvPr/>
        </p:nvSpPr>
        <p:spPr>
          <a:xfrm>
            <a:off x="6829797" y="2078317"/>
            <a:ext cx="2012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人机预测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5534DA1-B9E1-04C6-D0C7-50CF3D807464}"/>
              </a:ext>
            </a:extLst>
          </p:cNvPr>
          <p:cNvSpPr txBox="1"/>
          <p:nvPr/>
        </p:nvSpPr>
        <p:spPr>
          <a:xfrm>
            <a:off x="8938470" y="2078317"/>
            <a:ext cx="2062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比较发现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DAE010B-68B6-9AC8-078D-46841723ABB6}"/>
              </a:ext>
            </a:extLst>
          </p:cNvPr>
          <p:cNvSpPr txBox="1"/>
          <p:nvPr/>
        </p:nvSpPr>
        <p:spPr>
          <a:xfrm>
            <a:off x="1724891" y="3366655"/>
            <a:ext cx="2710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800" dirty="0">
              <a:solidFill>
                <a:srgbClr val="F9E184"/>
              </a:solidFill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en-US" sz="2800" dirty="0">
                <a:solidFill>
                  <a:srgbClr val="F9E184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抽象学习过程</a:t>
            </a:r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233BDA42-E557-0718-CD7E-C64A0236E8DF}"/>
              </a:ext>
            </a:extLst>
          </p:cNvPr>
          <p:cNvSpPr/>
          <p:nvPr/>
        </p:nvSpPr>
        <p:spPr>
          <a:xfrm>
            <a:off x="4852678" y="3868234"/>
            <a:ext cx="1970518" cy="522430"/>
          </a:xfrm>
          <a:prstGeom prst="rightArrow">
            <a:avLst/>
          </a:prstGeom>
          <a:gradFill flip="none" rotWithShape="1">
            <a:gsLst>
              <a:gs pos="0">
                <a:srgbClr val="C00000"/>
              </a:gs>
              <a:gs pos="50000">
                <a:schemeClr val="accent2">
                  <a:lumMod val="75000"/>
                </a:schemeClr>
              </a:gs>
              <a:gs pos="74000">
                <a:srgbClr val="C04E15"/>
              </a:gs>
              <a:gs pos="100000">
                <a:srgbClr val="F9E184"/>
              </a:gs>
            </a:gsLst>
            <a:lin ang="0" scaled="1"/>
            <a:tileRect/>
          </a:gradFill>
          <a:ln>
            <a:solidFill>
              <a:srgbClr val="D3C07E"/>
            </a:solidFill>
          </a:ln>
          <a:effectLst>
            <a:outerShdw blurRad="50800" dist="50800" dir="5400000" algn="ctr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C667825-4250-9A7E-4D3C-B92A1FD3F38F}"/>
              </a:ext>
            </a:extLst>
          </p:cNvPr>
          <p:cNvSpPr txBox="1"/>
          <p:nvPr/>
        </p:nvSpPr>
        <p:spPr>
          <a:xfrm>
            <a:off x="4836010" y="3539993"/>
            <a:ext cx="2215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音乐操作</a:t>
            </a:r>
            <a:r>
              <a:rPr lang="en-US" altLang="zh-CN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+AI</a:t>
            </a:r>
            <a:r>
              <a:rPr lang="zh-CN" altLang="en-US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概念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D083259-F757-9E58-367E-7297F6F462F1}"/>
              </a:ext>
            </a:extLst>
          </p:cNvPr>
          <p:cNvSpPr txBox="1"/>
          <p:nvPr/>
        </p:nvSpPr>
        <p:spPr>
          <a:xfrm>
            <a:off x="7023549" y="3798332"/>
            <a:ext cx="2945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9E184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可听可看可操作</a:t>
            </a:r>
            <a:endParaRPr lang="en-US" altLang="zh-CN" sz="2800" dirty="0">
              <a:solidFill>
                <a:srgbClr val="F9E184"/>
              </a:solidFill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505E862-AED5-645D-A662-73564B89403A}"/>
              </a:ext>
            </a:extLst>
          </p:cNvPr>
          <p:cNvSpPr txBox="1"/>
          <p:nvPr/>
        </p:nvSpPr>
        <p:spPr>
          <a:xfrm>
            <a:off x="889407" y="5170607"/>
            <a:ext cx="10413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学生不是“看演示”，而是“做实验”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，在实践中学习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AB9CAB-CBF4-CDE0-BFF2-0EDBD6A735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7269" y="4649003"/>
            <a:ext cx="13199269" cy="1808947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9533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9C42E3EA-36D8-B818-9B8A-4F3485A5A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7700"/>
            <a:ext cx="4314825" cy="1373553"/>
          </a:xfrm>
          <a:prstGeom prst="rect">
            <a:avLst/>
          </a:prstGeom>
          <a:effectLst>
            <a:outerShdw blurRad="25400" dist="50800" dir="5400000" algn="ctr" rotWithShape="0">
              <a:schemeClr val="accent2">
                <a:lumMod val="50000"/>
              </a:scheme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6D62553-ED57-FB81-AD9B-DC12CA659AA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46"/>
          <a:stretch>
            <a:fillRect/>
          </a:stretch>
        </p:blipFill>
        <p:spPr>
          <a:xfrm>
            <a:off x="1547622" y="4042070"/>
            <a:ext cx="9226153" cy="1640711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3D47616-A448-62CE-D451-B307964743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365" y="3556212"/>
            <a:ext cx="9072282" cy="13255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A7955C3-3D7A-870B-22BB-B6EE5978946F}"/>
              </a:ext>
            </a:extLst>
          </p:cNvPr>
          <p:cNvSpPr txBox="1"/>
          <p:nvPr/>
        </p:nvSpPr>
        <p:spPr>
          <a:xfrm>
            <a:off x="1288472" y="207818"/>
            <a:ext cx="1856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核心路径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75D06F4-6FEE-D4FA-D286-4F5DFEB89D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46" y="652441"/>
            <a:ext cx="1973781" cy="1766454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2F799114-2C96-8958-A487-72965EA012C6}"/>
              </a:ext>
            </a:extLst>
          </p:cNvPr>
          <p:cNvSpPr txBox="1"/>
          <p:nvPr/>
        </p:nvSpPr>
        <p:spPr>
          <a:xfrm>
            <a:off x="668049" y="4742220"/>
            <a:ext cx="3920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学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8705BF2-FF93-6E0E-5587-9CD651EC6D03}"/>
              </a:ext>
            </a:extLst>
          </p:cNvPr>
          <p:cNvSpPr txBox="1"/>
          <p:nvPr/>
        </p:nvSpPr>
        <p:spPr>
          <a:xfrm>
            <a:off x="713076" y="1304835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敲击鼓面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9294F4A-D7F2-4A42-7B6F-C124865A181D}"/>
              </a:ext>
            </a:extLst>
          </p:cNvPr>
          <p:cNvSpPr txBox="1"/>
          <p:nvPr/>
        </p:nvSpPr>
        <p:spPr>
          <a:xfrm>
            <a:off x="393989" y="2334491"/>
            <a:ext cx="3151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通过手势、鼠标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或触屏输入鼓点。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8BDF20FB-BB47-4439-5074-1376869067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406" y="652440"/>
            <a:ext cx="1973781" cy="176645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5EC39FB9-F2E0-6AE1-0A91-24C318C364CA}"/>
              </a:ext>
            </a:extLst>
          </p:cNvPr>
          <p:cNvSpPr txBox="1"/>
          <p:nvPr/>
        </p:nvSpPr>
        <p:spPr>
          <a:xfrm>
            <a:off x="3032541" y="1297953"/>
            <a:ext cx="1475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多轨录制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E1BDA4-E92E-CCB1-03A7-4C823E9BF376}"/>
              </a:ext>
            </a:extLst>
          </p:cNvPr>
          <p:cNvSpPr txBox="1"/>
          <p:nvPr/>
        </p:nvSpPr>
        <p:spPr>
          <a:xfrm>
            <a:off x="2764473" y="2386237"/>
            <a:ext cx="3580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记录鼓点的音色、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位置和组合。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06F09A19-993B-86BB-A705-F789BFD26E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109" y="652440"/>
            <a:ext cx="1973781" cy="1766454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9CE674A3-1F15-D8EE-BD41-995FABA9F57F}"/>
              </a:ext>
            </a:extLst>
          </p:cNvPr>
          <p:cNvSpPr txBox="1"/>
          <p:nvPr/>
        </p:nvSpPr>
        <p:spPr>
          <a:xfrm>
            <a:off x="5354782" y="1297953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声音编码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E7BBB17-C8F8-8FB4-FEF1-290DA5134D87}"/>
              </a:ext>
            </a:extLst>
          </p:cNvPr>
          <p:cNvSpPr txBox="1"/>
          <p:nvPr/>
        </p:nvSpPr>
        <p:spPr>
          <a:xfrm>
            <a:off x="5040833" y="2396668"/>
            <a:ext cx="2239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将节奏转换成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AI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可以读取的数字。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A16E1482-4932-7F71-8D27-7620B47C7C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841" y="673313"/>
            <a:ext cx="1973781" cy="1766454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C647D21B-7D60-F3B7-2267-90D5256198CD}"/>
              </a:ext>
            </a:extLst>
          </p:cNvPr>
          <p:cNvSpPr txBox="1"/>
          <p:nvPr/>
        </p:nvSpPr>
        <p:spPr>
          <a:xfrm>
            <a:off x="7647708" y="1304835"/>
            <a:ext cx="1760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人机预测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DCF8A4A-7924-882D-FFE2-2AB1C35BC88C}"/>
              </a:ext>
            </a:extLst>
          </p:cNvPr>
          <p:cNvSpPr txBox="1"/>
          <p:nvPr/>
        </p:nvSpPr>
        <p:spPr>
          <a:xfrm>
            <a:off x="7301346" y="2353527"/>
            <a:ext cx="2473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学生先猜，</a:t>
            </a: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AI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再预测，最后揭晓答案。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4B4464F6-DAC7-A028-C57C-97E35253F0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5162" y="673313"/>
            <a:ext cx="1973781" cy="1766454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41862F4A-5300-9555-2FF1-C2D2F54EBB70}"/>
              </a:ext>
            </a:extLst>
          </p:cNvPr>
          <p:cNvSpPr txBox="1"/>
          <p:nvPr/>
        </p:nvSpPr>
        <p:spPr>
          <a:xfrm>
            <a:off x="10120745" y="1297953"/>
            <a:ext cx="1440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重新学习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95D321-4E05-E613-DB67-EE052B053AC6}"/>
              </a:ext>
            </a:extLst>
          </p:cNvPr>
          <p:cNvSpPr txBox="1"/>
          <p:nvPr/>
        </p:nvSpPr>
        <p:spPr>
          <a:xfrm>
            <a:off x="9774381" y="2353527"/>
            <a:ext cx="2348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更换参考数据，比较预测概率和准确率。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2E4F991F-8140-0887-8DAB-FAB2567CC6E4}"/>
              </a:ext>
            </a:extLst>
          </p:cNvPr>
          <p:cNvSpPr/>
          <p:nvPr/>
        </p:nvSpPr>
        <p:spPr>
          <a:xfrm>
            <a:off x="2465676" y="1304835"/>
            <a:ext cx="325583" cy="487637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solidFill>
              <a:srgbClr val="D0AC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highlight>
                <a:srgbClr val="D3C07E"/>
              </a:highlight>
            </a:endParaRPr>
          </a:p>
        </p:txBody>
      </p:sp>
      <p:sp>
        <p:nvSpPr>
          <p:cNvPr id="47" name="箭头: V 形 46">
            <a:extLst>
              <a:ext uri="{FF2B5EF4-FFF2-40B4-BE49-F238E27FC236}">
                <a16:creationId xmlns:a16="http://schemas.microsoft.com/office/drawing/2014/main" id="{6401E145-ED60-93A4-1FC5-4C3DFB662B4B}"/>
              </a:ext>
            </a:extLst>
          </p:cNvPr>
          <p:cNvSpPr/>
          <p:nvPr/>
        </p:nvSpPr>
        <p:spPr>
          <a:xfrm>
            <a:off x="4763682" y="1336257"/>
            <a:ext cx="325583" cy="487637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solidFill>
              <a:srgbClr val="D0AC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箭头: V 形 48">
            <a:extLst>
              <a:ext uri="{FF2B5EF4-FFF2-40B4-BE49-F238E27FC236}">
                <a16:creationId xmlns:a16="http://schemas.microsoft.com/office/drawing/2014/main" id="{842BC1F5-67D5-D559-4B10-2C6F4D47FDF3}"/>
              </a:ext>
            </a:extLst>
          </p:cNvPr>
          <p:cNvSpPr/>
          <p:nvPr/>
        </p:nvSpPr>
        <p:spPr>
          <a:xfrm>
            <a:off x="7001251" y="1280736"/>
            <a:ext cx="325583" cy="487637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solidFill>
              <a:srgbClr val="D0AC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1" name="箭头: V 形 50">
            <a:extLst>
              <a:ext uri="{FF2B5EF4-FFF2-40B4-BE49-F238E27FC236}">
                <a16:creationId xmlns:a16="http://schemas.microsoft.com/office/drawing/2014/main" id="{DA000174-5D46-BA4B-9779-FFF8831A79A3}"/>
              </a:ext>
            </a:extLst>
          </p:cNvPr>
          <p:cNvSpPr/>
          <p:nvPr/>
        </p:nvSpPr>
        <p:spPr>
          <a:xfrm>
            <a:off x="9458697" y="1348420"/>
            <a:ext cx="325583" cy="487637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solidFill>
              <a:srgbClr val="D0AC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箭头: 下 51">
            <a:extLst>
              <a:ext uri="{FF2B5EF4-FFF2-40B4-BE49-F238E27FC236}">
                <a16:creationId xmlns:a16="http://schemas.microsoft.com/office/drawing/2014/main" id="{C96A663A-FA12-A9B7-21DE-7088E4A11283}"/>
              </a:ext>
            </a:extLst>
          </p:cNvPr>
          <p:cNvSpPr/>
          <p:nvPr/>
        </p:nvSpPr>
        <p:spPr>
          <a:xfrm>
            <a:off x="5604164" y="3009864"/>
            <a:ext cx="949036" cy="772003"/>
          </a:xfrm>
          <a:prstGeom prst="downArrow">
            <a:avLst/>
          </a:prstGeom>
          <a:gradFill>
            <a:gsLst>
              <a:gs pos="0">
                <a:srgbClr val="C00000"/>
              </a:gs>
              <a:gs pos="63664">
                <a:srgbClr val="EDAEA4"/>
              </a:gs>
              <a:gs pos="64000">
                <a:srgbClr val="E89A92"/>
              </a:gs>
              <a:gs pos="93000">
                <a:schemeClr val="accent2">
                  <a:lumMod val="20000"/>
                  <a:lumOff val="80000"/>
                </a:schemeClr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5400000" scaled="1"/>
          </a:gradFill>
          <a:ln>
            <a:solidFill>
              <a:srgbClr val="D0AC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F6236EB-28D7-5149-D00C-B507FDBA2FE9}"/>
              </a:ext>
            </a:extLst>
          </p:cNvPr>
          <p:cNvSpPr txBox="1"/>
          <p:nvPr/>
        </p:nvSpPr>
        <p:spPr>
          <a:xfrm>
            <a:off x="2977640" y="3843724"/>
            <a:ext cx="6901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C000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根据真实实验结果，总结数据如何影响</a:t>
            </a:r>
            <a:r>
              <a:rPr lang="en-US" altLang="zh-CN" sz="2800" dirty="0">
                <a:solidFill>
                  <a:srgbClr val="FFC000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AI</a:t>
            </a:r>
            <a:endParaRPr lang="zh-CN" altLang="en-US" sz="2800" dirty="0">
              <a:solidFill>
                <a:srgbClr val="FFC000"/>
              </a:solidFill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5FF3D63-FB1B-852C-23BD-68498FD4E2D1}"/>
              </a:ext>
            </a:extLst>
          </p:cNvPr>
          <p:cNvSpPr txBox="1"/>
          <p:nvPr/>
        </p:nvSpPr>
        <p:spPr>
          <a:xfrm>
            <a:off x="3144981" y="4439107"/>
            <a:ext cx="790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学生创造节奏，程序记录数据，模型寻找规律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14D8DDE-49D5-B020-B9F8-885F75F93F7C}"/>
              </a:ext>
            </a:extLst>
          </p:cNvPr>
          <p:cNvSpPr txBox="1"/>
          <p:nvPr/>
        </p:nvSpPr>
        <p:spPr>
          <a:xfrm>
            <a:off x="2833254" y="4900772"/>
            <a:ext cx="84992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学生与模型分别预测，通过实验比较结果，形成发现</a:t>
            </a:r>
          </a:p>
          <a:p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2013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图片 85">
            <a:extLst>
              <a:ext uri="{FF2B5EF4-FFF2-40B4-BE49-F238E27FC236}">
                <a16:creationId xmlns:a16="http://schemas.microsoft.com/office/drawing/2014/main" id="{80193287-4837-66C0-03D3-FD8B819F87D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0"/>
          <a:stretch>
            <a:fillRect/>
          </a:stretch>
        </p:blipFill>
        <p:spPr>
          <a:xfrm>
            <a:off x="8220236" y="507411"/>
            <a:ext cx="4045046" cy="1807578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FFFF895A-5314-5603-DED1-A4CD5C486ED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00"/>
          <a:stretch>
            <a:fillRect/>
          </a:stretch>
        </p:blipFill>
        <p:spPr>
          <a:xfrm>
            <a:off x="4235862" y="1709550"/>
            <a:ext cx="4016681" cy="1539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F22D7757-F274-A10F-0696-AE486EA96B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701" y="1190206"/>
            <a:ext cx="3784442" cy="68615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D23358C-9CC5-D8E3-9FE2-EFEB38F9207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3501"/>
          <a:stretch>
            <a:fillRect/>
          </a:stretch>
        </p:blipFill>
        <p:spPr>
          <a:xfrm>
            <a:off x="1543376" y="3629025"/>
            <a:ext cx="3042911" cy="414336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9F14ABD-0F49-ECE8-AE8F-EF012533EBFE}"/>
              </a:ext>
            </a:extLst>
          </p:cNvPr>
          <p:cNvPicPr>
            <a:picLocks/>
          </p:cNvPicPr>
          <p:nvPr/>
        </p:nvPicPr>
        <p:blipFill>
          <a:blip r:embed="rId6"/>
          <a:srcRect t="-64516" r="49479" b="100000"/>
          <a:stretch>
            <a:fillRect/>
          </a:stretch>
        </p:blipFill>
        <p:spPr>
          <a:xfrm>
            <a:off x="2355358" y="4464844"/>
            <a:ext cx="2088034" cy="29289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C8A853F-2AE5-5A20-E99B-EA276D1452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808" y="4722018"/>
            <a:ext cx="3725543" cy="154305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A090785-CC5E-B2A1-7F49-DF7F22C8E1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1" y="3679031"/>
            <a:ext cx="1321593" cy="149304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370327C-B866-CEED-7DFA-A1F207E9D86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5"/>
          <a:stretch>
            <a:fillRect/>
          </a:stretch>
        </p:blipFill>
        <p:spPr>
          <a:xfrm>
            <a:off x="1308808" y="3993356"/>
            <a:ext cx="3520031" cy="2271712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84942C8A-8DA0-8567-7B63-80EF5BF73BCB}"/>
              </a:ext>
            </a:extLst>
          </p:cNvPr>
          <p:cNvSpPr txBox="1"/>
          <p:nvPr/>
        </p:nvSpPr>
        <p:spPr>
          <a:xfrm>
            <a:off x="2459530" y="4250531"/>
            <a:ext cx="1983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2">
                    <a:lumMod val="50000"/>
                  </a:schemeClr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封面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705C6C2-80D3-5FF4-2E05-E158A5DE1C49}"/>
              </a:ext>
            </a:extLst>
          </p:cNvPr>
          <p:cNvSpPr txBox="1"/>
          <p:nvPr/>
        </p:nvSpPr>
        <p:spPr>
          <a:xfrm>
            <a:off x="1824399" y="5179219"/>
            <a:ext cx="27618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鼓形象作品标题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敲击反馈与水波动</a:t>
            </a:r>
          </a:p>
          <a:p>
            <a:endParaRPr lang="zh-CN" altLang="en-US" sz="2000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6C47C159-D38D-D563-0FED-F0FA9C7A4C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438" y="3698911"/>
            <a:ext cx="3873115" cy="2850107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6A30D6E4-3F78-A61D-C4E9-EA3B53749A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488" y="4814886"/>
            <a:ext cx="3996667" cy="1450182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34F88C09-7DD9-DCE7-B6BB-D9510B7439B0}"/>
              </a:ext>
            </a:extLst>
          </p:cNvPr>
          <p:cNvSpPr txBox="1"/>
          <p:nvPr/>
        </p:nvSpPr>
        <p:spPr>
          <a:xfrm>
            <a:off x="6433563" y="4351177"/>
            <a:ext cx="2500317" cy="599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自主录制</a:t>
            </a:r>
            <a:endParaRPr lang="zh-CN" altLang="en-US" sz="3200" dirty="0">
              <a:latin typeface="即墨体" panose="02010600010101010101" pitchFamily="2" charset="-122"/>
              <a:ea typeface="即墨体" panose="02010600010101010101" pitchFamily="2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3417B3A-EDA9-3D54-FA9C-B97A9C20CDE8}"/>
              </a:ext>
            </a:extLst>
          </p:cNvPr>
          <p:cNvSpPr txBox="1"/>
          <p:nvPr/>
        </p:nvSpPr>
        <p:spPr>
          <a:xfrm>
            <a:off x="8933880" y="1252590"/>
            <a:ext cx="27074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第三幕真实录制的鼓点呈现为音轨和编码</a:t>
            </a:r>
          </a:p>
          <a:p>
            <a:endParaRPr lang="zh-CN" altLang="en-US" sz="2000" dirty="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D0B612A-B590-52F1-EE22-02B0BCC3C0CA}"/>
              </a:ext>
            </a:extLst>
          </p:cNvPr>
          <p:cNvCxnSpPr/>
          <p:nvPr/>
        </p:nvCxnSpPr>
        <p:spPr>
          <a:xfrm flipV="1">
            <a:off x="3064831" y="3050381"/>
            <a:ext cx="0" cy="378619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  <a:effectLst>
            <a:outerShdw blurRad="50800" dist="50800" dir="5400000" algn="ctr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794B3130-9A30-CEDA-48FD-7DDB0E470D4E}"/>
              </a:ext>
            </a:extLst>
          </p:cNvPr>
          <p:cNvSpPr/>
          <p:nvPr/>
        </p:nvSpPr>
        <p:spPr>
          <a:xfrm>
            <a:off x="2950122" y="2890659"/>
            <a:ext cx="221457" cy="16430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D25E63D-061C-3CD0-51D5-D4C4444CB4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901" y="2070822"/>
            <a:ext cx="3784442" cy="985543"/>
          </a:xfrm>
          <a:prstGeom prst="rect">
            <a:avLst/>
          </a:prstGeom>
          <a:effectLst>
            <a:outerShdw blurRad="50800" dist="38100" dir="2700000" algn="tl" rotWithShape="0">
              <a:schemeClr val="accent2">
                <a:lumMod val="50000"/>
                <a:alpha val="40000"/>
              </a:schemeClr>
            </a:outerShdw>
            <a:reflection blurRad="6350" stA="52000" endA="300" endPos="35000" dir="5400000" sy="-100000" algn="bl" rotWithShape="0"/>
          </a:effectLst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0A665B6F-DB83-3142-3AE1-609D79F7458B}"/>
              </a:ext>
            </a:extLst>
          </p:cNvPr>
          <p:cNvSpPr txBox="1"/>
          <p:nvPr/>
        </p:nvSpPr>
        <p:spPr>
          <a:xfrm>
            <a:off x="1543376" y="2241531"/>
            <a:ext cx="3546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9E184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用声音和视觉反馈吸引学</a:t>
            </a:r>
          </a:p>
          <a:p>
            <a:endParaRPr lang="zh-CN" altLang="en-US" b="1" dirty="0">
              <a:solidFill>
                <a:srgbClr val="F9E184"/>
              </a:solidFill>
              <a:latin typeface="+mj-lt"/>
              <a:ea typeface="仿宋" panose="02010609060101010101" pitchFamily="49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6787453-28E2-6A3D-9B48-2257A37728AD}"/>
              </a:ext>
            </a:extLst>
          </p:cNvPr>
          <p:cNvSpPr txBox="1"/>
          <p:nvPr/>
        </p:nvSpPr>
        <p:spPr>
          <a:xfrm>
            <a:off x="5602574" y="1298736"/>
            <a:ext cx="2040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9E184"/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任务引入</a:t>
            </a: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E7E6845C-9EE0-469F-AA0F-D0A79762BDB9}"/>
              </a:ext>
            </a:extLst>
          </p:cNvPr>
          <p:cNvCxnSpPr/>
          <p:nvPr/>
        </p:nvCxnSpPr>
        <p:spPr>
          <a:xfrm flipV="1">
            <a:off x="5750719" y="3050381"/>
            <a:ext cx="0" cy="57864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椭圆 71">
            <a:extLst>
              <a:ext uri="{FF2B5EF4-FFF2-40B4-BE49-F238E27FC236}">
                <a16:creationId xmlns:a16="http://schemas.microsoft.com/office/drawing/2014/main" id="{C693C2AF-110A-D1B1-FA39-4B1CC19682C8}"/>
              </a:ext>
            </a:extLst>
          </p:cNvPr>
          <p:cNvSpPr/>
          <p:nvPr/>
        </p:nvSpPr>
        <p:spPr>
          <a:xfrm>
            <a:off x="5639990" y="2972812"/>
            <a:ext cx="221457" cy="16430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290265B-464E-D494-D6AF-B9166C292F46}"/>
              </a:ext>
            </a:extLst>
          </p:cNvPr>
          <p:cNvSpPr txBox="1"/>
          <p:nvPr/>
        </p:nvSpPr>
        <p:spPr>
          <a:xfrm>
            <a:off x="4715448" y="2077211"/>
            <a:ext cx="3259286" cy="135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提出用鼓点探索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AI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学习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过程的任务，保留学生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自主创造的参与感</a:t>
            </a:r>
          </a:p>
          <a:p>
            <a:endParaRPr lang="en-US" altLang="zh-CN" sz="2000" b="1" dirty="0">
              <a:solidFill>
                <a:schemeClr val="bg2">
                  <a:lumMod val="25000"/>
                </a:schemeClr>
              </a:solidFill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8FE49B-2E39-C092-E902-FD1966D751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834" y="592932"/>
            <a:ext cx="12682071" cy="6373091"/>
          </a:xfrm>
          <a:prstGeom prst="rect">
            <a:avLst/>
          </a:prstGeom>
          <a:effectLst>
            <a:outerShdw blurRad="50800" dist="50800" dir="5400000" sx="95000" sy="95000" algn="ctr" rotWithShape="0">
              <a:schemeClr val="accent2">
                <a:lumMod val="50000"/>
                <a:alpha val="99000"/>
              </a:schemeClr>
            </a:outerShdw>
            <a:softEdge rad="127000"/>
          </a:effectLst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39C45CBD-969D-9628-A1D6-D27AA46159C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812" y="862697"/>
            <a:ext cx="1167652" cy="1452291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44E2A81C-FC14-FC9F-7410-192D7FB9C14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772" y="3692161"/>
            <a:ext cx="1354150" cy="1599736"/>
          </a:xfrm>
          <a:prstGeom prst="rect">
            <a:avLst/>
          </a:prstGeom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E7C90AD6-C4AB-A877-30E4-79E5D67D9A7D}"/>
              </a:ext>
            </a:extLst>
          </p:cNvPr>
          <p:cNvSpPr txBox="1"/>
          <p:nvPr/>
        </p:nvSpPr>
        <p:spPr>
          <a:xfrm>
            <a:off x="5750719" y="5286375"/>
            <a:ext cx="30152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学生选择音色、敲击鼓点、循环录制，调整速度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endParaRPr lang="zh-CN" altLang="en-US" sz="2000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</p:txBody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4531CB99-52C5-9D06-48BA-6CE62135B4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9878" y="370156"/>
            <a:ext cx="3784442" cy="6861572"/>
          </a:xfrm>
          <a:prstGeom prst="rect">
            <a:avLst/>
          </a:prstGeom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3B1BAD28-B076-07BD-6C8F-3E08D70F24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921" y="-112498"/>
            <a:ext cx="1202970" cy="1582715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075B5EFC-ED13-B72F-9911-08889CE2DF77}"/>
              </a:ext>
            </a:extLst>
          </p:cNvPr>
          <p:cNvSpPr txBox="1"/>
          <p:nvPr/>
        </p:nvSpPr>
        <p:spPr>
          <a:xfrm>
            <a:off x="9683002" y="461567"/>
            <a:ext cx="1771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9E184"/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数据呈现</a:t>
            </a:r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6A3E7395-9D9D-0819-9E30-37646C07D2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180" y="3688879"/>
            <a:ext cx="5046428" cy="1246474"/>
          </a:xfrm>
          <a:prstGeom prst="rect">
            <a:avLst/>
          </a:prstGeom>
        </p:spPr>
      </p:pic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7B78D775-54D4-EFC1-403D-1ABE4E3732F2}"/>
              </a:ext>
            </a:extLst>
          </p:cNvPr>
          <p:cNvCxnSpPr>
            <a:cxnSpLocks/>
          </p:cNvCxnSpPr>
          <p:nvPr/>
        </p:nvCxnSpPr>
        <p:spPr>
          <a:xfrm flipH="1">
            <a:off x="9786938" y="3169418"/>
            <a:ext cx="9474" cy="666776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2B1DE9BD-DB67-7FA8-5D00-D91F3C78909C}"/>
              </a:ext>
            </a:extLst>
          </p:cNvPr>
          <p:cNvSpPr txBox="1"/>
          <p:nvPr/>
        </p:nvSpPr>
        <p:spPr>
          <a:xfrm>
            <a:off x="8362217" y="3993356"/>
            <a:ext cx="3517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建立声音与数据之间的对应关系</a:t>
            </a:r>
          </a:p>
          <a:p>
            <a:endParaRPr lang="zh-CN" altLang="en-US" b="1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BEE0176C-CBBE-4379-E774-62CFC25B2ABD}"/>
              </a:ext>
            </a:extLst>
          </p:cNvPr>
          <p:cNvSpPr/>
          <p:nvPr/>
        </p:nvSpPr>
        <p:spPr>
          <a:xfrm>
            <a:off x="9683002" y="3688879"/>
            <a:ext cx="244536" cy="188723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5" name="图片 104">
            <a:extLst>
              <a:ext uri="{FF2B5EF4-FFF2-40B4-BE49-F238E27FC236}">
                <a16:creationId xmlns:a16="http://schemas.microsoft.com/office/drawing/2014/main" id="{F48815A9-7A6D-A965-0C1B-678870C2ED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835" y="614396"/>
            <a:ext cx="12682071" cy="6373091"/>
          </a:xfrm>
          <a:prstGeom prst="rect">
            <a:avLst/>
          </a:prstGeom>
          <a:effectLst>
            <a:outerShdw blurRad="50800" dist="50800" dir="5400000" sx="95000" sy="95000" algn="ctr" rotWithShape="0">
              <a:schemeClr val="accent2">
                <a:lumMod val="50000"/>
                <a:alpha val="99000"/>
              </a:schemeClr>
            </a:outerShdw>
            <a:softEdge rad="127000"/>
          </a:effectLst>
        </p:spPr>
      </p:pic>
      <p:pic>
        <p:nvPicPr>
          <p:cNvPr id="107" name="图片 106">
            <a:extLst>
              <a:ext uri="{FF2B5EF4-FFF2-40B4-BE49-F238E27FC236}">
                <a16:creationId xmlns:a16="http://schemas.microsoft.com/office/drawing/2014/main" id="{92A57C58-E778-4A81-2892-B7BD48F0108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20" y="-7916"/>
            <a:ext cx="4314825" cy="1373553"/>
          </a:xfrm>
          <a:prstGeom prst="rect">
            <a:avLst/>
          </a:prstGeom>
          <a:effectLst>
            <a:outerShdw blurRad="25400" dist="50800" dir="5400000" algn="ctr" rotWithShape="0">
              <a:schemeClr val="accent2">
                <a:lumMod val="50000"/>
              </a:schemeClr>
            </a:outerShdw>
          </a:effectLst>
        </p:spPr>
      </p:pic>
      <p:sp>
        <p:nvSpPr>
          <p:cNvPr id="109" name="文本框 108">
            <a:extLst>
              <a:ext uri="{FF2B5EF4-FFF2-40B4-BE49-F238E27FC236}">
                <a16:creationId xmlns:a16="http://schemas.microsoft.com/office/drawing/2014/main" id="{FF742DEB-A277-5642-8B3C-3E8756D4E93F}"/>
              </a:ext>
            </a:extLst>
          </p:cNvPr>
          <p:cNvSpPr txBox="1"/>
          <p:nvPr/>
        </p:nvSpPr>
        <p:spPr>
          <a:xfrm>
            <a:off x="1546304" y="401508"/>
            <a:ext cx="2043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核心环节</a:t>
            </a:r>
          </a:p>
        </p:txBody>
      </p:sp>
    </p:spTree>
    <p:extLst>
      <p:ext uri="{BB962C8B-B14F-4D97-AF65-F5344CB8AC3E}">
        <p14:creationId xmlns:p14="http://schemas.microsoft.com/office/powerpoint/2010/main" val="188473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E9942A1-0059-E68D-5170-D482AAF59A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0176"/>
            <a:ext cx="12563806" cy="6373091"/>
          </a:xfrm>
          <a:prstGeom prst="rect">
            <a:avLst/>
          </a:prstGeom>
          <a:effectLst>
            <a:outerShdw blurRad="50800" dist="50800" dir="5400000" sx="95000" sy="95000" algn="ctr" rotWithShape="0">
              <a:schemeClr val="accent2">
                <a:lumMod val="50000"/>
                <a:alpha val="99000"/>
              </a:schemeClr>
            </a:outerShdw>
            <a:softEdge rad="127000"/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273ED21-2593-D7B1-06B8-67532AC5FC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3750469"/>
            <a:ext cx="3393876" cy="2793206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0B6B6F-BCAD-2AAE-FFE6-54B731F56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3750469"/>
            <a:ext cx="1264360" cy="15073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62DBF72-6984-737B-6FCD-E6963C261C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49" y="4748858"/>
            <a:ext cx="3743325" cy="201672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C22B5D6-D631-13D7-251A-6D93E36F2E73}"/>
              </a:ext>
            </a:extLst>
          </p:cNvPr>
          <p:cNvSpPr txBox="1"/>
          <p:nvPr/>
        </p:nvSpPr>
        <p:spPr>
          <a:xfrm>
            <a:off x="2307431" y="4357689"/>
            <a:ext cx="2236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2">
                    <a:lumMod val="50000"/>
                  </a:schemeClr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下一拍预测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65D4D3C-1D31-0AEF-F903-FB5699090E15}"/>
              </a:ext>
            </a:extLst>
          </p:cNvPr>
          <p:cNvSpPr txBox="1"/>
          <p:nvPr/>
        </p:nvSpPr>
        <p:spPr>
          <a:xfrm>
            <a:off x="1968741" y="5245209"/>
            <a:ext cx="2386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学生</a:t>
            </a:r>
            <a:r>
              <a:rPr lang="zh-CN" altLang="en-US" b="1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先</a:t>
            </a:r>
            <a:r>
              <a:rPr lang="zh-CN" altLang="en-US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提交判断，</a:t>
            </a:r>
            <a:endParaRPr lang="en-US" altLang="zh-CN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en-US" b="1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再</a:t>
            </a:r>
            <a:r>
              <a:rPr lang="zh-CN" altLang="en-US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查看模型预测依据，</a:t>
            </a:r>
            <a:r>
              <a:rPr lang="zh-CN" altLang="en-US" b="1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最后</a:t>
            </a:r>
            <a:r>
              <a:rPr lang="zh-CN" altLang="en-US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揭晓原始节奏</a:t>
            </a:r>
            <a:endParaRPr lang="en-US" altLang="zh-CN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en-US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观察预测如何产生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9041238-D03E-08BF-EEEE-FBDF454266B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-10711" r="3141" b="13494"/>
          <a:stretch>
            <a:fillRect/>
          </a:stretch>
        </p:blipFill>
        <p:spPr>
          <a:xfrm>
            <a:off x="3641748" y="1052766"/>
            <a:ext cx="3508175" cy="2245839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8A7178A-6EE6-0B69-BAA7-BC9395DBC9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463" y="1059803"/>
            <a:ext cx="3562349" cy="132557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F8E0A09-B8B6-6B70-7DD7-2B6269D832C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-10711" r="3141" b="13494"/>
          <a:stretch>
            <a:fillRect/>
          </a:stretch>
        </p:blipFill>
        <p:spPr>
          <a:xfrm>
            <a:off x="8275519" y="139161"/>
            <a:ext cx="3508175" cy="2245839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86BB14B-BAEA-6449-9C5F-6514F963D5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511" y="892713"/>
            <a:ext cx="1207323" cy="1325575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00376D1D-A579-8840-5C1F-3941771AFD39}"/>
              </a:ext>
            </a:extLst>
          </p:cNvPr>
          <p:cNvSpPr txBox="1"/>
          <p:nvPr/>
        </p:nvSpPr>
        <p:spPr>
          <a:xfrm>
            <a:off x="4716826" y="1306457"/>
            <a:ext cx="2571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9E184"/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对照实验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80806E-0840-E317-D801-97F0FF32538E}"/>
              </a:ext>
            </a:extLst>
          </p:cNvPr>
          <p:cNvSpPr txBox="1"/>
          <p:nvPr/>
        </p:nvSpPr>
        <p:spPr>
          <a:xfrm>
            <a:off x="4114505" y="2073729"/>
            <a:ext cx="2571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比较少量与更多参考节奏下的模型表现</a:t>
            </a:r>
          </a:p>
          <a:p>
            <a:r>
              <a:rPr lang="zh-CN" altLang="en-US" sz="20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在相同测试条件下检验数据变化的影响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37009B8C-9F5E-FC00-3163-2DB15C19E9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638" y="3906532"/>
            <a:ext cx="3393876" cy="2793206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DD6C4008-6DED-6403-03C9-23239CC776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272" y="3906532"/>
            <a:ext cx="1340647" cy="1591969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40522E2-7173-C81F-D392-CC2C48AE68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942" y="4940403"/>
            <a:ext cx="3743325" cy="2016723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9DF25FA8-D1E8-2A15-350A-605D84BBA2AC}"/>
              </a:ext>
            </a:extLst>
          </p:cNvPr>
          <p:cNvSpPr txBox="1"/>
          <p:nvPr/>
        </p:nvSpPr>
        <p:spPr>
          <a:xfrm>
            <a:off x="6565106" y="4593431"/>
            <a:ext cx="21216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2">
                    <a:lumMod val="50000"/>
                  </a:schemeClr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实验发现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C1648A73-DB28-9898-A008-BC657BE617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057" y="0"/>
            <a:ext cx="2931008" cy="1344458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FCC26051-1EB3-0917-B89E-78FACA3BC225}"/>
              </a:ext>
            </a:extLst>
          </p:cNvPr>
          <p:cNvSpPr txBox="1"/>
          <p:nvPr/>
        </p:nvSpPr>
        <p:spPr>
          <a:xfrm>
            <a:off x="6043613" y="5412731"/>
            <a:ext cx="2500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用醒目的百分比变化呈现本次结果</a:t>
            </a:r>
          </a:p>
          <a:p>
            <a:r>
              <a:rPr lang="zh-CN" altLang="en-US" b="1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引导学生</a:t>
            </a:r>
            <a:r>
              <a:rPr lang="zh-CN" altLang="en-US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依据实验结果形成结论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CFAFD36-0BB0-E4A5-D9B7-5E24DFA3D6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063" y="0"/>
            <a:ext cx="1163988" cy="1255598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E262668B-E5DA-3A42-222B-790B3EE12328}"/>
              </a:ext>
            </a:extLst>
          </p:cNvPr>
          <p:cNvSpPr txBox="1"/>
          <p:nvPr/>
        </p:nvSpPr>
        <p:spPr>
          <a:xfrm>
            <a:off x="9498008" y="335411"/>
            <a:ext cx="1993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9E184"/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现实拓展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BF903CA-7AA5-5631-D3B6-B3E60617A89F}"/>
              </a:ext>
            </a:extLst>
          </p:cNvPr>
          <p:cNvSpPr txBox="1"/>
          <p:nvPr/>
        </p:nvSpPr>
        <p:spPr>
          <a:xfrm>
            <a:off x="8611573" y="1042070"/>
            <a:ext cx="28360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通过真实案例、图片和带中文字幕的视频，联系其他</a:t>
            </a:r>
            <a:r>
              <a:rPr lang="en-US" altLang="zh-CN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AI</a:t>
            </a:r>
            <a:r>
              <a:rPr lang="zh-CN" altLang="en-US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应用将鼓点实验中的认识迁移到现实情境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BF0D58C-BDD8-E6EF-E58A-29A899DB934B}"/>
              </a:ext>
            </a:extLst>
          </p:cNvPr>
          <p:cNvCxnSpPr/>
          <p:nvPr/>
        </p:nvCxnSpPr>
        <p:spPr>
          <a:xfrm>
            <a:off x="9858375" y="2300288"/>
            <a:ext cx="0" cy="821531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7A27D6D2-839F-4EA4-AD3E-30068F76AA50}"/>
              </a:ext>
            </a:extLst>
          </p:cNvPr>
          <p:cNvSpPr/>
          <p:nvPr/>
        </p:nvSpPr>
        <p:spPr>
          <a:xfrm>
            <a:off x="9772649" y="2166624"/>
            <a:ext cx="171451" cy="13366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AAAE9C4-2667-C308-F034-2D306B702259}"/>
              </a:ext>
            </a:extLst>
          </p:cNvPr>
          <p:cNvCxnSpPr>
            <a:cxnSpLocks/>
          </p:cNvCxnSpPr>
          <p:nvPr/>
        </p:nvCxnSpPr>
        <p:spPr>
          <a:xfrm flipV="1">
            <a:off x="8447063" y="2441340"/>
            <a:ext cx="3336631" cy="16110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图片 41">
            <a:extLst>
              <a:ext uri="{FF2B5EF4-FFF2-40B4-BE49-F238E27FC236}">
                <a16:creationId xmlns:a16="http://schemas.microsoft.com/office/drawing/2014/main" id="{74D709AC-E27F-B7F5-ECD3-07EFDC753D0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20" y="-7916"/>
            <a:ext cx="4314825" cy="1373553"/>
          </a:xfrm>
          <a:prstGeom prst="rect">
            <a:avLst/>
          </a:prstGeom>
          <a:effectLst>
            <a:outerShdw blurRad="25400" dist="50800" dir="5400000" algn="ctr" rotWithShape="0">
              <a:schemeClr val="accent2">
                <a:lumMod val="50000"/>
              </a:schemeClr>
            </a:outerShdw>
          </a:effectLst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275AF586-6766-DCFE-6889-E6F9C59161B0}"/>
              </a:ext>
            </a:extLst>
          </p:cNvPr>
          <p:cNvSpPr txBox="1"/>
          <p:nvPr/>
        </p:nvSpPr>
        <p:spPr>
          <a:xfrm>
            <a:off x="1586918" y="417250"/>
            <a:ext cx="2043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核心环节</a:t>
            </a:r>
          </a:p>
        </p:txBody>
      </p:sp>
    </p:spTree>
    <p:extLst>
      <p:ext uri="{BB962C8B-B14F-4D97-AF65-F5344CB8AC3E}">
        <p14:creationId xmlns:p14="http://schemas.microsoft.com/office/powerpoint/2010/main" val="4034390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B46737F-E918-D6D8-2F28-4A71BAC307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753"/>
            <a:ext cx="4314825" cy="1373553"/>
          </a:xfrm>
          <a:prstGeom prst="rect">
            <a:avLst/>
          </a:prstGeom>
          <a:effectLst>
            <a:outerShdw blurRad="25400" dist="50800" dir="5400000" algn="ctr" rotWithShape="0">
              <a:schemeClr val="accent2">
                <a:lumMod val="50000"/>
              </a:schemeClr>
            </a:outerShdw>
          </a:effec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2278858-4D44-B14D-FEAA-D92EF7514B1F}"/>
              </a:ext>
            </a:extLst>
          </p:cNvPr>
          <p:cNvSpPr txBox="1"/>
          <p:nvPr/>
        </p:nvSpPr>
        <p:spPr>
          <a:xfrm>
            <a:off x="1106243" y="174083"/>
            <a:ext cx="2098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 设计逻辑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88593E2-C9A3-D1F0-E8EC-4BB064D20A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92" y="1160411"/>
            <a:ext cx="1036926" cy="120347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7BFB2A1-638B-F5D8-559D-D8809FC8C590}"/>
              </a:ext>
            </a:extLst>
          </p:cNvPr>
          <p:cNvSpPr txBox="1"/>
          <p:nvPr/>
        </p:nvSpPr>
        <p:spPr>
          <a:xfrm>
            <a:off x="1981200" y="1463726"/>
            <a:ext cx="5736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学生的操作贯穿全过程。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722596-F3C0-C4DD-4A8F-5F8BCCAB4931}"/>
              </a:ext>
            </a:extLst>
          </p:cNvPr>
          <p:cNvSpPr txBox="1"/>
          <p:nvPr/>
        </p:nvSpPr>
        <p:spPr>
          <a:xfrm>
            <a:off x="1884218" y="2072299"/>
            <a:ext cx="3768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第三幕录下的节奏要与第四幕的数据、第五幕的预测任务建立明确联系，与观众形成互动联系。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CEE1B08-6F3B-0EBE-9E1A-638724232B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68412"/>
            <a:ext cx="1080929" cy="145229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FD16686-6154-AC96-463A-B42383A85982}"/>
              </a:ext>
            </a:extLst>
          </p:cNvPr>
          <p:cNvSpPr txBox="1"/>
          <p:nvPr/>
        </p:nvSpPr>
        <p:spPr>
          <a:xfrm>
            <a:off x="7287491" y="1463726"/>
            <a:ext cx="431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预测过程具有可观察的依据。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986EAF-1E9E-93D7-7C3E-84EC30461B07}"/>
              </a:ext>
            </a:extLst>
          </p:cNvPr>
          <p:cNvSpPr txBox="1"/>
          <p:nvPr/>
        </p:nvSpPr>
        <p:spPr>
          <a:xfrm>
            <a:off x="7132926" y="2072299"/>
            <a:ext cx="4211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第五幕展示模型实际使用的输入、参考记录或统计结果，让学生了解答案怎样产生。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1412FEE-7A10-9A7F-14DE-45224E907A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61" y="3324170"/>
            <a:ext cx="1146965" cy="1533978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A27A6478-AC2D-4B36-B019-5BB4C097C80A}"/>
              </a:ext>
            </a:extLst>
          </p:cNvPr>
          <p:cNvSpPr txBox="1"/>
          <p:nvPr/>
        </p:nvSpPr>
        <p:spPr>
          <a:xfrm>
            <a:off x="1648566" y="3728387"/>
            <a:ext cx="4031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学习效果通过对照实验检验。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BC1961-8A58-6F44-2B60-4094B1C13E3B}"/>
              </a:ext>
            </a:extLst>
          </p:cNvPr>
          <p:cNvSpPr txBox="1"/>
          <p:nvPr/>
        </p:nvSpPr>
        <p:spPr>
          <a:xfrm>
            <a:off x="1765748" y="4493941"/>
            <a:ext cx="4440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第六幕改变参考数据量，保持算法、评分规则和测试题一致。测试题不参与训</a:t>
            </a:r>
          </a:p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练，使观众能够理解比较的意义。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1DA303D-ECA5-8BD1-D8F5-8977AF356A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101" y="1750861"/>
            <a:ext cx="4903427" cy="157208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EB4DBF0-3EDC-717C-22D3-09A447B919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512" y="1747923"/>
            <a:ext cx="5271653" cy="1572081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C1DA770-E61D-155E-1AA5-098A96D33B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727" y="4089724"/>
            <a:ext cx="5582026" cy="1572081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855DAF7A-318B-C691-F4A6-F6D31BA67D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078" y="3356966"/>
            <a:ext cx="1083203" cy="144427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B5184F82-329C-0189-63CA-159E0AB9E18A}"/>
              </a:ext>
            </a:extLst>
          </p:cNvPr>
          <p:cNvSpPr txBox="1"/>
          <p:nvPr/>
        </p:nvSpPr>
        <p:spPr>
          <a:xfrm>
            <a:off x="7132926" y="3837709"/>
            <a:ext cx="4712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结论来自实际结果。﻿﻿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B8827C7-B397-A0DD-B597-CBE9B3B7E045}"/>
              </a:ext>
            </a:extLst>
          </p:cNvPr>
          <p:cNvSpPr txBox="1"/>
          <p:nvPr/>
        </p:nvSpPr>
        <p:spPr>
          <a:xfrm>
            <a:off x="7287491" y="4572000"/>
            <a:ext cx="3857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第七幕呈现本次测试的变化。如果实际结果为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30%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到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50%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，应写“提高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20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个百分点”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094F5A78-44C5-944A-F26E-AAFE364112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990" y="4205162"/>
            <a:ext cx="5271653" cy="157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51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>
            <a:extLst>
              <a:ext uri="{FF2B5EF4-FFF2-40B4-BE49-F238E27FC236}">
                <a16:creationId xmlns:a16="http://schemas.microsoft.com/office/drawing/2014/main" id="{4380B276-037B-2B7A-2F96-8252656C3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5" y="916996"/>
            <a:ext cx="5031720" cy="2512004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873439D0-6E28-B610-0E86-19D4EC42FD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798" y="858986"/>
            <a:ext cx="4772710" cy="2518844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A1646A7-DEB6-C479-16A4-076AE4B359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940" y="3437143"/>
            <a:ext cx="4668766" cy="2588142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983CC116-134E-DF3F-7BCE-20BCF22ED8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65" y="3429000"/>
            <a:ext cx="4720991" cy="2617093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02A78B1-F689-7409-D158-38BE1FA55F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7700"/>
            <a:ext cx="4314825" cy="1373553"/>
          </a:xfrm>
          <a:prstGeom prst="rect">
            <a:avLst/>
          </a:prstGeom>
          <a:effectLst>
            <a:outerShdw blurRad="25400" dist="50800" dir="5400000" algn="ctr" rotWithShape="0">
              <a:schemeClr val="accent2">
                <a:lumMod val="50000"/>
              </a:schemeClr>
            </a:outerShdw>
          </a:effec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5AF8D05-3239-1D47-D7DF-220B52B3CF61}"/>
              </a:ext>
            </a:extLst>
          </p:cNvPr>
          <p:cNvSpPr txBox="1"/>
          <p:nvPr/>
        </p:nvSpPr>
        <p:spPr>
          <a:xfrm>
            <a:off x="1350818" y="217466"/>
            <a:ext cx="2022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50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核心价值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CC15D7-8E23-F8AF-9E4F-3DBA7853CD0A}"/>
              </a:ext>
            </a:extLst>
          </p:cNvPr>
          <p:cNvSpPr txBox="1"/>
          <p:nvPr/>
        </p:nvSpPr>
        <p:spPr>
          <a:xfrm>
            <a:off x="1572902" y="1218666"/>
            <a:ext cx="1912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2">
                    <a:lumMod val="50000"/>
                  </a:schemeClr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本质价值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A5E99BF-0BD1-4442-310B-26DA8562E26C}"/>
              </a:ext>
            </a:extLst>
          </p:cNvPr>
          <p:cNvSpPr txBox="1"/>
          <p:nvPr/>
        </p:nvSpPr>
        <p:spPr>
          <a:xfrm>
            <a:off x="321693" y="1813801"/>
            <a:ext cx="43148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  让抽象的</a:t>
            </a: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AI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原理变得可感知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将从数据中寻找规律并用于预测的规律</a:t>
            </a:r>
            <a:r>
              <a:rPr lang="en-US" altLang="zh-CN" b="1" dirty="0">
                <a:solidFill>
                  <a:schemeClr val="bg2">
                    <a:lumMod val="2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—</a:t>
            </a:r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转化为中小学生可听、可看、</a:t>
            </a:r>
            <a:endParaRPr lang="en-US" altLang="zh-CN" b="1" dirty="0">
              <a:solidFill>
                <a:schemeClr val="bg2">
                  <a:lumMod val="2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可操作的沉浸式体验。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2E088C-3106-AF63-03E6-C89A71A877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674" y="1974064"/>
            <a:ext cx="3571875" cy="26955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E132FE4-3A7F-4201-3CD3-5CDD6F29BF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283" y="1871723"/>
            <a:ext cx="1476375" cy="13525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8E4E189-B9A7-4830-877F-78B521FB3D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848" y="3522984"/>
            <a:ext cx="1266825" cy="136207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34E037A-A7E0-7D5B-E86A-E92D1DEB7A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891" y="3539774"/>
            <a:ext cx="1266826" cy="13529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D89E746-1880-B080-2DEF-33CB4B0C555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891" y="1856254"/>
            <a:ext cx="1476375" cy="1352550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B4882A92-1321-829B-A504-05E8AC6E3062}"/>
              </a:ext>
            </a:extLst>
          </p:cNvPr>
          <p:cNvSpPr txBox="1"/>
          <p:nvPr/>
        </p:nvSpPr>
        <p:spPr>
          <a:xfrm>
            <a:off x="8801101" y="1165853"/>
            <a:ext cx="2700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2">
                    <a:lumMod val="50000"/>
                  </a:schemeClr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逻辑价值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EDB2184-ADB5-FDE9-7FC2-41D0E5F66D88}"/>
              </a:ext>
            </a:extLst>
          </p:cNvPr>
          <p:cNvSpPr txBox="1"/>
          <p:nvPr/>
        </p:nvSpPr>
        <p:spPr>
          <a:xfrm>
            <a:off x="7784532" y="1764628"/>
            <a:ext cx="367188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   构建完整的探究闭环</a:t>
            </a:r>
            <a:endParaRPr lang="en-US" altLang="zh-CN" sz="2400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每个环节都明确回答三个问题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——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学生做了什么、看到了什么反馈、由此理解了什么。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65E67C8-9937-C186-3E97-C04FE72D4E5D}"/>
              </a:ext>
            </a:extLst>
          </p:cNvPr>
          <p:cNvSpPr txBox="1"/>
          <p:nvPr/>
        </p:nvSpPr>
        <p:spPr>
          <a:xfrm>
            <a:off x="1683468" y="3758673"/>
            <a:ext cx="2834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2">
                    <a:lumMod val="50000"/>
                  </a:schemeClr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设计价值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160BB19-57F7-7CCF-D71F-73B79BA0DD91}"/>
              </a:ext>
            </a:extLst>
          </p:cNvPr>
          <p:cNvSpPr txBox="1"/>
          <p:nvPr/>
        </p:nvSpPr>
        <p:spPr>
          <a:xfrm>
            <a:off x="492230" y="4478084"/>
            <a:ext cx="417195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      学生操作贯穿始终</a:t>
            </a:r>
            <a:endParaRPr lang="en-US" altLang="zh-CN" sz="2400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让学生通过亲手敲击节奏，亲历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"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数据→规律→预测→验证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"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的完整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AI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探究旅程，在动手操作中理解人工智能的本质</a:t>
            </a:r>
          </a:p>
          <a:p>
            <a:endParaRPr lang="zh-CN" altLang="en-US" sz="2400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C5058F0-5D9A-283D-68D5-10459271E1C5}"/>
              </a:ext>
            </a:extLst>
          </p:cNvPr>
          <p:cNvSpPr txBox="1"/>
          <p:nvPr/>
        </p:nvSpPr>
        <p:spPr>
          <a:xfrm>
            <a:off x="8620216" y="3758673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2">
                    <a:lumMod val="50000"/>
                  </a:schemeClr>
                </a:solidFill>
                <a:latin typeface="即墨体" panose="02010600010101010101" pitchFamily="2" charset="-122"/>
                <a:ea typeface="即墨体" panose="02010600010101010101" pitchFamily="2" charset="-122"/>
              </a:rPr>
              <a:t>迁移价值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C0B5941-C7A1-F707-84CE-24A414C63E43}"/>
              </a:ext>
            </a:extLst>
          </p:cNvPr>
          <p:cNvSpPr txBox="1"/>
          <p:nvPr/>
        </p:nvSpPr>
        <p:spPr>
          <a:xfrm>
            <a:off x="7831717" y="4478084"/>
            <a:ext cx="3624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    从课堂走向现实</a:t>
            </a:r>
          </a:p>
          <a:p>
            <a:endParaRPr lang="zh-CN" altLang="en-US" sz="2400" dirty="0">
              <a:latin typeface="方正粗金陵简体" panose="02000000000000000000" pitchFamily="2" charset="-122"/>
              <a:ea typeface="方正粗金陵简体" panose="02000000000000000000" pitchFamily="2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F1D33E5-FB3C-E7D0-F32C-F493E31076B9}"/>
              </a:ext>
            </a:extLst>
          </p:cNvPr>
          <p:cNvSpPr txBox="1"/>
          <p:nvPr/>
        </p:nvSpPr>
        <p:spPr>
          <a:xfrm>
            <a:off x="7547589" y="4820093"/>
            <a:ext cx="4407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让学生通过自己敲出的节奏，观察数据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怎样影响预测，并学会用新的测试题检验模型，在课堂外的实践学到真知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F142732-B02D-B6F0-271E-027796CBEBA5}"/>
              </a:ext>
            </a:extLst>
          </p:cNvPr>
          <p:cNvSpPr txBox="1"/>
          <p:nvPr/>
        </p:nvSpPr>
        <p:spPr>
          <a:xfrm>
            <a:off x="4997597" y="3123398"/>
            <a:ext cx="1929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9E184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项目价值</a:t>
            </a:r>
          </a:p>
        </p:txBody>
      </p:sp>
    </p:spTree>
    <p:extLst>
      <p:ext uri="{BB962C8B-B14F-4D97-AF65-F5344CB8AC3E}">
        <p14:creationId xmlns:p14="http://schemas.microsoft.com/office/powerpoint/2010/main" val="2785493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图片 122">
            <a:extLst>
              <a:ext uri="{FF2B5EF4-FFF2-40B4-BE49-F238E27FC236}">
                <a16:creationId xmlns:a16="http://schemas.microsoft.com/office/drawing/2014/main" id="{B91624B1-3E15-2F69-A057-4F38F107C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40988" y="860189"/>
            <a:ext cx="4542761" cy="3779249"/>
          </a:xfrm>
          <a:prstGeom prst="rect">
            <a:avLst/>
          </a:prstGeom>
        </p:spPr>
      </p:pic>
      <p:pic>
        <p:nvPicPr>
          <p:cNvPr id="125" name="图片 124">
            <a:extLst>
              <a:ext uri="{FF2B5EF4-FFF2-40B4-BE49-F238E27FC236}">
                <a16:creationId xmlns:a16="http://schemas.microsoft.com/office/drawing/2014/main" id="{81804FE1-0D15-0936-7731-66DFD3347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404" y="1074166"/>
            <a:ext cx="3408682" cy="2809449"/>
          </a:xfrm>
          <a:prstGeom prst="rect">
            <a:avLst/>
          </a:prstGeom>
        </p:spPr>
      </p:pic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E3CAA233-851B-7620-7E31-3CB257D249D5}"/>
              </a:ext>
            </a:extLst>
          </p:cNvPr>
          <p:cNvSpPr/>
          <p:nvPr/>
        </p:nvSpPr>
        <p:spPr>
          <a:xfrm flipV="1">
            <a:off x="3597210" y="1795519"/>
            <a:ext cx="1005983" cy="1755066"/>
          </a:xfrm>
          <a:custGeom>
            <a:avLst/>
            <a:gdLst>
              <a:gd name="csX0" fmla="*/ 1440718 w 1920602"/>
              <a:gd name="csY0" fmla="*/ 4119558 h 4132445"/>
              <a:gd name="csX1" fmla="*/ 1212767 w 1920602"/>
              <a:gd name="csY1" fmla="*/ 3934470 h 4132445"/>
              <a:gd name="csX2" fmla="*/ 925719 w 1920602"/>
              <a:gd name="csY2" fmla="*/ 3572087 h 4132445"/>
              <a:gd name="csX3" fmla="*/ 747774 w 1920602"/>
              <a:gd name="csY3" fmla="*/ 3370763 h 4132445"/>
              <a:gd name="csX4" fmla="*/ 674388 w 1920602"/>
              <a:gd name="csY4" fmla="*/ 3377258 h 4132445"/>
              <a:gd name="csX5" fmla="*/ 612692 w 1920602"/>
              <a:gd name="csY5" fmla="*/ 3412976 h 4132445"/>
              <a:gd name="csX6" fmla="*/ 654256 w 1920602"/>
              <a:gd name="csY6" fmla="*/ 3483115 h 4132445"/>
              <a:gd name="csX7" fmla="*/ 765958 w 1920602"/>
              <a:gd name="csY7" fmla="*/ 3768865 h 4132445"/>
              <a:gd name="csX8" fmla="*/ 697768 w 1920602"/>
              <a:gd name="csY8" fmla="*/ 3899401 h 4132445"/>
              <a:gd name="csX9" fmla="*/ 584117 w 1920602"/>
              <a:gd name="csY9" fmla="*/ 3978632 h 4132445"/>
              <a:gd name="csX10" fmla="*/ 506835 w 1920602"/>
              <a:gd name="csY10" fmla="*/ 3998115 h 4132445"/>
              <a:gd name="csX11" fmla="*/ 449685 w 1920602"/>
              <a:gd name="csY11" fmla="*/ 3966942 h 4132445"/>
              <a:gd name="csX12" fmla="*/ 424357 w 1920602"/>
              <a:gd name="csY12" fmla="*/ 3899401 h 4132445"/>
              <a:gd name="csX13" fmla="*/ 400978 w 1920602"/>
              <a:gd name="csY13" fmla="*/ 3814975 h 4132445"/>
              <a:gd name="csX14" fmla="*/ 241867 w 1920602"/>
              <a:gd name="csY14" fmla="*/ 3545461 h 4132445"/>
              <a:gd name="csX15" fmla="*/ 63273 w 1920602"/>
              <a:gd name="csY15" fmla="*/ 3207107 h 4132445"/>
              <a:gd name="csX16" fmla="*/ 157441 w 1920602"/>
              <a:gd name="csY16" fmla="*/ 2943437 h 4132445"/>
              <a:gd name="csX17" fmla="*/ 237321 w 1920602"/>
              <a:gd name="csY17" fmla="*/ 2934345 h 4132445"/>
              <a:gd name="csX18" fmla="*/ 410719 w 1920602"/>
              <a:gd name="csY18" fmla="*/ 3118134 h 4132445"/>
              <a:gd name="csX19" fmla="*/ 498392 w 1920602"/>
              <a:gd name="csY19" fmla="*/ 3175934 h 4132445"/>
              <a:gd name="csX20" fmla="*/ 643865 w 1920602"/>
              <a:gd name="csY20" fmla="*/ 3114238 h 4132445"/>
              <a:gd name="csX21" fmla="*/ 780895 w 1920602"/>
              <a:gd name="csY21" fmla="*/ 3031760 h 4132445"/>
              <a:gd name="csX22" fmla="*/ 812717 w 1920602"/>
              <a:gd name="csY22" fmla="*/ 2999938 h 4132445"/>
              <a:gd name="csX23" fmla="*/ 721148 w 1920602"/>
              <a:gd name="csY23" fmla="*/ 2967466 h 4132445"/>
              <a:gd name="csX24" fmla="*/ 667894 w 1920602"/>
              <a:gd name="csY24" fmla="*/ 2946684 h 4132445"/>
              <a:gd name="csX25" fmla="*/ 634773 w 1920602"/>
              <a:gd name="csY25" fmla="*/ 2909017 h 4132445"/>
              <a:gd name="csX26" fmla="*/ 606198 w 1920602"/>
              <a:gd name="csY26" fmla="*/ 2825890 h 4132445"/>
              <a:gd name="csX27" fmla="*/ 582169 w 1920602"/>
              <a:gd name="csY27" fmla="*/ 2734970 h 4132445"/>
              <a:gd name="csX28" fmla="*/ 563985 w 1920602"/>
              <a:gd name="csY28" fmla="*/ 2619371 h 4132445"/>
              <a:gd name="csX29" fmla="*/ 508134 w 1920602"/>
              <a:gd name="csY29" fmla="*/ 2234907 h 4132445"/>
              <a:gd name="csX30" fmla="*/ 550996 w 1920602"/>
              <a:gd name="csY30" fmla="*/ 2066055 h 4132445"/>
              <a:gd name="csX31" fmla="*/ 686078 w 1920602"/>
              <a:gd name="csY31" fmla="*/ 1919283 h 4132445"/>
              <a:gd name="csX32" fmla="*/ 676337 w 1920602"/>
              <a:gd name="csY32" fmla="*/ 1875771 h 4132445"/>
              <a:gd name="csX33" fmla="*/ 493846 w 1920602"/>
              <a:gd name="csY33" fmla="*/ 1782253 h 4132445"/>
              <a:gd name="csX34" fmla="*/ 284729 w 1920602"/>
              <a:gd name="csY34" fmla="*/ 1691333 h 4132445"/>
              <a:gd name="csX35" fmla="*/ 214591 w 1920602"/>
              <a:gd name="csY35" fmla="*/ 1666005 h 4132445"/>
              <a:gd name="csX36" fmla="*/ 188613 w 1920602"/>
              <a:gd name="csY36" fmla="*/ 1603659 h 4132445"/>
              <a:gd name="csX37" fmla="*/ 209395 w 1920602"/>
              <a:gd name="csY37" fmla="*/ 1501699 h 4132445"/>
              <a:gd name="csX38" fmla="*/ 450334 w 1920602"/>
              <a:gd name="csY38" fmla="*/ 1458187 h 4132445"/>
              <a:gd name="csX39" fmla="*/ 603600 w 1920602"/>
              <a:gd name="csY39" fmla="*/ 1490658 h 4132445"/>
              <a:gd name="csX40" fmla="*/ 563336 w 1920602"/>
              <a:gd name="csY40" fmla="*/ 1385450 h 4132445"/>
              <a:gd name="csX41" fmla="*/ 547100 w 1920602"/>
              <a:gd name="csY41" fmla="*/ 1328950 h 4132445"/>
              <a:gd name="csX42" fmla="*/ 571129 w 1920602"/>
              <a:gd name="csY42" fmla="*/ 1291283 h 4132445"/>
              <a:gd name="csX43" fmla="*/ 621784 w 1920602"/>
              <a:gd name="csY43" fmla="*/ 1206857 h 4132445"/>
              <a:gd name="csX44" fmla="*/ 665296 w 1920602"/>
              <a:gd name="csY44" fmla="*/ 1149057 h 4132445"/>
              <a:gd name="csX45" fmla="*/ 686728 w 1920602"/>
              <a:gd name="csY45" fmla="*/ 1165293 h 4132445"/>
              <a:gd name="csX46" fmla="*/ 717251 w 1920602"/>
              <a:gd name="csY46" fmla="*/ 1177632 h 4132445"/>
              <a:gd name="csX47" fmla="*/ 744527 w 1920602"/>
              <a:gd name="csY47" fmla="*/ 1158149 h 4132445"/>
              <a:gd name="csX48" fmla="*/ 775700 w 1920602"/>
              <a:gd name="csY48" fmla="*/ 1159448 h 4132445"/>
              <a:gd name="csX49" fmla="*/ 788039 w 1920602"/>
              <a:gd name="csY49" fmla="*/ 1192569 h 4132445"/>
              <a:gd name="csX50" fmla="*/ 804924 w 1920602"/>
              <a:gd name="csY50" fmla="*/ 1239328 h 4132445"/>
              <a:gd name="csX51" fmla="*/ 872465 w 1920602"/>
              <a:gd name="csY51" fmla="*/ 1482216 h 4132445"/>
              <a:gd name="csX52" fmla="*/ 910132 w 1920602"/>
              <a:gd name="csY52" fmla="*/ 1599763 h 4132445"/>
              <a:gd name="csX53" fmla="*/ 1143928 w 1920602"/>
              <a:gd name="csY53" fmla="*/ 1674447 h 4132445"/>
              <a:gd name="csX54" fmla="*/ 1212767 w 1920602"/>
              <a:gd name="csY54" fmla="*/ 1669901 h 4132445"/>
              <a:gd name="csX55" fmla="*/ 1239394 w 1920602"/>
              <a:gd name="csY55" fmla="*/ 1077620 h 4132445"/>
              <a:gd name="csX56" fmla="*/ 1218612 w 1920602"/>
              <a:gd name="csY56" fmla="*/ 917859 h 4132445"/>
              <a:gd name="csX57" fmla="*/ 1169256 w 1920602"/>
              <a:gd name="csY57" fmla="*/ 812651 h 4132445"/>
              <a:gd name="csX58" fmla="*/ 981570 w 1920602"/>
              <a:gd name="csY58" fmla="*/ 627563 h 4132445"/>
              <a:gd name="csX59" fmla="*/ 923121 w 1920602"/>
              <a:gd name="csY59" fmla="*/ 584051 h 4132445"/>
              <a:gd name="csX60" fmla="*/ 827005 w 1920602"/>
              <a:gd name="csY60" fmla="*/ 528850 h 4132445"/>
              <a:gd name="csX61" fmla="*/ 788039 w 1920602"/>
              <a:gd name="csY61" fmla="*/ 509367 h 4132445"/>
              <a:gd name="csX62" fmla="*/ 726343 w 1920602"/>
              <a:gd name="csY62" fmla="*/ 478194 h 4132445"/>
              <a:gd name="csX63" fmla="*/ 668544 w 1920602"/>
              <a:gd name="csY63" fmla="*/ 441826 h 4132445"/>
              <a:gd name="csX64" fmla="*/ 638020 w 1920602"/>
              <a:gd name="csY64" fmla="*/ 428188 h 4132445"/>
              <a:gd name="csX65" fmla="*/ 613991 w 1920602"/>
              <a:gd name="csY65" fmla="*/ 417797 h 4132445"/>
              <a:gd name="csX66" fmla="*/ 586066 w 1920602"/>
              <a:gd name="csY66" fmla="*/ 402860 h 4132445"/>
              <a:gd name="csX67" fmla="*/ 565933 w 1920602"/>
              <a:gd name="csY67" fmla="*/ 389871 h 4132445"/>
              <a:gd name="csX68" fmla="*/ 530864 w 1920602"/>
              <a:gd name="csY68" fmla="*/ 359348 h 4132445"/>
              <a:gd name="csX69" fmla="*/ 504887 w 1920602"/>
              <a:gd name="csY69" fmla="*/ 349606 h 4132445"/>
              <a:gd name="csX70" fmla="*/ 483455 w 1920602"/>
              <a:gd name="csY70" fmla="*/ 343762 h 4132445"/>
              <a:gd name="csX71" fmla="*/ 454231 w 1920602"/>
              <a:gd name="csY71" fmla="*/ 331422 h 4132445"/>
              <a:gd name="csX72" fmla="*/ 423708 w 1920602"/>
              <a:gd name="csY72" fmla="*/ 311290 h 4132445"/>
              <a:gd name="csX73" fmla="*/ 413317 w 1920602"/>
              <a:gd name="csY73" fmla="*/ 289859 h 4132445"/>
              <a:gd name="csX74" fmla="*/ 378248 w 1920602"/>
              <a:gd name="csY74" fmla="*/ 262583 h 4132445"/>
              <a:gd name="csX75" fmla="*/ 335385 w 1920602"/>
              <a:gd name="csY75" fmla="*/ 250243 h 4132445"/>
              <a:gd name="csX76" fmla="*/ 299666 w 1920602"/>
              <a:gd name="csY76" fmla="*/ 246996 h 4132445"/>
              <a:gd name="csX77" fmla="*/ 282781 w 1920602"/>
              <a:gd name="csY77" fmla="*/ 246347 h 4132445"/>
              <a:gd name="csX78" fmla="*/ 238620 w 1920602"/>
              <a:gd name="csY78" fmla="*/ 213875 h 4132445"/>
              <a:gd name="csX79" fmla="*/ 203550 w 1920602"/>
              <a:gd name="csY79" fmla="*/ 191145 h 4132445"/>
              <a:gd name="csX80" fmla="*/ 179521 w 1920602"/>
              <a:gd name="csY80" fmla="*/ 155426 h 4132445"/>
              <a:gd name="csX81" fmla="*/ 165883 w 1920602"/>
              <a:gd name="csY81" fmla="*/ 171662 h 4132445"/>
              <a:gd name="csX82" fmla="*/ 152895 w 1920602"/>
              <a:gd name="csY82" fmla="*/ 183352 h 4132445"/>
              <a:gd name="csX83" fmla="*/ 100291 w 1920602"/>
              <a:gd name="csY83" fmla="*/ 161271 h 4132445"/>
              <a:gd name="csX84" fmla="*/ 42491 w 1920602"/>
              <a:gd name="csY84" fmla="*/ 138541 h 4132445"/>
              <a:gd name="csX85" fmla="*/ 45089 w 1920602"/>
              <a:gd name="csY85" fmla="*/ 121656 h 4132445"/>
              <a:gd name="csX86" fmla="*/ 106136 w 1920602"/>
              <a:gd name="csY86" fmla="*/ 126202 h 4132445"/>
              <a:gd name="csX87" fmla="*/ 206797 w 1920602"/>
              <a:gd name="csY87" fmla="*/ 148283 h 4132445"/>
              <a:gd name="csX88" fmla="*/ 320448 w 1920602"/>
              <a:gd name="csY88" fmla="*/ 163220 h 4132445"/>
              <a:gd name="csX89" fmla="*/ 267195 w 1920602"/>
              <a:gd name="csY89" fmla="*/ 116460 h 4132445"/>
              <a:gd name="csX90" fmla="*/ 252258 w 1920602"/>
              <a:gd name="csY90" fmla="*/ 110616 h 4132445"/>
              <a:gd name="csX91" fmla="*/ 227579 w 1920602"/>
              <a:gd name="csY91" fmla="*/ 99575 h 4132445"/>
              <a:gd name="csX92" fmla="*/ 184067 w 1920602"/>
              <a:gd name="csY92" fmla="*/ 80092 h 4132445"/>
              <a:gd name="csX93" fmla="*/ 152895 w 1920602"/>
              <a:gd name="csY93" fmla="*/ 64506 h 4132445"/>
              <a:gd name="csX94" fmla="*/ 126917 w 1920602"/>
              <a:gd name="csY94" fmla="*/ 54764 h 4132445"/>
              <a:gd name="csX95" fmla="*/ 52882 w 1920602"/>
              <a:gd name="csY95" fmla="*/ 28787 h 4132445"/>
              <a:gd name="csX96" fmla="*/ -7515 w 1920602"/>
              <a:gd name="csY96" fmla="*/ 6057 h 4132445"/>
              <a:gd name="csX97" fmla="*/ 40543 w 1920602"/>
              <a:gd name="csY97" fmla="*/ 6057 h 4132445"/>
              <a:gd name="csX98" fmla="*/ 301615 w 1920602"/>
              <a:gd name="csY98" fmla="*/ 71000 h 4132445"/>
              <a:gd name="csX99" fmla="*/ 351621 w 1920602"/>
              <a:gd name="csY99" fmla="*/ 83339 h 4132445"/>
              <a:gd name="csX100" fmla="*/ 382794 w 1920602"/>
              <a:gd name="csY100" fmla="*/ 90483 h 4132445"/>
              <a:gd name="csX101" fmla="*/ 495795 w 1920602"/>
              <a:gd name="csY101" fmla="*/ 151530 h 4132445"/>
              <a:gd name="csX102" fmla="*/ 476312 w 1920602"/>
              <a:gd name="csY102" fmla="*/ 160622 h 4132445"/>
              <a:gd name="csX103" fmla="*/ 449685 w 1920602"/>
              <a:gd name="csY103" fmla="*/ 165817 h 4132445"/>
              <a:gd name="csX104" fmla="*/ 415265 w 1920602"/>
              <a:gd name="csY104" fmla="*/ 172312 h 4132445"/>
              <a:gd name="csX105" fmla="*/ 382144 w 1920602"/>
              <a:gd name="csY105" fmla="*/ 175559 h 4132445"/>
              <a:gd name="csX106" fmla="*/ 358115 w 1920602"/>
              <a:gd name="csY106" fmla="*/ 171662 h 4132445"/>
              <a:gd name="csX107" fmla="*/ 339931 w 1920602"/>
              <a:gd name="csY107" fmla="*/ 172961 h 4132445"/>
              <a:gd name="csX108" fmla="*/ 482806 w 1920602"/>
              <a:gd name="csY108" fmla="*/ 246347 h 4132445"/>
              <a:gd name="csX109" fmla="*/ 616589 w 1920602"/>
              <a:gd name="csY109" fmla="*/ 308043 h 4132445"/>
              <a:gd name="csX110" fmla="*/ 743878 w 1920602"/>
              <a:gd name="csY110" fmla="*/ 351555 h 4132445"/>
              <a:gd name="csX111" fmla="*/ 745826 w 1920602"/>
              <a:gd name="csY111" fmla="*/ 337267 h 4132445"/>
              <a:gd name="csX112" fmla="*/ 635423 w 1920602"/>
              <a:gd name="csY112" fmla="*/ 278169 h 4132445"/>
              <a:gd name="csX113" fmla="*/ 525669 w 1920602"/>
              <a:gd name="csY113" fmla="*/ 217122 h 4132445"/>
              <a:gd name="csX114" fmla="*/ 512680 w 1920602"/>
              <a:gd name="csY114" fmla="*/ 207381 h 4132445"/>
              <a:gd name="csX115" fmla="*/ 504237 w 1920602"/>
              <a:gd name="csY115" fmla="*/ 185300 h 4132445"/>
              <a:gd name="csX116" fmla="*/ 571129 w 1920602"/>
              <a:gd name="csY116" fmla="*/ 169064 h 4132445"/>
              <a:gd name="csX117" fmla="*/ 625681 w 1920602"/>
              <a:gd name="csY117" fmla="*/ 185950 h 4132445"/>
              <a:gd name="csX118" fmla="*/ 662049 w 1920602"/>
              <a:gd name="csY118" fmla="*/ 205433 h 4132445"/>
              <a:gd name="csX119" fmla="*/ 699716 w 1920602"/>
              <a:gd name="csY119" fmla="*/ 220370 h 4132445"/>
              <a:gd name="csX120" fmla="*/ 754269 w 1920602"/>
              <a:gd name="csY120" fmla="*/ 234008 h 4132445"/>
              <a:gd name="csX121" fmla="*/ 867270 w 1920602"/>
              <a:gd name="csY121" fmla="*/ 272324 h 4132445"/>
              <a:gd name="csX122" fmla="*/ 872465 w 1920602"/>
              <a:gd name="csY122" fmla="*/ 260634 h 4132445"/>
              <a:gd name="csX123" fmla="*/ 732837 w 1920602"/>
              <a:gd name="csY123" fmla="*/ 181404 h 4132445"/>
              <a:gd name="csX124" fmla="*/ 639969 w 1920602"/>
              <a:gd name="csY124" fmla="*/ 131397 h 4132445"/>
              <a:gd name="csX125" fmla="*/ 705561 w 1920602"/>
              <a:gd name="csY125" fmla="*/ 152829 h 4132445"/>
              <a:gd name="csX126" fmla="*/ 738682 w 1920602"/>
              <a:gd name="csY126" fmla="*/ 161921 h 4132445"/>
              <a:gd name="csX127" fmla="*/ 775050 w 1920602"/>
              <a:gd name="csY127" fmla="*/ 171662 h 4132445"/>
              <a:gd name="csX128" fmla="*/ 810120 w 1920602"/>
              <a:gd name="csY128" fmla="*/ 181404 h 4132445"/>
              <a:gd name="csX129" fmla="*/ 969880 w 1920602"/>
              <a:gd name="csY129" fmla="*/ 224266 h 4132445"/>
              <a:gd name="csX130" fmla="*/ 1057553 w 1920602"/>
              <a:gd name="csY130" fmla="*/ 236605 h 4132445"/>
              <a:gd name="csX131" fmla="*/ 1172503 w 1920602"/>
              <a:gd name="csY131" fmla="*/ 261284 h 4132445"/>
              <a:gd name="csX132" fmla="*/ 1233549 w 1920602"/>
              <a:gd name="csY132" fmla="*/ 285313 h 4132445"/>
              <a:gd name="csX133" fmla="*/ 1274463 w 1920602"/>
              <a:gd name="csY133" fmla="*/ 304146 h 4132445"/>
              <a:gd name="csX134" fmla="*/ 1321223 w 1920602"/>
              <a:gd name="csY134" fmla="*/ 326227 h 4132445"/>
              <a:gd name="csX135" fmla="*/ 1486178 w 1920602"/>
              <a:gd name="csY135" fmla="*/ 470401 h 4132445"/>
              <a:gd name="csX136" fmla="*/ 1555667 w 1920602"/>
              <a:gd name="csY136" fmla="*/ 619121 h 4132445"/>
              <a:gd name="csX137" fmla="*/ 1571254 w 1920602"/>
              <a:gd name="csY137" fmla="*/ 846422 h 4132445"/>
              <a:gd name="csX138" fmla="*/ 1560863 w 1920602"/>
              <a:gd name="csY138" fmla="*/ 977607 h 4132445"/>
              <a:gd name="csX139" fmla="*/ 1554369 w 1920602"/>
              <a:gd name="csY139" fmla="*/ 1054889 h 4132445"/>
              <a:gd name="csX140" fmla="*/ 1538782 w 1920602"/>
              <a:gd name="csY140" fmla="*/ 1353628 h 4132445"/>
              <a:gd name="csX141" fmla="*/ 1521897 w 1920602"/>
              <a:gd name="csY141" fmla="*/ 1585475 h 4132445"/>
              <a:gd name="csX142" fmla="*/ 1510857 w 1920602"/>
              <a:gd name="csY142" fmla="*/ 1749132 h 4132445"/>
              <a:gd name="csX143" fmla="*/ 1552420 w 1920602"/>
              <a:gd name="csY143" fmla="*/ 1766017 h 4132445"/>
              <a:gd name="csX144" fmla="*/ 1655031 w 1920602"/>
              <a:gd name="csY144" fmla="*/ 1789397 h 4132445"/>
              <a:gd name="csX145" fmla="*/ 1747899 w 1920602"/>
              <a:gd name="csY145" fmla="*/ 1804983 h 4132445"/>
              <a:gd name="csX146" fmla="*/ 1818038 w 1920602"/>
              <a:gd name="csY146" fmla="*/ 1828363 h 4132445"/>
              <a:gd name="csX147" fmla="*/ 1859602 w 1920602"/>
              <a:gd name="csY147" fmla="*/ 1856938 h 4132445"/>
              <a:gd name="csX148" fmla="*/ 1836871 w 1920602"/>
              <a:gd name="csY148" fmla="*/ 1889409 h 4132445"/>
              <a:gd name="csX149" fmla="*/ 1823883 w 1920602"/>
              <a:gd name="csY149" fmla="*/ 1930973 h 4132445"/>
              <a:gd name="csX150" fmla="*/ 1831027 w 1920602"/>
              <a:gd name="csY150" fmla="*/ 1973186 h 4132445"/>
              <a:gd name="csX151" fmla="*/ 1734261 w 1920602"/>
              <a:gd name="csY151" fmla="*/ 1999813 h 4132445"/>
              <a:gd name="csX152" fmla="*/ 1688801 w 1920602"/>
              <a:gd name="csY152" fmla="*/ 2012801 h 4132445"/>
              <a:gd name="csX153" fmla="*/ 1661525 w 1920602"/>
              <a:gd name="csY153" fmla="*/ 2025790 h 4132445"/>
              <a:gd name="csX154" fmla="*/ 1584892 w 1920602"/>
              <a:gd name="csY154" fmla="*/ 2076446 h 4132445"/>
              <a:gd name="csX155" fmla="*/ 1553719 w 1920602"/>
              <a:gd name="csY155" fmla="*/ 2108268 h 4132445"/>
              <a:gd name="csX156" fmla="*/ 1563461 w 1920602"/>
              <a:gd name="csY156" fmla="*/ 2133596 h 4132445"/>
              <a:gd name="csX157" fmla="*/ 1658927 w 1920602"/>
              <a:gd name="csY157" fmla="*/ 2665480 h 4132445"/>
              <a:gd name="csX158" fmla="*/ 1696594 w 1920602"/>
              <a:gd name="csY158" fmla="*/ 3079169 h 4132445"/>
              <a:gd name="csX159" fmla="*/ 1548524 w 1920602"/>
              <a:gd name="csY159" fmla="*/ 3212302 h 4132445"/>
              <a:gd name="csX160" fmla="*/ 1311481 w 1920602"/>
              <a:gd name="csY160" fmla="*/ 3194767 h 4132445"/>
              <a:gd name="csX161" fmla="*/ 992610 w 1920602"/>
              <a:gd name="csY161" fmla="*/ 2970064 h 4132445"/>
              <a:gd name="csX162" fmla="*/ 821809 w 1920602"/>
              <a:gd name="csY162" fmla="*/ 2875896 h 4132445"/>
              <a:gd name="csX163" fmla="*/ 815965 w 1920602"/>
              <a:gd name="csY163" fmla="*/ 2947983 h 4132445"/>
              <a:gd name="csX164" fmla="*/ 1104312 w 1920602"/>
              <a:gd name="csY164" fmla="*/ 3155152 h 4132445"/>
              <a:gd name="csX165" fmla="*/ 1178997 w 1920602"/>
              <a:gd name="csY165" fmla="*/ 3192170 h 4132445"/>
              <a:gd name="csX166" fmla="*/ 1221859 w 1920602"/>
              <a:gd name="csY166" fmla="*/ 3201262 h 4132445"/>
              <a:gd name="csX167" fmla="*/ 1307584 w 1920602"/>
              <a:gd name="csY167" fmla="*/ 3232434 h 4132445"/>
              <a:gd name="csX168" fmla="*/ 1556966 w 1920602"/>
              <a:gd name="csY168" fmla="*/ 3358424 h 4132445"/>
              <a:gd name="csX169" fmla="*/ 1762187 w 1920602"/>
              <a:gd name="csY169" fmla="*/ 3422718 h 4132445"/>
              <a:gd name="csX170" fmla="*/ 1823883 w 1920602"/>
              <a:gd name="csY170" fmla="*/ 3444799 h 4132445"/>
              <a:gd name="csX171" fmla="*/ 1911556 w 1920602"/>
              <a:gd name="csY171" fmla="*/ 3539616 h 4132445"/>
              <a:gd name="csX172" fmla="*/ 1825831 w 1920602"/>
              <a:gd name="csY172" fmla="*/ 3614300 h 4132445"/>
              <a:gd name="csX173" fmla="*/ 1598530 w 1920602"/>
              <a:gd name="csY173" fmla="*/ 3652617 h 4132445"/>
              <a:gd name="csX174" fmla="*/ 1497219 w 1920602"/>
              <a:gd name="csY174" fmla="*/ 3657812 h 4132445"/>
              <a:gd name="csX175" fmla="*/ 1531638 w 1920602"/>
              <a:gd name="csY175" fmla="*/ 3731847 h 4132445"/>
              <a:gd name="csX176" fmla="*/ 1658927 w 1920602"/>
              <a:gd name="csY176" fmla="*/ 3988373 h 4132445"/>
              <a:gd name="csX177" fmla="*/ 1614766 w 1920602"/>
              <a:gd name="csY177" fmla="*/ 4081242 h 4132445"/>
              <a:gd name="csX178" fmla="*/ 1495920 w 1920602"/>
              <a:gd name="csY178" fmla="*/ 4126702 h 4132445"/>
              <a:gd name="csX179" fmla="*/ 1440718 w 1920602"/>
              <a:gd name="csY179" fmla="*/ 4119558 h 4132445"/>
              <a:gd name="csX180" fmla="*/ 1339407 w 1920602"/>
              <a:gd name="csY180" fmla="*/ 3942263 h 4132445"/>
              <a:gd name="csX181" fmla="*/ 1324470 w 1920602"/>
              <a:gd name="csY181" fmla="*/ 3861734 h 4132445"/>
              <a:gd name="csX182" fmla="*/ 1250434 w 1920602"/>
              <a:gd name="csY182" fmla="*/ 3672100 h 4132445"/>
              <a:gd name="csX183" fmla="*/ 1240044 w 1920602"/>
              <a:gd name="csY183" fmla="*/ 3584426 h 4132445"/>
              <a:gd name="csX184" fmla="*/ 1256929 w 1920602"/>
              <a:gd name="csY184" fmla="*/ 3500000 h 4132445"/>
              <a:gd name="csX185" fmla="*/ 1347849 w 1920602"/>
              <a:gd name="csY185" fmla="*/ 3422069 h 4132445"/>
              <a:gd name="csX186" fmla="*/ 1371229 w 1920602"/>
              <a:gd name="csY186" fmla="*/ 3370114 h 4132445"/>
              <a:gd name="csX187" fmla="*/ 1228354 w 1920602"/>
              <a:gd name="csY187" fmla="*/ 3272050 h 4132445"/>
              <a:gd name="csX188" fmla="*/ 1061450 w 1920602"/>
              <a:gd name="csY188" fmla="*/ 3170089 h 4132445"/>
              <a:gd name="csX189" fmla="*/ 931563 w 1920602"/>
              <a:gd name="csY189" fmla="*/ 3094755 h 4132445"/>
              <a:gd name="csX190" fmla="*/ 917925 w 1920602"/>
              <a:gd name="csY190" fmla="*/ 3126577 h 4132445"/>
              <a:gd name="csX191" fmla="*/ 896494 w 1920602"/>
              <a:gd name="csY191" fmla="*/ 3196066 h 4132445"/>
              <a:gd name="csX192" fmla="*/ 891948 w 1920602"/>
              <a:gd name="csY192" fmla="*/ 3335694 h 4132445"/>
              <a:gd name="csX193" fmla="*/ 1077686 w 1920602"/>
              <a:gd name="csY193" fmla="*/ 3709767 h 4132445"/>
              <a:gd name="csX194" fmla="*/ 1288751 w 1920602"/>
              <a:gd name="csY194" fmla="*/ 3935120 h 4132445"/>
              <a:gd name="csX195" fmla="*/ 1339407 w 1920602"/>
              <a:gd name="csY195" fmla="*/ 3942263 h 4132445"/>
              <a:gd name="csX196" fmla="*/ 1364734 w 1920602"/>
              <a:gd name="csY196" fmla="*/ 2972662 h 4132445"/>
              <a:gd name="csX197" fmla="*/ 1327717 w 1920602"/>
              <a:gd name="csY197" fmla="*/ 2497278 h 4132445"/>
              <a:gd name="csX198" fmla="*/ 1289400 w 1920602"/>
              <a:gd name="csY198" fmla="*/ 2438179 h 4132445"/>
              <a:gd name="csX199" fmla="*/ 1260176 w 1920602"/>
              <a:gd name="csY199" fmla="*/ 2441426 h 4132445"/>
              <a:gd name="csX200" fmla="*/ 1228354 w 1920602"/>
              <a:gd name="csY200" fmla="*/ 2470001 h 4132445"/>
              <a:gd name="csX201" fmla="*/ 1223158 w 1920602"/>
              <a:gd name="csY201" fmla="*/ 2493381 h 4132445"/>
              <a:gd name="csX202" fmla="*/ 1091973 w 1920602"/>
              <a:gd name="csY202" fmla="*/ 2477795 h 4132445"/>
              <a:gd name="csX203" fmla="*/ 1021834 w 1920602"/>
              <a:gd name="csY203" fmla="*/ 2459611 h 4132445"/>
              <a:gd name="csX204" fmla="*/ 1147175 w 1920602"/>
              <a:gd name="csY204" fmla="*/ 2555077 h 4132445"/>
              <a:gd name="csX205" fmla="*/ 1286803 w 1920602"/>
              <a:gd name="csY205" fmla="*/ 2651842 h 4132445"/>
              <a:gd name="csX206" fmla="*/ 1282257 w 1920602"/>
              <a:gd name="csY206" fmla="*/ 2691458 h 4132445"/>
              <a:gd name="csX207" fmla="*/ 1254331 w 1920602"/>
              <a:gd name="csY207" fmla="*/ 2705745 h 4132445"/>
              <a:gd name="csX208" fmla="*/ 1264722 w 1920602"/>
              <a:gd name="csY208" fmla="*/ 2730424 h 4132445"/>
              <a:gd name="csX209" fmla="*/ 1283556 w 1920602"/>
              <a:gd name="csY209" fmla="*/ 2745361 h 4132445"/>
              <a:gd name="csX210" fmla="*/ 1268619 w 1920602"/>
              <a:gd name="csY210" fmla="*/ 2753154 h 4132445"/>
              <a:gd name="csX211" fmla="*/ 1195233 w 1920602"/>
              <a:gd name="csY211" fmla="*/ 2764194 h 4132445"/>
              <a:gd name="csX212" fmla="*/ 1112755 w 1920602"/>
              <a:gd name="csY212" fmla="*/ 2751205 h 4132445"/>
              <a:gd name="csX213" fmla="*/ 973127 w 1920602"/>
              <a:gd name="csY213" fmla="*/ 2681716 h 4132445"/>
              <a:gd name="csX214" fmla="*/ 910132 w 1920602"/>
              <a:gd name="csY214" fmla="*/ 2658337 h 4132445"/>
              <a:gd name="csX215" fmla="*/ 869218 w 1920602"/>
              <a:gd name="csY215" fmla="*/ 2658986 h 4132445"/>
              <a:gd name="csX216" fmla="*/ 870517 w 1920602"/>
              <a:gd name="csY216" fmla="*/ 2767441 h 4132445"/>
              <a:gd name="csX217" fmla="*/ 887402 w 1920602"/>
              <a:gd name="csY217" fmla="*/ 2779131 h 4132445"/>
              <a:gd name="csX218" fmla="*/ 1147175 w 1920602"/>
              <a:gd name="csY218" fmla="*/ 2901224 h 4132445"/>
              <a:gd name="csX219" fmla="*/ 1364734 w 1920602"/>
              <a:gd name="csY219" fmla="*/ 2972662 h 4132445"/>
              <a:gd name="csX220" fmla="*/ 1082232 w 1920602"/>
              <a:gd name="csY220" fmla="*/ 2587549 h 4132445"/>
              <a:gd name="csX221" fmla="*/ 906236 w 1920602"/>
              <a:gd name="csY221" fmla="*/ 2440777 h 4132445"/>
              <a:gd name="csX222" fmla="*/ 856229 w 1920602"/>
              <a:gd name="csY222" fmla="*/ 2421944 h 4132445"/>
              <a:gd name="csX223" fmla="*/ 850384 w 1920602"/>
              <a:gd name="csY223" fmla="*/ 2503122 h 4132445"/>
              <a:gd name="csX224" fmla="*/ 934161 w 1920602"/>
              <a:gd name="csY224" fmla="*/ 2545336 h 4132445"/>
              <a:gd name="csX225" fmla="*/ 1015340 w 1920602"/>
              <a:gd name="csY225" fmla="*/ 2575859 h 4132445"/>
              <a:gd name="csX226" fmla="*/ 1082232 w 1920602"/>
              <a:gd name="csY226" fmla="*/ 2587549 h 4132445"/>
              <a:gd name="csX227" fmla="*/ 1297843 w 1920602"/>
              <a:gd name="csY227" fmla="*/ 2375184 h 4132445"/>
              <a:gd name="csX228" fmla="*/ 1250434 w 1920602"/>
              <a:gd name="csY228" fmla="*/ 2312839 h 4132445"/>
              <a:gd name="csX229" fmla="*/ 1223158 w 1920602"/>
              <a:gd name="csY229" fmla="*/ 2294655 h 4132445"/>
              <a:gd name="csX230" fmla="*/ 1161462 w 1920602"/>
              <a:gd name="csY230" fmla="*/ 2258936 h 4132445"/>
              <a:gd name="csX231" fmla="*/ 1104962 w 1920602"/>
              <a:gd name="csY231" fmla="*/ 2238804 h 4132445"/>
              <a:gd name="csX232" fmla="*/ 1059502 w 1920602"/>
              <a:gd name="csY232" fmla="*/ 2227114 h 4132445"/>
              <a:gd name="csX233" fmla="*/ 1003650 w 1920602"/>
              <a:gd name="csY233" fmla="*/ 2214125 h 4132445"/>
              <a:gd name="csX234" fmla="*/ 982869 w 1920602"/>
              <a:gd name="csY234" fmla="*/ 2240103 h 4132445"/>
              <a:gd name="csX235" fmla="*/ 1058203 w 1920602"/>
              <a:gd name="csY235" fmla="*/ 2282965 h 4132445"/>
              <a:gd name="csX236" fmla="*/ 1166658 w 1920602"/>
              <a:gd name="csY236" fmla="*/ 2340765 h 4132445"/>
              <a:gd name="csX237" fmla="*/ 1258877 w 1920602"/>
              <a:gd name="csY237" fmla="*/ 2388822 h 4132445"/>
              <a:gd name="csX238" fmla="*/ 1290050 w 1920602"/>
              <a:gd name="csY238" fmla="*/ 2402461 h 4132445"/>
              <a:gd name="csX239" fmla="*/ 1297843 w 1920602"/>
              <a:gd name="csY239" fmla="*/ 2375184 h 4132445"/>
              <a:gd name="csX240" fmla="*/ 994558 w 1920602"/>
              <a:gd name="csY240" fmla="*/ 2307644 h 4132445"/>
              <a:gd name="csX241" fmla="*/ 925719 w 1920602"/>
              <a:gd name="csY241" fmla="*/ 2251792 h 4132445"/>
              <a:gd name="csX242" fmla="*/ 849735 w 1920602"/>
              <a:gd name="csY242" fmla="*/ 2214125 h 4132445"/>
              <a:gd name="csX243" fmla="*/ 917925 w 1920602"/>
              <a:gd name="csY243" fmla="*/ 2298551 h 4132445"/>
              <a:gd name="csX244" fmla="*/ 994558 w 1920602"/>
              <a:gd name="csY244" fmla="*/ 2307644 h 4132445"/>
              <a:gd name="csX245" fmla="*/ 1283556 w 1920602"/>
              <a:gd name="csY245" fmla="*/ 2145935 h 4132445"/>
              <a:gd name="csX246" fmla="*/ 1281607 w 1920602"/>
              <a:gd name="csY246" fmla="*/ 2132946 h 4132445"/>
              <a:gd name="csX247" fmla="*/ 1255630 w 1920602"/>
              <a:gd name="csY247" fmla="*/ 2146584 h 4132445"/>
              <a:gd name="csX248" fmla="*/ 1283556 w 1920602"/>
              <a:gd name="csY248" fmla="*/ 2145935 h 4132445"/>
              <a:gd name="csX249" fmla="*/ 1559564 w 1920602"/>
              <a:gd name="csY249" fmla="*/ 2056313 h 4132445"/>
              <a:gd name="csX250" fmla="*/ 1566708 w 1920602"/>
              <a:gd name="csY250" fmla="*/ 2006307 h 4132445"/>
              <a:gd name="csX251" fmla="*/ 1534886 w 1920602"/>
              <a:gd name="csY251" fmla="*/ 2051767 h 4132445"/>
              <a:gd name="csX252" fmla="*/ 1559564 w 1920602"/>
              <a:gd name="csY252" fmla="*/ 2056313 h 4132445"/>
              <a:gd name="csX253" fmla="*/ 846488 w 1920602"/>
              <a:gd name="csY253" fmla="*/ 2025790 h 4132445"/>
              <a:gd name="csX254" fmla="*/ 812717 w 1920602"/>
              <a:gd name="csY254" fmla="*/ 1957600 h 4132445"/>
              <a:gd name="csX255" fmla="*/ 743228 w 1920602"/>
              <a:gd name="csY255" fmla="*/ 1938117 h 4132445"/>
              <a:gd name="csX256" fmla="*/ 757516 w 1920602"/>
              <a:gd name="csY256" fmla="*/ 1969289 h 4132445"/>
              <a:gd name="csX257" fmla="*/ 788688 w 1920602"/>
              <a:gd name="csY257" fmla="*/ 2014750 h 4132445"/>
              <a:gd name="csX258" fmla="*/ 846488 w 1920602"/>
              <a:gd name="csY258" fmla="*/ 2025790 h 4132445"/>
              <a:gd name="csX259" fmla="*/ 1147824 w 1920602"/>
              <a:gd name="csY259" fmla="*/ 1998514 h 4132445"/>
              <a:gd name="csX260" fmla="*/ 1179646 w 1920602"/>
              <a:gd name="csY260" fmla="*/ 1882266 h 4132445"/>
              <a:gd name="csX261" fmla="*/ 1111456 w 1920602"/>
              <a:gd name="csY261" fmla="*/ 1860185 h 4132445"/>
              <a:gd name="csX262" fmla="*/ 986116 w 1920602"/>
              <a:gd name="csY262" fmla="*/ 1825116 h 4132445"/>
              <a:gd name="csX263" fmla="*/ 866620 w 1920602"/>
              <a:gd name="csY263" fmla="*/ 1848495 h 4132445"/>
              <a:gd name="csX264" fmla="*/ 856229 w 1920602"/>
              <a:gd name="csY264" fmla="*/ 1901749 h 4132445"/>
              <a:gd name="csX265" fmla="*/ 1117950 w 1920602"/>
              <a:gd name="csY265" fmla="*/ 2032284 h 4132445"/>
              <a:gd name="csX266" fmla="*/ 1147824 w 1920602"/>
              <a:gd name="csY266" fmla="*/ 1998514 h 4132445"/>
              <a:gd name="csX267" fmla="*/ 1475138 w 1920602"/>
              <a:gd name="csY267" fmla="*/ 1985525 h 4132445"/>
              <a:gd name="csX268" fmla="*/ 1470592 w 1920602"/>
              <a:gd name="csY268" fmla="*/ 1955002 h 4132445"/>
              <a:gd name="csX269" fmla="*/ 1441367 w 1920602"/>
              <a:gd name="csY269" fmla="*/ 1961496 h 4132445"/>
              <a:gd name="csX270" fmla="*/ 1445913 w 1920602"/>
              <a:gd name="csY270" fmla="*/ 1993318 h 4132445"/>
              <a:gd name="csX271" fmla="*/ 1475138 w 1920602"/>
              <a:gd name="csY271" fmla="*/ 1985525 h 4132445"/>
              <a:gd name="csX272" fmla="*/ 658153 w 1920602"/>
              <a:gd name="csY272" fmla="*/ 1809529 h 4132445"/>
              <a:gd name="csX273" fmla="*/ 631526 w 1920602"/>
              <a:gd name="csY273" fmla="*/ 1779655 h 4132445"/>
              <a:gd name="csX274" fmla="*/ 628279 w 1920602"/>
              <a:gd name="csY274" fmla="*/ 1762770 h 4132445"/>
              <a:gd name="csX275" fmla="*/ 654905 w 1920602"/>
              <a:gd name="csY275" fmla="*/ 1769914 h 4132445"/>
              <a:gd name="csX276" fmla="*/ 655555 w 1920602"/>
              <a:gd name="csY276" fmla="*/ 1727701 h 4132445"/>
              <a:gd name="csX277" fmla="*/ 373701 w 1920602"/>
              <a:gd name="csY277" fmla="*/ 1649120 h 4132445"/>
              <a:gd name="csX278" fmla="*/ 456829 w 1920602"/>
              <a:gd name="csY278" fmla="*/ 1723804 h 4132445"/>
              <a:gd name="csX279" fmla="*/ 589962 w 1920602"/>
              <a:gd name="csY279" fmla="*/ 1797190 h 4132445"/>
              <a:gd name="csX280" fmla="*/ 658153 w 1920602"/>
              <a:gd name="csY280" fmla="*/ 1809529 h 41324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</a:cxnLst>
            <a:rect l="l" t="t" r="r" b="b"/>
            <a:pathLst>
              <a:path w="1920602" h="4132445">
                <a:moveTo>
                  <a:pt x="1440718" y="4119558"/>
                </a:moveTo>
                <a:cubicBezTo>
                  <a:pt x="1393309" y="4092932"/>
                  <a:pt x="1266670" y="3990321"/>
                  <a:pt x="1212767" y="3934470"/>
                </a:cubicBezTo>
                <a:cubicBezTo>
                  <a:pt x="1109508" y="3828613"/>
                  <a:pt x="1052358" y="3756526"/>
                  <a:pt x="925719" y="3572087"/>
                </a:cubicBezTo>
                <a:cubicBezTo>
                  <a:pt x="817913" y="3414925"/>
                  <a:pt x="788688" y="3382453"/>
                  <a:pt x="747774" y="3370763"/>
                </a:cubicBezTo>
                <a:cubicBezTo>
                  <a:pt x="723745" y="3363620"/>
                  <a:pt x="714004" y="3364919"/>
                  <a:pt x="674388" y="3377258"/>
                </a:cubicBezTo>
                <a:cubicBezTo>
                  <a:pt x="625032" y="3392195"/>
                  <a:pt x="612692" y="3399338"/>
                  <a:pt x="612692" y="3412976"/>
                </a:cubicBezTo>
                <a:cubicBezTo>
                  <a:pt x="612692" y="3418172"/>
                  <a:pt x="631526" y="3449345"/>
                  <a:pt x="654256" y="3483115"/>
                </a:cubicBezTo>
                <a:cubicBezTo>
                  <a:pt x="733487" y="3599363"/>
                  <a:pt x="774401" y="3703272"/>
                  <a:pt x="765958" y="3768865"/>
                </a:cubicBezTo>
                <a:cubicBezTo>
                  <a:pt x="760113" y="3814975"/>
                  <a:pt x="734786" y="3863682"/>
                  <a:pt x="697768" y="3899401"/>
                </a:cubicBezTo>
                <a:cubicBezTo>
                  <a:pt x="659452" y="3936419"/>
                  <a:pt x="641917" y="3948758"/>
                  <a:pt x="584117" y="3978632"/>
                </a:cubicBezTo>
                <a:cubicBezTo>
                  <a:pt x="545152" y="3998115"/>
                  <a:pt x="534111" y="4000712"/>
                  <a:pt x="506835" y="3998115"/>
                </a:cubicBezTo>
                <a:cubicBezTo>
                  <a:pt x="478909" y="3995517"/>
                  <a:pt x="471766" y="3991620"/>
                  <a:pt x="449685" y="3966942"/>
                </a:cubicBezTo>
                <a:cubicBezTo>
                  <a:pt x="426955" y="3940965"/>
                  <a:pt x="425007" y="3935120"/>
                  <a:pt x="424357" y="3899401"/>
                </a:cubicBezTo>
                <a:cubicBezTo>
                  <a:pt x="424357" y="3867579"/>
                  <a:pt x="419811" y="3851992"/>
                  <a:pt x="400978" y="3814975"/>
                </a:cubicBezTo>
                <a:cubicBezTo>
                  <a:pt x="369155" y="3753279"/>
                  <a:pt x="295120" y="3627938"/>
                  <a:pt x="241867" y="3545461"/>
                </a:cubicBezTo>
                <a:cubicBezTo>
                  <a:pt x="117825" y="3355826"/>
                  <a:pt x="69767" y="3264906"/>
                  <a:pt x="63273" y="3207107"/>
                </a:cubicBezTo>
                <a:cubicBezTo>
                  <a:pt x="54181" y="3129824"/>
                  <a:pt x="110032" y="2974610"/>
                  <a:pt x="157441" y="2943437"/>
                </a:cubicBezTo>
                <a:cubicBezTo>
                  <a:pt x="180171" y="2927851"/>
                  <a:pt x="211344" y="2924604"/>
                  <a:pt x="237321" y="2934345"/>
                </a:cubicBezTo>
                <a:cubicBezTo>
                  <a:pt x="271741" y="2947334"/>
                  <a:pt x="351621" y="3032409"/>
                  <a:pt x="410719" y="3118134"/>
                </a:cubicBezTo>
                <a:cubicBezTo>
                  <a:pt x="433449" y="3151905"/>
                  <a:pt x="451633" y="3164244"/>
                  <a:pt x="498392" y="3175934"/>
                </a:cubicBezTo>
                <a:cubicBezTo>
                  <a:pt x="549048" y="3188922"/>
                  <a:pt x="578922" y="3175934"/>
                  <a:pt x="643865" y="3114238"/>
                </a:cubicBezTo>
                <a:cubicBezTo>
                  <a:pt x="706211" y="3053841"/>
                  <a:pt x="731538" y="3038254"/>
                  <a:pt x="780895" y="3031760"/>
                </a:cubicBezTo>
                <a:cubicBezTo>
                  <a:pt x="825057" y="3025266"/>
                  <a:pt x="832200" y="3018771"/>
                  <a:pt x="812717" y="2999938"/>
                </a:cubicBezTo>
                <a:cubicBezTo>
                  <a:pt x="789987" y="2977857"/>
                  <a:pt x="760113" y="2967466"/>
                  <a:pt x="721148" y="2967466"/>
                </a:cubicBezTo>
                <a:cubicBezTo>
                  <a:pt x="689975" y="2967466"/>
                  <a:pt x="684130" y="2965518"/>
                  <a:pt x="667894" y="2946684"/>
                </a:cubicBezTo>
                <a:cubicBezTo>
                  <a:pt x="658153" y="2934995"/>
                  <a:pt x="643216" y="2918109"/>
                  <a:pt x="634773" y="2909017"/>
                </a:cubicBezTo>
                <a:cubicBezTo>
                  <a:pt x="625032" y="2897977"/>
                  <a:pt x="615940" y="2872649"/>
                  <a:pt x="606198" y="2825890"/>
                </a:cubicBezTo>
                <a:cubicBezTo>
                  <a:pt x="599054" y="2789522"/>
                  <a:pt x="588014" y="2748608"/>
                  <a:pt x="582169" y="2734970"/>
                </a:cubicBezTo>
                <a:cubicBezTo>
                  <a:pt x="576324" y="2721332"/>
                  <a:pt x="568531" y="2670676"/>
                  <a:pt x="563985" y="2619371"/>
                </a:cubicBezTo>
                <a:cubicBezTo>
                  <a:pt x="556192" y="2532996"/>
                  <a:pt x="522421" y="2297253"/>
                  <a:pt x="508134" y="2234907"/>
                </a:cubicBezTo>
                <a:cubicBezTo>
                  <a:pt x="493846" y="2168016"/>
                  <a:pt x="499042" y="2144636"/>
                  <a:pt x="550996" y="2066055"/>
                </a:cubicBezTo>
                <a:cubicBezTo>
                  <a:pt x="628279" y="1947209"/>
                  <a:pt x="641917" y="1932272"/>
                  <a:pt x="686078" y="1919283"/>
                </a:cubicBezTo>
                <a:cubicBezTo>
                  <a:pt x="704262" y="1913438"/>
                  <a:pt x="699067" y="1890708"/>
                  <a:pt x="676337" y="1875771"/>
                </a:cubicBezTo>
                <a:cubicBezTo>
                  <a:pt x="664647" y="1868628"/>
                  <a:pt x="582819" y="1826414"/>
                  <a:pt x="493846" y="1782253"/>
                </a:cubicBezTo>
                <a:cubicBezTo>
                  <a:pt x="376299" y="1723155"/>
                  <a:pt x="320448" y="1699126"/>
                  <a:pt x="284729" y="1691333"/>
                </a:cubicBezTo>
                <a:cubicBezTo>
                  <a:pt x="258103" y="1684838"/>
                  <a:pt x="226280" y="1673798"/>
                  <a:pt x="214591" y="1666005"/>
                </a:cubicBezTo>
                <a:cubicBezTo>
                  <a:pt x="195108" y="1653016"/>
                  <a:pt x="193159" y="1648470"/>
                  <a:pt x="188613" y="1603659"/>
                </a:cubicBezTo>
                <a:cubicBezTo>
                  <a:pt x="182769" y="1554952"/>
                  <a:pt x="182769" y="1554952"/>
                  <a:pt x="209395" y="1501699"/>
                </a:cubicBezTo>
                <a:cubicBezTo>
                  <a:pt x="256804" y="1406882"/>
                  <a:pt x="278235" y="1402985"/>
                  <a:pt x="450334" y="1458187"/>
                </a:cubicBezTo>
                <a:cubicBezTo>
                  <a:pt x="589313" y="1502348"/>
                  <a:pt x="598405" y="1504296"/>
                  <a:pt x="603600" y="1490658"/>
                </a:cubicBezTo>
                <a:cubicBezTo>
                  <a:pt x="609445" y="1475721"/>
                  <a:pt x="589962" y="1423767"/>
                  <a:pt x="563336" y="1385450"/>
                </a:cubicBezTo>
                <a:cubicBezTo>
                  <a:pt x="541255" y="1353628"/>
                  <a:pt x="540605" y="1349732"/>
                  <a:pt x="547100" y="1328950"/>
                </a:cubicBezTo>
                <a:cubicBezTo>
                  <a:pt x="550996" y="1316611"/>
                  <a:pt x="562037" y="1299725"/>
                  <a:pt x="571129" y="1291283"/>
                </a:cubicBezTo>
                <a:cubicBezTo>
                  <a:pt x="590612" y="1273099"/>
                  <a:pt x="615940" y="1230886"/>
                  <a:pt x="621784" y="1206857"/>
                </a:cubicBezTo>
                <a:cubicBezTo>
                  <a:pt x="626330" y="1186724"/>
                  <a:pt x="647762" y="1158149"/>
                  <a:pt x="665296" y="1149057"/>
                </a:cubicBezTo>
                <a:cubicBezTo>
                  <a:pt x="675687" y="1143212"/>
                  <a:pt x="678934" y="1145810"/>
                  <a:pt x="686728" y="1165293"/>
                </a:cubicBezTo>
                <a:cubicBezTo>
                  <a:pt x="697119" y="1190621"/>
                  <a:pt x="704262" y="1193218"/>
                  <a:pt x="717251" y="1177632"/>
                </a:cubicBezTo>
                <a:cubicBezTo>
                  <a:pt x="721797" y="1172437"/>
                  <a:pt x="734136" y="1163345"/>
                  <a:pt x="744527" y="1158149"/>
                </a:cubicBezTo>
                <a:cubicBezTo>
                  <a:pt x="761412" y="1149057"/>
                  <a:pt x="764659" y="1149057"/>
                  <a:pt x="775700" y="1159448"/>
                </a:cubicBezTo>
                <a:cubicBezTo>
                  <a:pt x="782844" y="1165942"/>
                  <a:pt x="788039" y="1178931"/>
                  <a:pt x="788039" y="1192569"/>
                </a:cubicBezTo>
                <a:cubicBezTo>
                  <a:pt x="788039" y="1204908"/>
                  <a:pt x="795183" y="1225041"/>
                  <a:pt x="804924" y="1239328"/>
                </a:cubicBezTo>
                <a:cubicBezTo>
                  <a:pt x="825706" y="1271150"/>
                  <a:pt x="862724" y="1403634"/>
                  <a:pt x="872465" y="1482216"/>
                </a:cubicBezTo>
                <a:cubicBezTo>
                  <a:pt x="883505" y="1569889"/>
                  <a:pt x="889350" y="1589372"/>
                  <a:pt x="910132" y="1599763"/>
                </a:cubicBezTo>
                <a:cubicBezTo>
                  <a:pt x="928966" y="1609504"/>
                  <a:pt x="1067944" y="1653666"/>
                  <a:pt x="1143928" y="1674447"/>
                </a:cubicBezTo>
                <a:cubicBezTo>
                  <a:pt x="1193934" y="1688086"/>
                  <a:pt x="1207572" y="1687436"/>
                  <a:pt x="1212767" y="1669901"/>
                </a:cubicBezTo>
                <a:cubicBezTo>
                  <a:pt x="1227704" y="1617947"/>
                  <a:pt x="1242641" y="1289334"/>
                  <a:pt x="1239394" y="1077620"/>
                </a:cubicBezTo>
                <a:cubicBezTo>
                  <a:pt x="1238745" y="984751"/>
                  <a:pt x="1236796" y="972412"/>
                  <a:pt x="1218612" y="917859"/>
                </a:cubicBezTo>
                <a:cubicBezTo>
                  <a:pt x="1206923" y="882790"/>
                  <a:pt x="1186790" y="839928"/>
                  <a:pt x="1169256" y="812651"/>
                </a:cubicBezTo>
                <a:cubicBezTo>
                  <a:pt x="1125744" y="748358"/>
                  <a:pt x="1047162" y="669776"/>
                  <a:pt x="981570" y="627563"/>
                </a:cubicBezTo>
                <a:cubicBezTo>
                  <a:pt x="951046" y="607431"/>
                  <a:pt x="924420" y="587948"/>
                  <a:pt x="923121" y="584051"/>
                </a:cubicBezTo>
                <a:cubicBezTo>
                  <a:pt x="921173" y="577557"/>
                  <a:pt x="865971" y="545735"/>
                  <a:pt x="827005" y="528850"/>
                </a:cubicBezTo>
                <a:cubicBezTo>
                  <a:pt x="814666" y="523654"/>
                  <a:pt x="797131" y="514562"/>
                  <a:pt x="788039" y="509367"/>
                </a:cubicBezTo>
                <a:cubicBezTo>
                  <a:pt x="778947" y="504171"/>
                  <a:pt x="751671" y="489884"/>
                  <a:pt x="726343" y="478194"/>
                </a:cubicBezTo>
                <a:cubicBezTo>
                  <a:pt x="701665" y="465855"/>
                  <a:pt x="675038" y="449619"/>
                  <a:pt x="668544" y="441826"/>
                </a:cubicBezTo>
                <a:cubicBezTo>
                  <a:pt x="661400" y="434033"/>
                  <a:pt x="648411" y="428188"/>
                  <a:pt x="638020" y="428188"/>
                </a:cubicBezTo>
                <a:cubicBezTo>
                  <a:pt x="628279" y="428188"/>
                  <a:pt x="617238" y="423642"/>
                  <a:pt x="613991" y="417797"/>
                </a:cubicBezTo>
                <a:cubicBezTo>
                  <a:pt x="610744" y="411952"/>
                  <a:pt x="598405" y="405458"/>
                  <a:pt x="586066" y="402860"/>
                </a:cubicBezTo>
                <a:cubicBezTo>
                  <a:pt x="573077" y="399613"/>
                  <a:pt x="564634" y="394417"/>
                  <a:pt x="565933" y="389871"/>
                </a:cubicBezTo>
                <a:cubicBezTo>
                  <a:pt x="568531" y="376233"/>
                  <a:pt x="554244" y="363894"/>
                  <a:pt x="530864" y="359348"/>
                </a:cubicBezTo>
                <a:cubicBezTo>
                  <a:pt x="518525" y="357400"/>
                  <a:pt x="506835" y="352854"/>
                  <a:pt x="504887" y="349606"/>
                </a:cubicBezTo>
                <a:cubicBezTo>
                  <a:pt x="502938" y="346359"/>
                  <a:pt x="493197" y="343762"/>
                  <a:pt x="483455" y="343762"/>
                </a:cubicBezTo>
                <a:cubicBezTo>
                  <a:pt x="473714" y="343762"/>
                  <a:pt x="460076" y="337917"/>
                  <a:pt x="454231" y="331422"/>
                </a:cubicBezTo>
                <a:cubicBezTo>
                  <a:pt x="447737" y="324279"/>
                  <a:pt x="434099" y="315187"/>
                  <a:pt x="423708" y="311290"/>
                </a:cubicBezTo>
                <a:cubicBezTo>
                  <a:pt x="403575" y="302847"/>
                  <a:pt x="399679" y="295054"/>
                  <a:pt x="413317" y="289859"/>
                </a:cubicBezTo>
                <a:cubicBezTo>
                  <a:pt x="427604" y="284663"/>
                  <a:pt x="402276" y="265180"/>
                  <a:pt x="378248" y="262583"/>
                </a:cubicBezTo>
                <a:cubicBezTo>
                  <a:pt x="365908" y="261933"/>
                  <a:pt x="347075" y="256088"/>
                  <a:pt x="335385" y="250243"/>
                </a:cubicBezTo>
                <a:cubicBezTo>
                  <a:pt x="318500" y="241151"/>
                  <a:pt x="312005" y="240502"/>
                  <a:pt x="299666" y="246996"/>
                </a:cubicBezTo>
                <a:cubicBezTo>
                  <a:pt x="288626" y="252841"/>
                  <a:pt x="284729" y="252841"/>
                  <a:pt x="282781" y="246347"/>
                </a:cubicBezTo>
                <a:cubicBezTo>
                  <a:pt x="276936" y="230111"/>
                  <a:pt x="255505" y="213875"/>
                  <a:pt x="238620" y="213875"/>
                </a:cubicBezTo>
                <a:cubicBezTo>
                  <a:pt x="213292" y="213875"/>
                  <a:pt x="194458" y="202185"/>
                  <a:pt x="203550" y="191145"/>
                </a:cubicBezTo>
                <a:cubicBezTo>
                  <a:pt x="215240" y="177507"/>
                  <a:pt x="200303" y="155426"/>
                  <a:pt x="179521" y="155426"/>
                </a:cubicBezTo>
                <a:cubicBezTo>
                  <a:pt x="165234" y="155426"/>
                  <a:pt x="163286" y="158024"/>
                  <a:pt x="165883" y="171662"/>
                </a:cubicBezTo>
                <a:cubicBezTo>
                  <a:pt x="169130" y="185950"/>
                  <a:pt x="167832" y="187249"/>
                  <a:pt x="152895" y="183352"/>
                </a:cubicBezTo>
                <a:cubicBezTo>
                  <a:pt x="143803" y="181404"/>
                  <a:pt x="120423" y="171013"/>
                  <a:pt x="100291" y="161271"/>
                </a:cubicBezTo>
                <a:cubicBezTo>
                  <a:pt x="80158" y="150880"/>
                  <a:pt x="54181" y="140489"/>
                  <a:pt x="42491" y="138541"/>
                </a:cubicBezTo>
                <a:cubicBezTo>
                  <a:pt x="16514" y="133346"/>
                  <a:pt x="18462" y="119058"/>
                  <a:pt x="45089" y="121656"/>
                </a:cubicBezTo>
                <a:cubicBezTo>
                  <a:pt x="55480" y="122305"/>
                  <a:pt x="82756" y="124254"/>
                  <a:pt x="106136" y="126202"/>
                </a:cubicBezTo>
                <a:cubicBezTo>
                  <a:pt x="129515" y="127501"/>
                  <a:pt x="174975" y="137892"/>
                  <a:pt x="206797" y="148283"/>
                </a:cubicBezTo>
                <a:cubicBezTo>
                  <a:pt x="261999" y="167116"/>
                  <a:pt x="320448" y="174909"/>
                  <a:pt x="320448" y="163220"/>
                </a:cubicBezTo>
                <a:cubicBezTo>
                  <a:pt x="320448" y="153478"/>
                  <a:pt x="277586" y="116460"/>
                  <a:pt x="267195" y="116460"/>
                </a:cubicBezTo>
                <a:cubicBezTo>
                  <a:pt x="261350" y="116460"/>
                  <a:pt x="254855" y="113863"/>
                  <a:pt x="252258" y="110616"/>
                </a:cubicBezTo>
                <a:cubicBezTo>
                  <a:pt x="250309" y="107368"/>
                  <a:pt x="239269" y="102173"/>
                  <a:pt x="227579" y="99575"/>
                </a:cubicBezTo>
                <a:cubicBezTo>
                  <a:pt x="216539" y="97627"/>
                  <a:pt x="196407" y="88535"/>
                  <a:pt x="184067" y="80092"/>
                </a:cubicBezTo>
                <a:cubicBezTo>
                  <a:pt x="171728" y="71650"/>
                  <a:pt x="157441" y="64506"/>
                  <a:pt x="152895" y="64506"/>
                </a:cubicBezTo>
                <a:cubicBezTo>
                  <a:pt x="147699" y="64506"/>
                  <a:pt x="136009" y="59960"/>
                  <a:pt x="126917" y="54764"/>
                </a:cubicBezTo>
                <a:cubicBezTo>
                  <a:pt x="117176" y="49569"/>
                  <a:pt x="84055" y="37879"/>
                  <a:pt x="52882" y="28787"/>
                </a:cubicBezTo>
                <a:cubicBezTo>
                  <a:pt x="21709" y="19695"/>
                  <a:pt x="-5567" y="9304"/>
                  <a:pt x="-7515" y="6057"/>
                </a:cubicBezTo>
                <a:cubicBezTo>
                  <a:pt x="-15958" y="-8230"/>
                  <a:pt x="11968" y="-8230"/>
                  <a:pt x="40543" y="6057"/>
                </a:cubicBezTo>
                <a:cubicBezTo>
                  <a:pt x="109383" y="40477"/>
                  <a:pt x="142504" y="48270"/>
                  <a:pt x="301615" y="71000"/>
                </a:cubicBezTo>
                <a:cubicBezTo>
                  <a:pt x="321098" y="73598"/>
                  <a:pt x="343828" y="78793"/>
                  <a:pt x="351621" y="83339"/>
                </a:cubicBezTo>
                <a:cubicBezTo>
                  <a:pt x="358765" y="87236"/>
                  <a:pt x="373052" y="90483"/>
                  <a:pt x="382794" y="90483"/>
                </a:cubicBezTo>
                <a:cubicBezTo>
                  <a:pt x="404225" y="90483"/>
                  <a:pt x="495795" y="139840"/>
                  <a:pt x="495795" y="151530"/>
                </a:cubicBezTo>
                <a:cubicBezTo>
                  <a:pt x="495795" y="156725"/>
                  <a:pt x="487352" y="159972"/>
                  <a:pt x="476312" y="160622"/>
                </a:cubicBezTo>
                <a:cubicBezTo>
                  <a:pt x="465921" y="160622"/>
                  <a:pt x="453582" y="163220"/>
                  <a:pt x="449685" y="165817"/>
                </a:cubicBezTo>
                <a:cubicBezTo>
                  <a:pt x="445139" y="168415"/>
                  <a:pt x="430202" y="171013"/>
                  <a:pt x="415265" y="172312"/>
                </a:cubicBezTo>
                <a:cubicBezTo>
                  <a:pt x="400978" y="172961"/>
                  <a:pt x="386041" y="174909"/>
                  <a:pt x="382144" y="175559"/>
                </a:cubicBezTo>
                <a:cubicBezTo>
                  <a:pt x="378897" y="176208"/>
                  <a:pt x="367857" y="174260"/>
                  <a:pt x="358115" y="171662"/>
                </a:cubicBezTo>
                <a:cubicBezTo>
                  <a:pt x="347724" y="169064"/>
                  <a:pt x="339931" y="169714"/>
                  <a:pt x="339931" y="172961"/>
                </a:cubicBezTo>
                <a:cubicBezTo>
                  <a:pt x="339931" y="180754"/>
                  <a:pt x="369155" y="195691"/>
                  <a:pt x="482806" y="246347"/>
                </a:cubicBezTo>
                <a:cubicBezTo>
                  <a:pt x="516576" y="261933"/>
                  <a:pt x="576974" y="289859"/>
                  <a:pt x="616589" y="308043"/>
                </a:cubicBezTo>
                <a:cubicBezTo>
                  <a:pt x="707509" y="350905"/>
                  <a:pt x="735435" y="359997"/>
                  <a:pt x="743878" y="351555"/>
                </a:cubicBezTo>
                <a:cubicBezTo>
                  <a:pt x="747774" y="347658"/>
                  <a:pt x="748424" y="341813"/>
                  <a:pt x="745826" y="337267"/>
                </a:cubicBezTo>
                <a:cubicBezTo>
                  <a:pt x="743228" y="333371"/>
                  <a:pt x="693871" y="306744"/>
                  <a:pt x="635423" y="278169"/>
                </a:cubicBezTo>
                <a:cubicBezTo>
                  <a:pt x="576974" y="249594"/>
                  <a:pt x="527617" y="222318"/>
                  <a:pt x="525669" y="217122"/>
                </a:cubicBezTo>
                <a:cubicBezTo>
                  <a:pt x="523720" y="211927"/>
                  <a:pt x="517875" y="207381"/>
                  <a:pt x="512680" y="207381"/>
                </a:cubicBezTo>
                <a:cubicBezTo>
                  <a:pt x="506186" y="207381"/>
                  <a:pt x="503588" y="200887"/>
                  <a:pt x="504237" y="185300"/>
                </a:cubicBezTo>
                <a:cubicBezTo>
                  <a:pt x="506186" y="155426"/>
                  <a:pt x="521772" y="151530"/>
                  <a:pt x="571129" y="169064"/>
                </a:cubicBezTo>
                <a:cubicBezTo>
                  <a:pt x="592560" y="176208"/>
                  <a:pt x="616589" y="184001"/>
                  <a:pt x="625681" y="185950"/>
                </a:cubicBezTo>
                <a:cubicBezTo>
                  <a:pt x="634773" y="187898"/>
                  <a:pt x="651009" y="196990"/>
                  <a:pt x="662049" y="205433"/>
                </a:cubicBezTo>
                <a:cubicBezTo>
                  <a:pt x="673090" y="213226"/>
                  <a:pt x="689975" y="220370"/>
                  <a:pt x="699716" y="220370"/>
                </a:cubicBezTo>
                <a:cubicBezTo>
                  <a:pt x="708808" y="220370"/>
                  <a:pt x="733487" y="226864"/>
                  <a:pt x="754269" y="234008"/>
                </a:cubicBezTo>
                <a:cubicBezTo>
                  <a:pt x="817263" y="257387"/>
                  <a:pt x="861425" y="272324"/>
                  <a:pt x="867270" y="272324"/>
                </a:cubicBezTo>
                <a:cubicBezTo>
                  <a:pt x="869867" y="272324"/>
                  <a:pt x="872465" y="267129"/>
                  <a:pt x="872465" y="260634"/>
                </a:cubicBezTo>
                <a:cubicBezTo>
                  <a:pt x="872465" y="248295"/>
                  <a:pt x="837396" y="228812"/>
                  <a:pt x="732837" y="181404"/>
                </a:cubicBezTo>
                <a:cubicBezTo>
                  <a:pt x="657503" y="147633"/>
                  <a:pt x="643216" y="139840"/>
                  <a:pt x="639969" y="131397"/>
                </a:cubicBezTo>
                <a:cubicBezTo>
                  <a:pt x="634124" y="113213"/>
                  <a:pt x="693871" y="133346"/>
                  <a:pt x="705561" y="152829"/>
                </a:cubicBezTo>
                <a:cubicBezTo>
                  <a:pt x="708808" y="158674"/>
                  <a:pt x="721797" y="161921"/>
                  <a:pt x="738682" y="161921"/>
                </a:cubicBezTo>
                <a:cubicBezTo>
                  <a:pt x="756217" y="161921"/>
                  <a:pt x="769855" y="165817"/>
                  <a:pt x="775050" y="171662"/>
                </a:cubicBezTo>
                <a:cubicBezTo>
                  <a:pt x="779596" y="177507"/>
                  <a:pt x="794533" y="181404"/>
                  <a:pt x="810120" y="181404"/>
                </a:cubicBezTo>
                <a:cubicBezTo>
                  <a:pt x="842591" y="182053"/>
                  <a:pt x="938707" y="207381"/>
                  <a:pt x="969880" y="224266"/>
                </a:cubicBezTo>
                <a:cubicBezTo>
                  <a:pt x="987415" y="233358"/>
                  <a:pt x="1007547" y="235956"/>
                  <a:pt x="1057553" y="236605"/>
                </a:cubicBezTo>
                <a:cubicBezTo>
                  <a:pt x="1118600" y="237255"/>
                  <a:pt x="1125744" y="238554"/>
                  <a:pt x="1172503" y="261284"/>
                </a:cubicBezTo>
                <a:cubicBezTo>
                  <a:pt x="1199779" y="274272"/>
                  <a:pt x="1227704" y="285313"/>
                  <a:pt x="1233549" y="285313"/>
                </a:cubicBezTo>
                <a:cubicBezTo>
                  <a:pt x="1240044" y="285313"/>
                  <a:pt x="1258228" y="293755"/>
                  <a:pt x="1274463" y="304146"/>
                </a:cubicBezTo>
                <a:cubicBezTo>
                  <a:pt x="1290699" y="314537"/>
                  <a:pt x="1311481" y="324279"/>
                  <a:pt x="1321223" y="326227"/>
                </a:cubicBezTo>
                <a:cubicBezTo>
                  <a:pt x="1361487" y="335968"/>
                  <a:pt x="1431626" y="397015"/>
                  <a:pt x="1486178" y="470401"/>
                </a:cubicBezTo>
                <a:cubicBezTo>
                  <a:pt x="1531638" y="531447"/>
                  <a:pt x="1540731" y="549631"/>
                  <a:pt x="1555667" y="619121"/>
                </a:cubicBezTo>
                <a:cubicBezTo>
                  <a:pt x="1581645" y="736668"/>
                  <a:pt x="1582944" y="760047"/>
                  <a:pt x="1571254" y="846422"/>
                </a:cubicBezTo>
                <a:cubicBezTo>
                  <a:pt x="1565409" y="890583"/>
                  <a:pt x="1560863" y="949681"/>
                  <a:pt x="1560863" y="977607"/>
                </a:cubicBezTo>
                <a:cubicBezTo>
                  <a:pt x="1560863" y="1006182"/>
                  <a:pt x="1557616" y="1040602"/>
                  <a:pt x="1554369" y="1054889"/>
                </a:cubicBezTo>
                <a:cubicBezTo>
                  <a:pt x="1548524" y="1078918"/>
                  <a:pt x="1545277" y="1141913"/>
                  <a:pt x="1538782" y="1353628"/>
                </a:cubicBezTo>
                <a:cubicBezTo>
                  <a:pt x="1537483" y="1396491"/>
                  <a:pt x="1529690" y="1501049"/>
                  <a:pt x="1521897" y="1585475"/>
                </a:cubicBezTo>
                <a:cubicBezTo>
                  <a:pt x="1514104" y="1670551"/>
                  <a:pt x="1508908" y="1743937"/>
                  <a:pt x="1510857" y="1749132"/>
                </a:cubicBezTo>
                <a:cubicBezTo>
                  <a:pt x="1512805" y="1754328"/>
                  <a:pt x="1530989" y="1762121"/>
                  <a:pt x="1552420" y="1766017"/>
                </a:cubicBezTo>
                <a:cubicBezTo>
                  <a:pt x="1573202" y="1770563"/>
                  <a:pt x="1619312" y="1780954"/>
                  <a:pt x="1655031" y="1789397"/>
                </a:cubicBezTo>
                <a:cubicBezTo>
                  <a:pt x="1690749" y="1797839"/>
                  <a:pt x="1732962" y="1804983"/>
                  <a:pt x="1747899" y="1804983"/>
                </a:cubicBezTo>
                <a:cubicBezTo>
                  <a:pt x="1768681" y="1804983"/>
                  <a:pt x="1788164" y="1811478"/>
                  <a:pt x="1818038" y="1828363"/>
                </a:cubicBezTo>
                <a:cubicBezTo>
                  <a:pt x="1840768" y="1841351"/>
                  <a:pt x="1859602" y="1853691"/>
                  <a:pt x="1859602" y="1856938"/>
                </a:cubicBezTo>
                <a:cubicBezTo>
                  <a:pt x="1859602" y="1859536"/>
                  <a:pt x="1849211" y="1874472"/>
                  <a:pt x="1836871" y="1889409"/>
                </a:cubicBezTo>
                <a:cubicBezTo>
                  <a:pt x="1815440" y="1915387"/>
                  <a:pt x="1814141" y="1917984"/>
                  <a:pt x="1823883" y="1930973"/>
                </a:cubicBezTo>
                <a:cubicBezTo>
                  <a:pt x="1840768" y="1954353"/>
                  <a:pt x="1842067" y="1960847"/>
                  <a:pt x="1831027" y="1973186"/>
                </a:cubicBezTo>
                <a:cubicBezTo>
                  <a:pt x="1817388" y="1988123"/>
                  <a:pt x="1773877" y="1999813"/>
                  <a:pt x="1734261" y="1999813"/>
                </a:cubicBezTo>
                <a:cubicBezTo>
                  <a:pt x="1715428" y="1999813"/>
                  <a:pt x="1699841" y="2004359"/>
                  <a:pt x="1688801" y="2012801"/>
                </a:cubicBezTo>
                <a:cubicBezTo>
                  <a:pt x="1679709" y="2019945"/>
                  <a:pt x="1667370" y="2025790"/>
                  <a:pt x="1661525" y="2025790"/>
                </a:cubicBezTo>
                <a:cubicBezTo>
                  <a:pt x="1643341" y="2025790"/>
                  <a:pt x="1617363" y="2042675"/>
                  <a:pt x="1584892" y="2076446"/>
                </a:cubicBezTo>
                <a:lnTo>
                  <a:pt x="1553719" y="2108268"/>
                </a:lnTo>
                <a:lnTo>
                  <a:pt x="1563461" y="2133596"/>
                </a:lnTo>
                <a:cubicBezTo>
                  <a:pt x="1588788" y="2197890"/>
                  <a:pt x="1618662" y="2364794"/>
                  <a:pt x="1658927" y="2665480"/>
                </a:cubicBezTo>
                <a:cubicBezTo>
                  <a:pt x="1693347" y="2922006"/>
                  <a:pt x="1704387" y="3042800"/>
                  <a:pt x="1696594" y="3079169"/>
                </a:cubicBezTo>
                <a:cubicBezTo>
                  <a:pt x="1682307" y="3141514"/>
                  <a:pt x="1632950" y="3185675"/>
                  <a:pt x="1548524" y="3212302"/>
                </a:cubicBezTo>
                <a:cubicBezTo>
                  <a:pt x="1449161" y="3242825"/>
                  <a:pt x="1404999" y="3239578"/>
                  <a:pt x="1311481" y="3194767"/>
                </a:cubicBezTo>
                <a:cubicBezTo>
                  <a:pt x="1225756" y="3153853"/>
                  <a:pt x="1074438" y="3046697"/>
                  <a:pt x="992610" y="2970064"/>
                </a:cubicBezTo>
                <a:cubicBezTo>
                  <a:pt x="847137" y="2832384"/>
                  <a:pt x="846488" y="2832384"/>
                  <a:pt x="821809" y="2875896"/>
                </a:cubicBezTo>
                <a:cubicBezTo>
                  <a:pt x="806223" y="2903822"/>
                  <a:pt x="803625" y="2933046"/>
                  <a:pt x="815965" y="2947983"/>
                </a:cubicBezTo>
                <a:cubicBezTo>
                  <a:pt x="854281" y="2996041"/>
                  <a:pt x="1021834" y="3116186"/>
                  <a:pt x="1104312" y="3155152"/>
                </a:cubicBezTo>
                <a:cubicBezTo>
                  <a:pt x="1135485" y="3170089"/>
                  <a:pt x="1169256" y="3186974"/>
                  <a:pt x="1178997" y="3192170"/>
                </a:cubicBezTo>
                <a:cubicBezTo>
                  <a:pt x="1188089" y="3197365"/>
                  <a:pt x="1207572" y="3201262"/>
                  <a:pt x="1221859" y="3201262"/>
                </a:cubicBezTo>
                <a:cubicBezTo>
                  <a:pt x="1250434" y="3201262"/>
                  <a:pt x="1282906" y="3212951"/>
                  <a:pt x="1307584" y="3232434"/>
                </a:cubicBezTo>
                <a:cubicBezTo>
                  <a:pt x="1337458" y="3255165"/>
                  <a:pt x="1503063" y="3338941"/>
                  <a:pt x="1556966" y="3358424"/>
                </a:cubicBezTo>
                <a:cubicBezTo>
                  <a:pt x="1655031" y="3393494"/>
                  <a:pt x="1726468" y="3416224"/>
                  <a:pt x="1762187" y="3422718"/>
                </a:cubicBezTo>
                <a:cubicBezTo>
                  <a:pt x="1781670" y="3426615"/>
                  <a:pt x="1809595" y="3436356"/>
                  <a:pt x="1823883" y="3444799"/>
                </a:cubicBezTo>
                <a:cubicBezTo>
                  <a:pt x="1858952" y="3464931"/>
                  <a:pt x="1911556" y="3522081"/>
                  <a:pt x="1911556" y="3539616"/>
                </a:cubicBezTo>
                <a:cubicBezTo>
                  <a:pt x="1911556" y="3558449"/>
                  <a:pt x="1882332" y="3584426"/>
                  <a:pt x="1825831" y="3614300"/>
                </a:cubicBezTo>
                <a:cubicBezTo>
                  <a:pt x="1742054" y="3659111"/>
                  <a:pt x="1690749" y="3667554"/>
                  <a:pt x="1598530" y="3652617"/>
                </a:cubicBezTo>
                <a:cubicBezTo>
                  <a:pt x="1525144" y="3640278"/>
                  <a:pt x="1500466" y="3641576"/>
                  <a:pt x="1497219" y="3657812"/>
                </a:cubicBezTo>
                <a:cubicBezTo>
                  <a:pt x="1495920" y="3664307"/>
                  <a:pt x="1511506" y="3697428"/>
                  <a:pt x="1531638" y="3731847"/>
                </a:cubicBezTo>
                <a:cubicBezTo>
                  <a:pt x="1580346" y="3813676"/>
                  <a:pt x="1649835" y="3953304"/>
                  <a:pt x="1658927" y="3988373"/>
                </a:cubicBezTo>
                <a:cubicBezTo>
                  <a:pt x="1668669" y="4026690"/>
                  <a:pt x="1660226" y="4044874"/>
                  <a:pt x="1614766" y="4081242"/>
                </a:cubicBezTo>
                <a:cubicBezTo>
                  <a:pt x="1574501" y="4112415"/>
                  <a:pt x="1553070" y="4120857"/>
                  <a:pt x="1495920" y="4126702"/>
                </a:cubicBezTo>
                <a:cubicBezTo>
                  <a:pt x="1469293" y="4129300"/>
                  <a:pt x="1455006" y="4127351"/>
                  <a:pt x="1440718" y="4119558"/>
                </a:cubicBezTo>
                <a:close/>
                <a:moveTo>
                  <a:pt x="1339407" y="3942263"/>
                </a:moveTo>
                <a:cubicBezTo>
                  <a:pt x="1351096" y="3935120"/>
                  <a:pt x="1345901" y="3907194"/>
                  <a:pt x="1324470" y="3861734"/>
                </a:cubicBezTo>
                <a:cubicBezTo>
                  <a:pt x="1304987" y="3822119"/>
                  <a:pt x="1264722" y="3718209"/>
                  <a:pt x="1250434" y="3672100"/>
                </a:cubicBezTo>
                <a:cubicBezTo>
                  <a:pt x="1244590" y="3653916"/>
                  <a:pt x="1240044" y="3615599"/>
                  <a:pt x="1240044" y="3584426"/>
                </a:cubicBezTo>
                <a:cubicBezTo>
                  <a:pt x="1239394" y="3535719"/>
                  <a:pt x="1241342" y="3525978"/>
                  <a:pt x="1256929" y="3500000"/>
                </a:cubicBezTo>
                <a:cubicBezTo>
                  <a:pt x="1281607" y="3457787"/>
                  <a:pt x="1308234" y="3435057"/>
                  <a:pt x="1347849" y="3422069"/>
                </a:cubicBezTo>
                <a:cubicBezTo>
                  <a:pt x="1388114" y="3409080"/>
                  <a:pt x="1395258" y="3392844"/>
                  <a:pt x="1371229" y="3370114"/>
                </a:cubicBezTo>
                <a:cubicBezTo>
                  <a:pt x="1348499" y="3348683"/>
                  <a:pt x="1282257" y="3303222"/>
                  <a:pt x="1228354" y="3272050"/>
                </a:cubicBezTo>
                <a:cubicBezTo>
                  <a:pt x="1202377" y="3257113"/>
                  <a:pt x="1127042" y="3211003"/>
                  <a:pt x="1061450" y="3170089"/>
                </a:cubicBezTo>
                <a:cubicBezTo>
                  <a:pt x="996507" y="3129175"/>
                  <a:pt x="938058" y="3095404"/>
                  <a:pt x="931563" y="3094755"/>
                </a:cubicBezTo>
                <a:cubicBezTo>
                  <a:pt x="923770" y="3094105"/>
                  <a:pt x="920523" y="3101899"/>
                  <a:pt x="917925" y="3126577"/>
                </a:cubicBezTo>
                <a:cubicBezTo>
                  <a:pt x="915977" y="3144761"/>
                  <a:pt x="906236" y="3175934"/>
                  <a:pt x="896494" y="3196066"/>
                </a:cubicBezTo>
                <a:cubicBezTo>
                  <a:pt x="875063" y="3240877"/>
                  <a:pt x="873764" y="3280492"/>
                  <a:pt x="891948" y="3335694"/>
                </a:cubicBezTo>
                <a:cubicBezTo>
                  <a:pt x="910782" y="3389597"/>
                  <a:pt x="1040668" y="3651967"/>
                  <a:pt x="1077686" y="3709767"/>
                </a:cubicBezTo>
                <a:cubicBezTo>
                  <a:pt x="1136134" y="3800038"/>
                  <a:pt x="1242641" y="3914338"/>
                  <a:pt x="1288751" y="3935120"/>
                </a:cubicBezTo>
                <a:cubicBezTo>
                  <a:pt x="1321223" y="3949407"/>
                  <a:pt x="1326418" y="3950057"/>
                  <a:pt x="1339407" y="3942263"/>
                </a:cubicBezTo>
                <a:close/>
                <a:moveTo>
                  <a:pt x="1364734" y="2972662"/>
                </a:moveTo>
                <a:cubicBezTo>
                  <a:pt x="1386166" y="2927201"/>
                  <a:pt x="1364734" y="2653791"/>
                  <a:pt x="1327717" y="2497278"/>
                </a:cubicBezTo>
                <a:cubicBezTo>
                  <a:pt x="1315378" y="2446622"/>
                  <a:pt x="1305636" y="2432334"/>
                  <a:pt x="1289400" y="2438179"/>
                </a:cubicBezTo>
                <a:cubicBezTo>
                  <a:pt x="1284205" y="2440128"/>
                  <a:pt x="1271216" y="2441426"/>
                  <a:pt x="1260176" y="2441426"/>
                </a:cubicBezTo>
                <a:cubicBezTo>
                  <a:pt x="1228354" y="2441426"/>
                  <a:pt x="1219262" y="2449869"/>
                  <a:pt x="1228354" y="2470001"/>
                </a:cubicBezTo>
                <a:cubicBezTo>
                  <a:pt x="1234848" y="2484289"/>
                  <a:pt x="1234199" y="2487536"/>
                  <a:pt x="1223158" y="2493381"/>
                </a:cubicBezTo>
                <a:cubicBezTo>
                  <a:pt x="1197181" y="2507019"/>
                  <a:pt x="1102364" y="2495979"/>
                  <a:pt x="1091973" y="2477795"/>
                </a:cubicBezTo>
                <a:cubicBezTo>
                  <a:pt x="1077686" y="2452467"/>
                  <a:pt x="1021834" y="2438179"/>
                  <a:pt x="1021834" y="2459611"/>
                </a:cubicBezTo>
                <a:cubicBezTo>
                  <a:pt x="1021834" y="2467404"/>
                  <a:pt x="1062099" y="2497927"/>
                  <a:pt x="1147175" y="2555077"/>
                </a:cubicBezTo>
                <a:cubicBezTo>
                  <a:pt x="1215365" y="2601187"/>
                  <a:pt x="1278360" y="2644699"/>
                  <a:pt x="1286803" y="2651842"/>
                </a:cubicBezTo>
                <a:cubicBezTo>
                  <a:pt x="1306935" y="2670026"/>
                  <a:pt x="1304987" y="2686262"/>
                  <a:pt x="1282257" y="2691458"/>
                </a:cubicBezTo>
                <a:cubicBezTo>
                  <a:pt x="1271866" y="2693406"/>
                  <a:pt x="1259527" y="2699900"/>
                  <a:pt x="1254331" y="2705745"/>
                </a:cubicBezTo>
                <a:cubicBezTo>
                  <a:pt x="1247837" y="2714188"/>
                  <a:pt x="1249136" y="2718084"/>
                  <a:pt x="1264722" y="2730424"/>
                </a:cubicBezTo>
                <a:lnTo>
                  <a:pt x="1283556" y="2745361"/>
                </a:lnTo>
                <a:lnTo>
                  <a:pt x="1268619" y="2753154"/>
                </a:lnTo>
                <a:cubicBezTo>
                  <a:pt x="1260825" y="2757050"/>
                  <a:pt x="1227704" y="2762246"/>
                  <a:pt x="1195233" y="2764194"/>
                </a:cubicBezTo>
                <a:cubicBezTo>
                  <a:pt x="1138732" y="2767441"/>
                  <a:pt x="1134186" y="2766792"/>
                  <a:pt x="1112755" y="2751205"/>
                </a:cubicBezTo>
                <a:cubicBezTo>
                  <a:pt x="1084829" y="2731073"/>
                  <a:pt x="1017288" y="2697303"/>
                  <a:pt x="973127" y="2681716"/>
                </a:cubicBezTo>
                <a:cubicBezTo>
                  <a:pt x="955592" y="2675871"/>
                  <a:pt x="927017" y="2664831"/>
                  <a:pt x="910132" y="2658337"/>
                </a:cubicBezTo>
                <a:cubicBezTo>
                  <a:pt x="879609" y="2646647"/>
                  <a:pt x="878959" y="2646647"/>
                  <a:pt x="869218" y="2658986"/>
                </a:cubicBezTo>
                <a:cubicBezTo>
                  <a:pt x="855580" y="2677820"/>
                  <a:pt x="856229" y="2751855"/>
                  <a:pt x="870517" y="2767441"/>
                </a:cubicBezTo>
                <a:cubicBezTo>
                  <a:pt x="876362" y="2773936"/>
                  <a:pt x="884155" y="2779131"/>
                  <a:pt x="887402" y="2779131"/>
                </a:cubicBezTo>
                <a:cubicBezTo>
                  <a:pt x="902988" y="2779131"/>
                  <a:pt x="1017288" y="2832384"/>
                  <a:pt x="1147175" y="2901224"/>
                </a:cubicBezTo>
                <a:cubicBezTo>
                  <a:pt x="1337458" y="3001237"/>
                  <a:pt x="1349148" y="3005133"/>
                  <a:pt x="1364734" y="2972662"/>
                </a:cubicBezTo>
                <a:close/>
                <a:moveTo>
                  <a:pt x="1082232" y="2587549"/>
                </a:moveTo>
                <a:cubicBezTo>
                  <a:pt x="1083531" y="2579106"/>
                  <a:pt x="958840" y="2474547"/>
                  <a:pt x="906236" y="2440777"/>
                </a:cubicBezTo>
                <a:cubicBezTo>
                  <a:pt x="873115" y="2418696"/>
                  <a:pt x="864023" y="2415449"/>
                  <a:pt x="856229" y="2421944"/>
                </a:cubicBezTo>
                <a:cubicBezTo>
                  <a:pt x="846488" y="2430386"/>
                  <a:pt x="842591" y="2482341"/>
                  <a:pt x="850384" y="2503122"/>
                </a:cubicBezTo>
                <a:cubicBezTo>
                  <a:pt x="855580" y="2516111"/>
                  <a:pt x="890649" y="2533646"/>
                  <a:pt x="934161" y="2545336"/>
                </a:cubicBezTo>
                <a:cubicBezTo>
                  <a:pt x="952345" y="2550531"/>
                  <a:pt x="988713" y="2564169"/>
                  <a:pt x="1015340" y="2575859"/>
                </a:cubicBezTo>
                <a:cubicBezTo>
                  <a:pt x="1064048" y="2597290"/>
                  <a:pt x="1080283" y="2599888"/>
                  <a:pt x="1082232" y="2587549"/>
                </a:cubicBezTo>
                <a:close/>
                <a:moveTo>
                  <a:pt x="1297843" y="2375184"/>
                </a:moveTo>
                <a:cubicBezTo>
                  <a:pt x="1290050" y="2325828"/>
                  <a:pt x="1281607" y="2314787"/>
                  <a:pt x="1250434" y="2312839"/>
                </a:cubicBezTo>
                <a:cubicBezTo>
                  <a:pt x="1226406" y="2310891"/>
                  <a:pt x="1223158" y="2308942"/>
                  <a:pt x="1223158" y="2294655"/>
                </a:cubicBezTo>
                <a:cubicBezTo>
                  <a:pt x="1223158" y="2277120"/>
                  <a:pt x="1214716" y="2272574"/>
                  <a:pt x="1161462" y="2258936"/>
                </a:cubicBezTo>
                <a:cubicBezTo>
                  <a:pt x="1143928" y="2254390"/>
                  <a:pt x="1117950" y="2245947"/>
                  <a:pt x="1104962" y="2238804"/>
                </a:cubicBezTo>
                <a:cubicBezTo>
                  <a:pt x="1091324" y="2232309"/>
                  <a:pt x="1071191" y="2227114"/>
                  <a:pt x="1059502" y="2227114"/>
                </a:cubicBezTo>
                <a:cubicBezTo>
                  <a:pt x="1047812" y="2227114"/>
                  <a:pt x="1022484" y="2221269"/>
                  <a:pt x="1003650" y="2214125"/>
                </a:cubicBezTo>
                <a:cubicBezTo>
                  <a:pt x="935460" y="2188148"/>
                  <a:pt x="919224" y="2208280"/>
                  <a:pt x="982869" y="2240103"/>
                </a:cubicBezTo>
                <a:cubicBezTo>
                  <a:pt x="1004300" y="2251143"/>
                  <a:pt x="1038070" y="2269976"/>
                  <a:pt x="1058203" y="2282965"/>
                </a:cubicBezTo>
                <a:cubicBezTo>
                  <a:pt x="1077686" y="2295304"/>
                  <a:pt x="1126393" y="2321282"/>
                  <a:pt x="1166658" y="2340765"/>
                </a:cubicBezTo>
                <a:cubicBezTo>
                  <a:pt x="1206923" y="2359598"/>
                  <a:pt x="1248486" y="2381679"/>
                  <a:pt x="1258877" y="2388822"/>
                </a:cubicBezTo>
                <a:cubicBezTo>
                  <a:pt x="1269917" y="2396616"/>
                  <a:pt x="1283556" y="2402461"/>
                  <a:pt x="1290050" y="2402461"/>
                </a:cubicBezTo>
                <a:cubicBezTo>
                  <a:pt x="1300441" y="2402461"/>
                  <a:pt x="1301740" y="2399213"/>
                  <a:pt x="1297843" y="2375184"/>
                </a:cubicBezTo>
                <a:close/>
                <a:moveTo>
                  <a:pt x="994558" y="2307644"/>
                </a:moveTo>
                <a:cubicBezTo>
                  <a:pt x="993259" y="2301799"/>
                  <a:pt x="962736" y="2276471"/>
                  <a:pt x="925719" y="2251792"/>
                </a:cubicBezTo>
                <a:cubicBezTo>
                  <a:pt x="871166" y="2214125"/>
                  <a:pt x="857528" y="2207631"/>
                  <a:pt x="849735" y="2214125"/>
                </a:cubicBezTo>
                <a:cubicBezTo>
                  <a:pt x="822459" y="2236855"/>
                  <a:pt x="851683" y="2272574"/>
                  <a:pt x="917925" y="2298551"/>
                </a:cubicBezTo>
                <a:cubicBezTo>
                  <a:pt x="973777" y="2320632"/>
                  <a:pt x="997805" y="2323230"/>
                  <a:pt x="994558" y="2307644"/>
                </a:cubicBezTo>
                <a:close/>
                <a:moveTo>
                  <a:pt x="1283556" y="2145935"/>
                </a:moveTo>
                <a:cubicBezTo>
                  <a:pt x="1286153" y="2140740"/>
                  <a:pt x="1284854" y="2134895"/>
                  <a:pt x="1281607" y="2132946"/>
                </a:cubicBezTo>
                <a:cubicBezTo>
                  <a:pt x="1273165" y="2127751"/>
                  <a:pt x="1255630" y="2136843"/>
                  <a:pt x="1255630" y="2146584"/>
                </a:cubicBezTo>
                <a:cubicBezTo>
                  <a:pt x="1255630" y="2158924"/>
                  <a:pt x="1279009" y="2158274"/>
                  <a:pt x="1283556" y="2145935"/>
                </a:cubicBezTo>
                <a:close/>
                <a:moveTo>
                  <a:pt x="1559564" y="2056313"/>
                </a:moveTo>
                <a:cubicBezTo>
                  <a:pt x="1571903" y="2041376"/>
                  <a:pt x="1576449" y="2012152"/>
                  <a:pt x="1566708" y="2006307"/>
                </a:cubicBezTo>
                <a:cubicBezTo>
                  <a:pt x="1545926" y="1993318"/>
                  <a:pt x="1521897" y="2027089"/>
                  <a:pt x="1534886" y="2051767"/>
                </a:cubicBezTo>
                <a:cubicBezTo>
                  <a:pt x="1542679" y="2066704"/>
                  <a:pt x="1549823" y="2068003"/>
                  <a:pt x="1559564" y="2056313"/>
                </a:cubicBezTo>
                <a:close/>
                <a:moveTo>
                  <a:pt x="846488" y="2025790"/>
                </a:moveTo>
                <a:cubicBezTo>
                  <a:pt x="888052" y="2004359"/>
                  <a:pt x="882207" y="1992020"/>
                  <a:pt x="812717" y="1957600"/>
                </a:cubicBezTo>
                <a:cubicBezTo>
                  <a:pt x="758165" y="1930324"/>
                  <a:pt x="752320" y="1929025"/>
                  <a:pt x="743228" y="1938117"/>
                </a:cubicBezTo>
                <a:cubicBezTo>
                  <a:pt x="733487" y="1947858"/>
                  <a:pt x="734786" y="1950456"/>
                  <a:pt x="757516" y="1969289"/>
                </a:cubicBezTo>
                <a:cubicBezTo>
                  <a:pt x="772453" y="1982278"/>
                  <a:pt x="784142" y="1999813"/>
                  <a:pt x="788688" y="2014750"/>
                </a:cubicBezTo>
                <a:cubicBezTo>
                  <a:pt x="796482" y="2043325"/>
                  <a:pt x="808171" y="2045273"/>
                  <a:pt x="846488" y="2025790"/>
                </a:cubicBezTo>
                <a:close/>
                <a:moveTo>
                  <a:pt x="1147824" y="1998514"/>
                </a:moveTo>
                <a:cubicBezTo>
                  <a:pt x="1174451" y="1938766"/>
                  <a:pt x="1187440" y="1890059"/>
                  <a:pt x="1179646" y="1882266"/>
                </a:cubicBezTo>
                <a:cubicBezTo>
                  <a:pt x="1175750" y="1878369"/>
                  <a:pt x="1145227" y="1867978"/>
                  <a:pt x="1111456" y="1860185"/>
                </a:cubicBezTo>
                <a:cubicBezTo>
                  <a:pt x="1078335" y="1852392"/>
                  <a:pt x="1021834" y="1836156"/>
                  <a:pt x="986116" y="1825116"/>
                </a:cubicBezTo>
                <a:cubicBezTo>
                  <a:pt x="892598" y="1795891"/>
                  <a:pt x="890649" y="1795891"/>
                  <a:pt x="866620" y="1848495"/>
                </a:cubicBezTo>
                <a:cubicBezTo>
                  <a:pt x="848436" y="1887461"/>
                  <a:pt x="847137" y="1892657"/>
                  <a:pt x="856229" y="1901749"/>
                </a:cubicBezTo>
                <a:cubicBezTo>
                  <a:pt x="871816" y="1917335"/>
                  <a:pt x="1101065" y="2031635"/>
                  <a:pt x="1117950" y="2032284"/>
                </a:cubicBezTo>
                <a:cubicBezTo>
                  <a:pt x="1129640" y="2032284"/>
                  <a:pt x="1136134" y="2025141"/>
                  <a:pt x="1147824" y="1998514"/>
                </a:cubicBezTo>
                <a:close/>
                <a:moveTo>
                  <a:pt x="1475138" y="1985525"/>
                </a:moveTo>
                <a:cubicBezTo>
                  <a:pt x="1486178" y="1974485"/>
                  <a:pt x="1484879" y="1962146"/>
                  <a:pt x="1470592" y="1955002"/>
                </a:cubicBezTo>
                <a:cubicBezTo>
                  <a:pt x="1461500" y="1949807"/>
                  <a:pt x="1454356" y="1951105"/>
                  <a:pt x="1441367" y="1961496"/>
                </a:cubicBezTo>
                <a:cubicBezTo>
                  <a:pt x="1417338" y="1980330"/>
                  <a:pt x="1419287" y="1993318"/>
                  <a:pt x="1445913" y="1993318"/>
                </a:cubicBezTo>
                <a:cubicBezTo>
                  <a:pt x="1457603" y="1993318"/>
                  <a:pt x="1470592" y="1990071"/>
                  <a:pt x="1475138" y="1985525"/>
                </a:cubicBezTo>
                <a:close/>
                <a:moveTo>
                  <a:pt x="658153" y="1809529"/>
                </a:moveTo>
                <a:cubicBezTo>
                  <a:pt x="658153" y="1804334"/>
                  <a:pt x="646463" y="1791345"/>
                  <a:pt x="631526" y="1779655"/>
                </a:cubicBezTo>
                <a:cubicBezTo>
                  <a:pt x="603600" y="1756276"/>
                  <a:pt x="601003" y="1745236"/>
                  <a:pt x="628279" y="1762770"/>
                </a:cubicBezTo>
                <a:cubicBezTo>
                  <a:pt x="637371" y="1769264"/>
                  <a:pt x="649710" y="1772512"/>
                  <a:pt x="654905" y="1769914"/>
                </a:cubicBezTo>
                <a:cubicBezTo>
                  <a:pt x="667245" y="1765368"/>
                  <a:pt x="667894" y="1737442"/>
                  <a:pt x="655555" y="1727701"/>
                </a:cubicBezTo>
                <a:cubicBezTo>
                  <a:pt x="641917" y="1716661"/>
                  <a:pt x="400328" y="1649120"/>
                  <a:pt x="373701" y="1649120"/>
                </a:cubicBezTo>
                <a:cubicBezTo>
                  <a:pt x="329540" y="1649120"/>
                  <a:pt x="352270" y="1669901"/>
                  <a:pt x="456829" y="1723804"/>
                </a:cubicBezTo>
                <a:cubicBezTo>
                  <a:pt x="512030" y="1753029"/>
                  <a:pt x="572428" y="1785500"/>
                  <a:pt x="589962" y="1797190"/>
                </a:cubicBezTo>
                <a:cubicBezTo>
                  <a:pt x="623733" y="1818621"/>
                  <a:pt x="658153" y="1824466"/>
                  <a:pt x="658153" y="1809529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F80A4A6E-BE34-1B04-1CB2-BAB9A9344138}"/>
              </a:ext>
            </a:extLst>
          </p:cNvPr>
          <p:cNvSpPr/>
          <p:nvPr/>
        </p:nvSpPr>
        <p:spPr>
          <a:xfrm flipV="1">
            <a:off x="657670" y="1653118"/>
            <a:ext cx="1101964" cy="804566"/>
          </a:xfrm>
          <a:custGeom>
            <a:avLst/>
            <a:gdLst>
              <a:gd name="csX0" fmla="*/ 944411 w 1706664"/>
              <a:gd name="csY0" fmla="*/ 1632685 h 1654927"/>
              <a:gd name="csX1" fmla="*/ 882715 w 1706664"/>
              <a:gd name="csY1" fmla="*/ 1612553 h 1654927"/>
              <a:gd name="csX2" fmla="*/ 806082 w 1706664"/>
              <a:gd name="csY2" fmla="*/ 1537219 h 1654927"/>
              <a:gd name="csX3" fmla="*/ 776858 w 1706664"/>
              <a:gd name="csY3" fmla="*/ 1380706 h 1654927"/>
              <a:gd name="csX4" fmla="*/ 776858 w 1706664"/>
              <a:gd name="csY4" fmla="*/ 1347585 h 1654927"/>
              <a:gd name="csX5" fmla="*/ 790496 w 1706664"/>
              <a:gd name="csY5" fmla="*/ 1363820 h 1654927"/>
              <a:gd name="csX6" fmla="*/ 816473 w 1706664"/>
              <a:gd name="csY6" fmla="*/ 1404735 h 1654927"/>
              <a:gd name="csX7" fmla="*/ 874922 w 1706664"/>
              <a:gd name="csY7" fmla="*/ 1431361 h 1654927"/>
              <a:gd name="csX8" fmla="*/ 871025 w 1706664"/>
              <a:gd name="csY8" fmla="*/ 1295630 h 1654927"/>
              <a:gd name="csX9" fmla="*/ 855439 w 1706664"/>
              <a:gd name="csY9" fmla="*/ 1198215 h 1654927"/>
              <a:gd name="csX10" fmla="*/ 824266 w 1706664"/>
              <a:gd name="csY10" fmla="*/ 1109243 h 1654927"/>
              <a:gd name="csX11" fmla="*/ 620994 w 1706664"/>
              <a:gd name="csY11" fmla="*/ 1039105 h 1654927"/>
              <a:gd name="csX12" fmla="*/ 468378 w 1706664"/>
              <a:gd name="csY12" fmla="*/ 993644 h 1654927"/>
              <a:gd name="csX13" fmla="*/ 312514 w 1706664"/>
              <a:gd name="csY13" fmla="*/ 965069 h 1654927"/>
              <a:gd name="csX14" fmla="*/ 168989 w 1706664"/>
              <a:gd name="csY14" fmla="*/ 1003386 h 1654927"/>
              <a:gd name="csX15" fmla="*/ 138466 w 1706664"/>
              <a:gd name="csY15" fmla="*/ 1013127 h 1654927"/>
              <a:gd name="csX16" fmla="*/ 103397 w 1706664"/>
              <a:gd name="csY16" fmla="*/ 1001437 h 1654927"/>
              <a:gd name="csX17" fmla="*/ 75471 w 1706664"/>
              <a:gd name="csY17" fmla="*/ 993644 h 1654927"/>
              <a:gd name="csX18" fmla="*/ -2461 w 1706664"/>
              <a:gd name="csY18" fmla="*/ 904672 h 1654927"/>
              <a:gd name="csX19" fmla="*/ 211852 w 1706664"/>
              <a:gd name="csY19" fmla="*/ 609830 h 1654927"/>
              <a:gd name="csX20" fmla="*/ 452142 w 1706664"/>
              <a:gd name="csY20" fmla="*/ 457214 h 1654927"/>
              <a:gd name="csX21" fmla="*/ 629437 w 1706664"/>
              <a:gd name="csY21" fmla="*/ 494231 h 1654927"/>
              <a:gd name="csX22" fmla="*/ 737892 w 1706664"/>
              <a:gd name="csY22" fmla="*/ 519559 h 1654927"/>
              <a:gd name="csX23" fmla="*/ 749582 w 1706664"/>
              <a:gd name="csY23" fmla="*/ 450719 h 1654927"/>
              <a:gd name="csX24" fmla="*/ 733346 w 1706664"/>
              <a:gd name="csY24" fmla="*/ 370190 h 1654927"/>
              <a:gd name="csX25" fmla="*/ 585925 w 1706664"/>
              <a:gd name="csY25" fmla="*/ 286413 h 1654927"/>
              <a:gd name="csX26" fmla="*/ 409929 w 1706664"/>
              <a:gd name="csY26" fmla="*/ 232510 h 1654927"/>
              <a:gd name="csX27" fmla="*/ 381354 w 1706664"/>
              <a:gd name="csY27" fmla="*/ 217573 h 1654927"/>
              <a:gd name="csX28" fmla="*/ 367066 w 1706664"/>
              <a:gd name="csY28" fmla="*/ 188998 h 1654927"/>
              <a:gd name="csX29" fmla="*/ 354727 w 1706664"/>
              <a:gd name="csY29" fmla="*/ 144837 h 1654927"/>
              <a:gd name="csX30" fmla="*/ 377457 w 1706664"/>
              <a:gd name="csY30" fmla="*/ 94831 h 1654927"/>
              <a:gd name="csX31" fmla="*/ 400187 w 1706664"/>
              <a:gd name="csY31" fmla="*/ 59112 h 1654927"/>
              <a:gd name="csX32" fmla="*/ 409279 w 1706664"/>
              <a:gd name="csY32" fmla="*/ 22744 h 1654927"/>
              <a:gd name="csX33" fmla="*/ 666454 w 1706664"/>
              <a:gd name="csY33" fmla="*/ 46123 h 1654927"/>
              <a:gd name="csX34" fmla="*/ 874272 w 1706664"/>
              <a:gd name="csY34" fmla="*/ 111716 h 1654927"/>
              <a:gd name="csX35" fmla="*/ 987923 w 1706664"/>
              <a:gd name="csY35" fmla="*/ 147435 h 1654927"/>
              <a:gd name="csX36" fmla="*/ 1061309 w 1706664"/>
              <a:gd name="csY36" fmla="*/ 166918 h 1654927"/>
              <a:gd name="csX37" fmla="*/ 1082091 w 1706664"/>
              <a:gd name="csY37" fmla="*/ 156527 h 1654927"/>
              <a:gd name="csX38" fmla="*/ 1043125 w 1706664"/>
              <a:gd name="csY38" fmla="*/ 116911 h 1654927"/>
              <a:gd name="csX39" fmla="*/ 1004159 w 1706664"/>
              <a:gd name="csY39" fmla="*/ 87687 h 1654927"/>
              <a:gd name="csX40" fmla="*/ 1091832 w 1706664"/>
              <a:gd name="csY40" fmla="*/ 125354 h 1654927"/>
              <a:gd name="csX41" fmla="*/ 1198988 w 1706664"/>
              <a:gd name="csY41" fmla="*/ 170814 h 1654927"/>
              <a:gd name="csX42" fmla="*/ 1306145 w 1706664"/>
              <a:gd name="csY42" fmla="*/ 214976 h 1654927"/>
              <a:gd name="csX43" fmla="*/ 1409404 w 1706664"/>
              <a:gd name="csY43" fmla="*/ 255890 h 1654927"/>
              <a:gd name="csX44" fmla="*/ 1473049 w 1706664"/>
              <a:gd name="csY44" fmla="*/ 303298 h 1654927"/>
              <a:gd name="csX45" fmla="*/ 1447721 w 1706664"/>
              <a:gd name="csY45" fmla="*/ 320833 h 1654927"/>
              <a:gd name="csX46" fmla="*/ 1458112 w 1706664"/>
              <a:gd name="csY46" fmla="*/ 360448 h 1654927"/>
              <a:gd name="csX47" fmla="*/ 1444474 w 1706664"/>
              <a:gd name="csY47" fmla="*/ 405259 h 1654927"/>
              <a:gd name="csX48" fmla="*/ 1244449 w 1706664"/>
              <a:gd name="csY48" fmla="*/ 461110 h 1654927"/>
              <a:gd name="csX49" fmla="*/ 1181454 w 1706664"/>
              <a:gd name="csY49" fmla="*/ 460461 h 1654927"/>
              <a:gd name="csX50" fmla="*/ 1183402 w 1706664"/>
              <a:gd name="csY50" fmla="*/ 505272 h 1654927"/>
              <a:gd name="csX51" fmla="*/ 1176908 w 1706664"/>
              <a:gd name="csY51" fmla="*/ 519559 h 1654927"/>
              <a:gd name="csX52" fmla="*/ 1165218 w 1706664"/>
              <a:gd name="csY52" fmla="*/ 550732 h 1654927"/>
              <a:gd name="csX53" fmla="*/ 1194442 w 1706664"/>
              <a:gd name="csY53" fmla="*/ 566318 h 1654927"/>
              <a:gd name="csX54" fmla="*/ 1224966 w 1706664"/>
              <a:gd name="csY54" fmla="*/ 598790 h 1654927"/>
              <a:gd name="csX55" fmla="*/ 1339266 w 1706664"/>
              <a:gd name="csY55" fmla="*/ 722182 h 1654927"/>
              <a:gd name="csX56" fmla="*/ 1526302 w 1706664"/>
              <a:gd name="csY56" fmla="*/ 805309 h 1654927"/>
              <a:gd name="csX57" fmla="*/ 1580205 w 1706664"/>
              <a:gd name="csY57" fmla="*/ 826091 h 1654927"/>
              <a:gd name="csX58" fmla="*/ 1618521 w 1706664"/>
              <a:gd name="csY58" fmla="*/ 843626 h 1654927"/>
              <a:gd name="csX59" fmla="*/ 1643200 w 1706664"/>
              <a:gd name="csY59" fmla="*/ 892982 h 1654927"/>
              <a:gd name="csX60" fmla="*/ 1640602 w 1706664"/>
              <a:gd name="csY60" fmla="*/ 922207 h 1654927"/>
              <a:gd name="csX61" fmla="*/ 1674372 w 1706664"/>
              <a:gd name="csY61" fmla="*/ 924805 h 1654927"/>
              <a:gd name="csX62" fmla="*/ 1650343 w 1706664"/>
              <a:gd name="csY62" fmla="*/ 1007932 h 1654927"/>
              <a:gd name="csX63" fmla="*/ 1636705 w 1706664"/>
              <a:gd name="csY63" fmla="*/ 1052093 h 1654927"/>
              <a:gd name="csX64" fmla="*/ 1649694 w 1706664"/>
              <a:gd name="csY64" fmla="*/ 1076122 h 1654927"/>
              <a:gd name="csX65" fmla="*/ 1543187 w 1706664"/>
              <a:gd name="csY65" fmla="*/ 1188474 h 1654927"/>
              <a:gd name="csX66" fmla="*/ 1524354 w 1706664"/>
              <a:gd name="csY66" fmla="*/ 1191721 h 1654927"/>
              <a:gd name="csX67" fmla="*/ 1471750 w 1706664"/>
              <a:gd name="csY67" fmla="*/ 1205359 h 1654927"/>
              <a:gd name="csX68" fmla="*/ 1487986 w 1706664"/>
              <a:gd name="csY68" fmla="*/ 1220945 h 1654927"/>
              <a:gd name="csX69" fmla="*/ 1504221 w 1706664"/>
              <a:gd name="csY69" fmla="*/ 1234584 h 1654927"/>
              <a:gd name="csX70" fmla="*/ 1405508 w 1706664"/>
              <a:gd name="csY70" fmla="*/ 1230037 h 1654927"/>
              <a:gd name="csX71" fmla="*/ 1372387 w 1706664"/>
              <a:gd name="csY71" fmla="*/ 1244325 h 1654927"/>
              <a:gd name="csX72" fmla="*/ 1356151 w 1706664"/>
              <a:gd name="csY72" fmla="*/ 1317061 h 1654927"/>
              <a:gd name="csX73" fmla="*/ 1243150 w 1706664"/>
              <a:gd name="csY73" fmla="*/ 1512540 h 1654927"/>
              <a:gd name="csX74" fmla="*/ 1167166 w 1706664"/>
              <a:gd name="csY74" fmla="*/ 1571639 h 1654927"/>
              <a:gd name="csX75" fmla="*/ 1120407 w 1706664"/>
              <a:gd name="csY75" fmla="*/ 1600214 h 1654927"/>
              <a:gd name="csX76" fmla="*/ 944411 w 1706664"/>
              <a:gd name="csY76" fmla="*/ 1632685 h 1654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</a:cxnLst>
            <a:rect l="l" t="t" r="r" b="b"/>
            <a:pathLst>
              <a:path w="1706664" h="1654927">
                <a:moveTo>
                  <a:pt x="944411" y="1632685"/>
                </a:moveTo>
                <a:cubicBezTo>
                  <a:pt x="926876" y="1624243"/>
                  <a:pt x="899600" y="1615151"/>
                  <a:pt x="882715" y="1612553"/>
                </a:cubicBezTo>
                <a:cubicBezTo>
                  <a:pt x="834657" y="1606059"/>
                  <a:pt x="824916" y="1596317"/>
                  <a:pt x="806082" y="1537219"/>
                </a:cubicBezTo>
                <a:cubicBezTo>
                  <a:pt x="785950" y="1470327"/>
                  <a:pt x="776858" y="1422919"/>
                  <a:pt x="776858" y="1380706"/>
                </a:cubicBezTo>
                <a:lnTo>
                  <a:pt x="776858" y="1347585"/>
                </a:lnTo>
                <a:lnTo>
                  <a:pt x="790496" y="1363820"/>
                </a:lnTo>
                <a:cubicBezTo>
                  <a:pt x="797639" y="1372912"/>
                  <a:pt x="809329" y="1391097"/>
                  <a:pt x="816473" y="1404735"/>
                </a:cubicBezTo>
                <a:cubicBezTo>
                  <a:pt x="834008" y="1437856"/>
                  <a:pt x="856738" y="1448247"/>
                  <a:pt x="874922" y="1431361"/>
                </a:cubicBezTo>
                <a:cubicBezTo>
                  <a:pt x="890508" y="1417074"/>
                  <a:pt x="889859" y="1391746"/>
                  <a:pt x="871025" y="1295630"/>
                </a:cubicBezTo>
                <a:cubicBezTo>
                  <a:pt x="865180" y="1267055"/>
                  <a:pt x="858037" y="1222894"/>
                  <a:pt x="855439" y="1198215"/>
                </a:cubicBezTo>
                <a:cubicBezTo>
                  <a:pt x="850243" y="1152755"/>
                  <a:pt x="842450" y="1130674"/>
                  <a:pt x="824266" y="1109243"/>
                </a:cubicBezTo>
                <a:cubicBezTo>
                  <a:pt x="814525" y="1098852"/>
                  <a:pt x="753478" y="1077421"/>
                  <a:pt x="620994" y="1039105"/>
                </a:cubicBezTo>
                <a:cubicBezTo>
                  <a:pt x="587224" y="1029363"/>
                  <a:pt x="518384" y="1008581"/>
                  <a:pt x="468378" y="993644"/>
                </a:cubicBezTo>
                <a:cubicBezTo>
                  <a:pt x="389796" y="969615"/>
                  <a:pt x="369014" y="965719"/>
                  <a:pt x="312514" y="965069"/>
                </a:cubicBezTo>
                <a:cubicBezTo>
                  <a:pt x="238479" y="964420"/>
                  <a:pt x="185225" y="978058"/>
                  <a:pt x="168989" y="1003386"/>
                </a:cubicBezTo>
                <a:cubicBezTo>
                  <a:pt x="161196" y="1015725"/>
                  <a:pt x="156001" y="1017673"/>
                  <a:pt x="138466" y="1013127"/>
                </a:cubicBezTo>
                <a:cubicBezTo>
                  <a:pt x="126776" y="1010530"/>
                  <a:pt x="111190" y="1005334"/>
                  <a:pt x="103397" y="1001437"/>
                </a:cubicBezTo>
                <a:cubicBezTo>
                  <a:pt x="95604" y="996891"/>
                  <a:pt x="83264" y="993644"/>
                  <a:pt x="75471" y="993644"/>
                </a:cubicBezTo>
                <a:cubicBezTo>
                  <a:pt x="39103" y="993644"/>
                  <a:pt x="-2461" y="946236"/>
                  <a:pt x="-2461" y="904672"/>
                </a:cubicBezTo>
                <a:cubicBezTo>
                  <a:pt x="-2461" y="869603"/>
                  <a:pt x="112489" y="711791"/>
                  <a:pt x="211852" y="609830"/>
                </a:cubicBezTo>
                <a:cubicBezTo>
                  <a:pt x="308617" y="511116"/>
                  <a:pt x="365767" y="474748"/>
                  <a:pt x="452142" y="457214"/>
                </a:cubicBezTo>
                <a:cubicBezTo>
                  <a:pt x="516435" y="444225"/>
                  <a:pt x="537867" y="448771"/>
                  <a:pt x="629437" y="494231"/>
                </a:cubicBezTo>
                <a:cubicBezTo>
                  <a:pt x="695029" y="526703"/>
                  <a:pt x="715811" y="531249"/>
                  <a:pt x="737892" y="519559"/>
                </a:cubicBezTo>
                <a:cubicBezTo>
                  <a:pt x="748932" y="513714"/>
                  <a:pt x="750231" y="505272"/>
                  <a:pt x="749582" y="450719"/>
                </a:cubicBezTo>
                <a:cubicBezTo>
                  <a:pt x="748932" y="395518"/>
                  <a:pt x="747633" y="386426"/>
                  <a:pt x="733346" y="370190"/>
                </a:cubicBezTo>
                <a:cubicBezTo>
                  <a:pt x="713213" y="345511"/>
                  <a:pt x="675546" y="324729"/>
                  <a:pt x="585925" y="286413"/>
                </a:cubicBezTo>
                <a:cubicBezTo>
                  <a:pt x="505395" y="251993"/>
                  <a:pt x="450843" y="235108"/>
                  <a:pt x="409929" y="232510"/>
                </a:cubicBezTo>
                <a:cubicBezTo>
                  <a:pt x="389796" y="231211"/>
                  <a:pt x="383302" y="227315"/>
                  <a:pt x="381354" y="217573"/>
                </a:cubicBezTo>
                <a:cubicBezTo>
                  <a:pt x="380055" y="210429"/>
                  <a:pt x="373560" y="197441"/>
                  <a:pt x="367066" y="188998"/>
                </a:cubicBezTo>
                <a:cubicBezTo>
                  <a:pt x="359273" y="179257"/>
                  <a:pt x="354727" y="163021"/>
                  <a:pt x="354727" y="144837"/>
                </a:cubicBezTo>
                <a:cubicBezTo>
                  <a:pt x="354727" y="119509"/>
                  <a:pt x="357974" y="112365"/>
                  <a:pt x="377457" y="94831"/>
                </a:cubicBezTo>
                <a:cubicBezTo>
                  <a:pt x="390446" y="83141"/>
                  <a:pt x="400187" y="67554"/>
                  <a:pt x="400187" y="59112"/>
                </a:cubicBezTo>
                <a:cubicBezTo>
                  <a:pt x="400187" y="51319"/>
                  <a:pt x="404084" y="35083"/>
                  <a:pt x="409279" y="22744"/>
                </a:cubicBezTo>
                <a:cubicBezTo>
                  <a:pt x="427463" y="-20768"/>
                  <a:pt x="468378" y="-17521"/>
                  <a:pt x="666454" y="46123"/>
                </a:cubicBezTo>
                <a:cubicBezTo>
                  <a:pt x="746984" y="71451"/>
                  <a:pt x="840502" y="101325"/>
                  <a:pt x="874272" y="111716"/>
                </a:cubicBezTo>
                <a:cubicBezTo>
                  <a:pt x="908043" y="122107"/>
                  <a:pt x="959348" y="138343"/>
                  <a:pt x="987923" y="147435"/>
                </a:cubicBezTo>
                <a:cubicBezTo>
                  <a:pt x="1016498" y="156527"/>
                  <a:pt x="1049619" y="165619"/>
                  <a:pt x="1061309" y="166918"/>
                </a:cubicBezTo>
                <a:cubicBezTo>
                  <a:pt x="1078843" y="169515"/>
                  <a:pt x="1082091" y="168216"/>
                  <a:pt x="1082091" y="156527"/>
                </a:cubicBezTo>
                <a:cubicBezTo>
                  <a:pt x="1082091" y="147435"/>
                  <a:pt x="1069751" y="135095"/>
                  <a:pt x="1043125" y="116911"/>
                </a:cubicBezTo>
                <a:cubicBezTo>
                  <a:pt x="1021693" y="102624"/>
                  <a:pt x="1004159" y="88986"/>
                  <a:pt x="1004159" y="87687"/>
                </a:cubicBezTo>
                <a:cubicBezTo>
                  <a:pt x="1004159" y="84440"/>
                  <a:pt x="1035332" y="97428"/>
                  <a:pt x="1091832" y="125354"/>
                </a:cubicBezTo>
                <a:cubicBezTo>
                  <a:pt x="1117160" y="137693"/>
                  <a:pt x="1165218" y="157826"/>
                  <a:pt x="1198988" y="170814"/>
                </a:cubicBezTo>
                <a:cubicBezTo>
                  <a:pt x="1232759" y="183153"/>
                  <a:pt x="1281466" y="203286"/>
                  <a:pt x="1306145" y="214976"/>
                </a:cubicBezTo>
                <a:cubicBezTo>
                  <a:pt x="1331472" y="226665"/>
                  <a:pt x="1377582" y="244849"/>
                  <a:pt x="1409404" y="255890"/>
                </a:cubicBezTo>
                <a:cubicBezTo>
                  <a:pt x="1465255" y="275373"/>
                  <a:pt x="1493181" y="296154"/>
                  <a:pt x="1473049" y="303298"/>
                </a:cubicBezTo>
                <a:cubicBezTo>
                  <a:pt x="1468503" y="305247"/>
                  <a:pt x="1456813" y="313040"/>
                  <a:pt x="1447721" y="320833"/>
                </a:cubicBezTo>
                <a:cubicBezTo>
                  <a:pt x="1426939" y="339017"/>
                  <a:pt x="1430836" y="354603"/>
                  <a:pt x="1458112" y="360448"/>
                </a:cubicBezTo>
                <a:cubicBezTo>
                  <a:pt x="1487336" y="366943"/>
                  <a:pt x="1482790" y="379931"/>
                  <a:pt x="1444474" y="405259"/>
                </a:cubicBezTo>
                <a:cubicBezTo>
                  <a:pt x="1390571" y="440328"/>
                  <a:pt x="1311340" y="462409"/>
                  <a:pt x="1244449" y="461110"/>
                </a:cubicBezTo>
                <a:cubicBezTo>
                  <a:pt x="1213925" y="459811"/>
                  <a:pt x="1185350" y="459811"/>
                  <a:pt x="1181454" y="460461"/>
                </a:cubicBezTo>
                <a:cubicBezTo>
                  <a:pt x="1169764" y="461110"/>
                  <a:pt x="1171063" y="487737"/>
                  <a:pt x="1183402" y="505272"/>
                </a:cubicBezTo>
                <a:cubicBezTo>
                  <a:pt x="1192494" y="518910"/>
                  <a:pt x="1192494" y="519559"/>
                  <a:pt x="1176908" y="519559"/>
                </a:cubicBezTo>
                <a:cubicBezTo>
                  <a:pt x="1154178" y="519559"/>
                  <a:pt x="1149632" y="531249"/>
                  <a:pt x="1165218" y="550732"/>
                </a:cubicBezTo>
                <a:cubicBezTo>
                  <a:pt x="1174310" y="563071"/>
                  <a:pt x="1182753" y="567617"/>
                  <a:pt x="1194442" y="566318"/>
                </a:cubicBezTo>
                <a:cubicBezTo>
                  <a:pt x="1208080" y="565019"/>
                  <a:pt x="1212626" y="569565"/>
                  <a:pt x="1224966" y="598790"/>
                </a:cubicBezTo>
                <a:cubicBezTo>
                  <a:pt x="1252891" y="663733"/>
                  <a:pt x="1265230" y="677371"/>
                  <a:pt x="1339266" y="722182"/>
                </a:cubicBezTo>
                <a:cubicBezTo>
                  <a:pt x="1424991" y="773487"/>
                  <a:pt x="1475646" y="796217"/>
                  <a:pt x="1526302" y="805309"/>
                </a:cubicBezTo>
                <a:cubicBezTo>
                  <a:pt x="1549682" y="809206"/>
                  <a:pt x="1571113" y="817648"/>
                  <a:pt x="1580205" y="826091"/>
                </a:cubicBezTo>
                <a:cubicBezTo>
                  <a:pt x="1587998" y="833235"/>
                  <a:pt x="1605533" y="841677"/>
                  <a:pt x="1618521" y="843626"/>
                </a:cubicBezTo>
                <a:cubicBezTo>
                  <a:pt x="1652292" y="848821"/>
                  <a:pt x="1659436" y="863108"/>
                  <a:pt x="1643200" y="892982"/>
                </a:cubicBezTo>
                <a:cubicBezTo>
                  <a:pt x="1632159" y="913115"/>
                  <a:pt x="1632159" y="917011"/>
                  <a:pt x="1640602" y="922207"/>
                </a:cubicBezTo>
                <a:cubicBezTo>
                  <a:pt x="1645797" y="926103"/>
                  <a:pt x="1661384" y="927402"/>
                  <a:pt x="1674372" y="924805"/>
                </a:cubicBezTo>
                <a:cubicBezTo>
                  <a:pt x="1723080" y="917011"/>
                  <a:pt x="1710091" y="961173"/>
                  <a:pt x="1650343" y="1007932"/>
                </a:cubicBezTo>
                <a:cubicBezTo>
                  <a:pt x="1608780" y="1040403"/>
                  <a:pt x="1604883" y="1052093"/>
                  <a:pt x="1636705" y="1052093"/>
                </a:cubicBezTo>
                <a:cubicBezTo>
                  <a:pt x="1665930" y="1052093"/>
                  <a:pt x="1671125" y="1061185"/>
                  <a:pt x="1649694" y="1076122"/>
                </a:cubicBezTo>
                <a:cubicBezTo>
                  <a:pt x="1623717" y="1093657"/>
                  <a:pt x="1560722" y="1160548"/>
                  <a:pt x="1543187" y="1188474"/>
                </a:cubicBezTo>
                <a:cubicBezTo>
                  <a:pt x="1539940" y="1193020"/>
                  <a:pt x="1532796" y="1194319"/>
                  <a:pt x="1524354" y="1191721"/>
                </a:cubicBezTo>
                <a:cubicBezTo>
                  <a:pt x="1504871" y="1185876"/>
                  <a:pt x="1471750" y="1194319"/>
                  <a:pt x="1471750" y="1205359"/>
                </a:cubicBezTo>
                <a:cubicBezTo>
                  <a:pt x="1471750" y="1210555"/>
                  <a:pt x="1478893" y="1217698"/>
                  <a:pt x="1487986" y="1220945"/>
                </a:cubicBezTo>
                <a:cubicBezTo>
                  <a:pt x="1497078" y="1224193"/>
                  <a:pt x="1504221" y="1230687"/>
                  <a:pt x="1504221" y="1234584"/>
                </a:cubicBezTo>
                <a:cubicBezTo>
                  <a:pt x="1504221" y="1241727"/>
                  <a:pt x="1473698" y="1240428"/>
                  <a:pt x="1405508" y="1230037"/>
                </a:cubicBezTo>
                <a:cubicBezTo>
                  <a:pt x="1384076" y="1226790"/>
                  <a:pt x="1380829" y="1228089"/>
                  <a:pt x="1372387" y="1244325"/>
                </a:cubicBezTo>
                <a:cubicBezTo>
                  <a:pt x="1367191" y="1254716"/>
                  <a:pt x="1360047" y="1287187"/>
                  <a:pt x="1356151" y="1317061"/>
                </a:cubicBezTo>
                <a:cubicBezTo>
                  <a:pt x="1344461" y="1399539"/>
                  <a:pt x="1315886" y="1449545"/>
                  <a:pt x="1243150" y="1512540"/>
                </a:cubicBezTo>
                <a:cubicBezTo>
                  <a:pt x="1211328" y="1539816"/>
                  <a:pt x="1176908" y="1566443"/>
                  <a:pt x="1167166" y="1571639"/>
                </a:cubicBezTo>
                <a:cubicBezTo>
                  <a:pt x="1156775" y="1576834"/>
                  <a:pt x="1135993" y="1589823"/>
                  <a:pt x="1120407" y="1600214"/>
                </a:cubicBezTo>
                <a:cubicBezTo>
                  <a:pt x="1042475" y="1652818"/>
                  <a:pt x="997664" y="1660611"/>
                  <a:pt x="944411" y="1632685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B63E46E-93AC-8EF0-66A0-5DD1850A5EA4}"/>
              </a:ext>
            </a:extLst>
          </p:cNvPr>
          <p:cNvSpPr/>
          <p:nvPr/>
        </p:nvSpPr>
        <p:spPr>
          <a:xfrm flipV="1">
            <a:off x="5003140" y="2005024"/>
            <a:ext cx="673306" cy="905320"/>
          </a:xfrm>
          <a:custGeom>
            <a:avLst/>
            <a:gdLst>
              <a:gd name="csX0" fmla="*/ 522883 w 1387835"/>
              <a:gd name="csY0" fmla="*/ 2223384 h 2243952"/>
              <a:gd name="csX1" fmla="*/ 480670 w 1387835"/>
              <a:gd name="csY1" fmla="*/ 2207149 h 2243952"/>
              <a:gd name="csX2" fmla="*/ 415078 w 1387835"/>
              <a:gd name="csY2" fmla="*/ 2156493 h 2243952"/>
              <a:gd name="csX3" fmla="*/ 418974 w 1387835"/>
              <a:gd name="csY3" fmla="*/ 2070768 h 2243952"/>
              <a:gd name="csX4" fmla="*/ 428716 w 1387835"/>
              <a:gd name="csY4" fmla="*/ 1936985 h 2243952"/>
              <a:gd name="csX5" fmla="*/ 343640 w 1387835"/>
              <a:gd name="csY5" fmla="*/ 1694747 h 2243952"/>
              <a:gd name="csX6" fmla="*/ 264409 w 1387835"/>
              <a:gd name="csY6" fmla="*/ 1668120 h 2243952"/>
              <a:gd name="csX7" fmla="*/ 107247 w 1387835"/>
              <a:gd name="csY7" fmla="*/ 1594085 h 2243952"/>
              <a:gd name="csX8" fmla="*/ 41654 w 1387835"/>
              <a:gd name="csY8" fmla="*/ 1481084 h 2243952"/>
              <a:gd name="csX9" fmla="*/ 67632 w 1387835"/>
              <a:gd name="csY9" fmla="*/ 1495371 h 2243952"/>
              <a:gd name="csX10" fmla="*/ 172840 w 1387835"/>
              <a:gd name="csY10" fmla="*/ 1470693 h 2243952"/>
              <a:gd name="csX11" fmla="*/ 241679 w 1387835"/>
              <a:gd name="csY11" fmla="*/ 1414192 h 2243952"/>
              <a:gd name="csX12" fmla="*/ 310519 w 1387835"/>
              <a:gd name="csY12" fmla="*/ 1347301 h 2243952"/>
              <a:gd name="csX13" fmla="*/ 296232 w 1387835"/>
              <a:gd name="csY13" fmla="*/ 1288852 h 2243952"/>
              <a:gd name="csX14" fmla="*/ 166345 w 1387835"/>
              <a:gd name="csY14" fmla="*/ 1155069 h 2243952"/>
              <a:gd name="csX15" fmla="*/ 142316 w 1387835"/>
              <a:gd name="csY15" fmla="*/ 1147276 h 2243952"/>
              <a:gd name="csX16" fmla="*/ 143615 w 1387835"/>
              <a:gd name="csY16" fmla="*/ 1107660 h 2243952"/>
              <a:gd name="csX17" fmla="*/ 133874 w 1387835"/>
              <a:gd name="csY17" fmla="*/ 1043367 h 2243952"/>
              <a:gd name="csX18" fmla="*/ 136471 w 1387835"/>
              <a:gd name="csY18" fmla="*/ 897894 h 2243952"/>
              <a:gd name="csX19" fmla="*/ 199466 w 1387835"/>
              <a:gd name="csY19" fmla="*/ 858928 h 2243952"/>
              <a:gd name="csX20" fmla="*/ 246225 w 1387835"/>
              <a:gd name="csY20" fmla="*/ 885555 h 2243952"/>
              <a:gd name="csX21" fmla="*/ 477423 w 1387835"/>
              <a:gd name="csY21" fmla="*/ 964785 h 2243952"/>
              <a:gd name="csX22" fmla="*/ 487165 w 1387835"/>
              <a:gd name="csY22" fmla="*/ 951797 h 2243952"/>
              <a:gd name="csX23" fmla="*/ 424819 w 1387835"/>
              <a:gd name="csY23" fmla="*/ 859577 h 2243952"/>
              <a:gd name="csX24" fmla="*/ 344939 w 1387835"/>
              <a:gd name="csY24" fmla="*/ 771904 h 2243952"/>
              <a:gd name="csX25" fmla="*/ 281295 w 1387835"/>
              <a:gd name="csY25" fmla="*/ 702415 h 2243952"/>
              <a:gd name="csX26" fmla="*/ 277398 w 1387835"/>
              <a:gd name="csY26" fmla="*/ 680334 h 2243952"/>
              <a:gd name="csX27" fmla="*/ 242978 w 1387835"/>
              <a:gd name="csY27" fmla="*/ 648512 h 2243952"/>
              <a:gd name="csX28" fmla="*/ 209857 w 1387835"/>
              <a:gd name="csY28" fmla="*/ 624483 h 2243952"/>
              <a:gd name="csX29" fmla="*/ 84517 w 1387835"/>
              <a:gd name="csY29" fmla="*/ 508235 h 2243952"/>
              <a:gd name="csX30" fmla="*/ 15028 w 1387835"/>
              <a:gd name="csY30" fmla="*/ 460826 h 2243952"/>
              <a:gd name="csX31" fmla="*/ -12249 w 1387835"/>
              <a:gd name="csY31" fmla="*/ 435498 h 2243952"/>
              <a:gd name="csX32" fmla="*/ -10300 w 1387835"/>
              <a:gd name="csY32" fmla="*/ 348475 h 2243952"/>
              <a:gd name="csX33" fmla="*/ 2039 w 1387835"/>
              <a:gd name="csY33" fmla="*/ 238071 h 2243952"/>
              <a:gd name="csX34" fmla="*/ 16326 w 1387835"/>
              <a:gd name="csY34" fmla="*/ 182869 h 2243952"/>
              <a:gd name="csX35" fmla="*/ 108546 w 1387835"/>
              <a:gd name="csY35" fmla="*/ 53633 h 2243952"/>
              <a:gd name="csX36" fmla="*/ 308571 w 1387835"/>
              <a:gd name="csY36" fmla="*/ 86754 h 2243952"/>
              <a:gd name="csX37" fmla="*/ 465733 w 1387835"/>
              <a:gd name="csY37" fmla="*/ 131564 h 2243952"/>
              <a:gd name="csX38" fmla="*/ 737196 w 1387835"/>
              <a:gd name="csY38" fmla="*/ 237422 h 2243952"/>
              <a:gd name="csX39" fmla="*/ 837858 w 1387835"/>
              <a:gd name="csY39" fmla="*/ 284181 h 2243952"/>
              <a:gd name="csX40" fmla="*/ 830065 w 1387835"/>
              <a:gd name="csY40" fmla="*/ 298468 h 2243952"/>
              <a:gd name="csX41" fmla="*/ 779409 w 1387835"/>
              <a:gd name="csY41" fmla="*/ 301066 h 2243952"/>
              <a:gd name="csX42" fmla="*/ 784604 w 1387835"/>
              <a:gd name="csY42" fmla="*/ 310808 h 2243952"/>
              <a:gd name="csX43" fmla="*/ 819024 w 1387835"/>
              <a:gd name="csY43" fmla="*/ 330291 h 2243952"/>
              <a:gd name="csX44" fmla="*/ 860588 w 1387835"/>
              <a:gd name="csY44" fmla="*/ 349773 h 2243952"/>
              <a:gd name="csX45" fmla="*/ 889812 w 1387835"/>
              <a:gd name="csY45" fmla="*/ 362762 h 2243952"/>
              <a:gd name="csX46" fmla="*/ 895008 w 1387835"/>
              <a:gd name="csY46" fmla="*/ 384193 h 2243952"/>
              <a:gd name="csX47" fmla="*/ 900203 w 1387835"/>
              <a:gd name="csY47" fmla="*/ 416665 h 2243952"/>
              <a:gd name="csX48" fmla="*/ 945014 w 1387835"/>
              <a:gd name="csY48" fmla="*/ 431602 h 2243952"/>
              <a:gd name="csX49" fmla="*/ 946313 w 1387835"/>
              <a:gd name="csY49" fmla="*/ 409521 h 2243952"/>
              <a:gd name="csX50" fmla="*/ 954106 w 1387835"/>
              <a:gd name="csY50" fmla="*/ 393285 h 2243952"/>
              <a:gd name="csX51" fmla="*/ 989825 w 1387835"/>
              <a:gd name="csY51" fmla="*/ 295221 h 2243952"/>
              <a:gd name="csX52" fmla="*/ 839806 w 1387835"/>
              <a:gd name="csY52" fmla="*/ 32201 h 2243952"/>
              <a:gd name="csX53" fmla="*/ 818375 w 1387835"/>
              <a:gd name="csY53" fmla="*/ -4167 h 2243952"/>
              <a:gd name="csX54" fmla="*/ 876824 w 1387835"/>
              <a:gd name="csY54" fmla="*/ 28305 h 2243952"/>
              <a:gd name="csX55" fmla="*/ 1094383 w 1387835"/>
              <a:gd name="csY55" fmla="*/ 148450 h 2243952"/>
              <a:gd name="csX56" fmla="*/ 1132700 w 1387835"/>
              <a:gd name="csY56" fmla="*/ 108185 h 2243952"/>
              <a:gd name="csX57" fmla="*/ 1148936 w 1387835"/>
              <a:gd name="csY57" fmla="*/ 75713 h 2243952"/>
              <a:gd name="csX58" fmla="*/ 1169068 w 1387835"/>
              <a:gd name="csY58" fmla="*/ 54282 h 2243952"/>
              <a:gd name="csX59" fmla="*/ 1204137 w 1387835"/>
              <a:gd name="csY59" fmla="*/ 54282 h 2243952"/>
              <a:gd name="csX60" fmla="*/ 1234011 w 1387835"/>
              <a:gd name="csY60" fmla="*/ 64023 h 2243952"/>
              <a:gd name="csX61" fmla="*/ 1351558 w 1387835"/>
              <a:gd name="csY61" fmla="*/ 219887 h 2243952"/>
              <a:gd name="csX62" fmla="*/ 1375587 w 1387835"/>
              <a:gd name="csY62" fmla="*/ 290675 h 2243952"/>
              <a:gd name="csX63" fmla="*/ 1366495 w 1387835"/>
              <a:gd name="csY63" fmla="*/ 357567 h 2243952"/>
              <a:gd name="csX64" fmla="*/ 1262586 w 1387835"/>
              <a:gd name="csY64" fmla="*/ 621236 h 2243952"/>
              <a:gd name="csX65" fmla="*/ 985928 w 1387835"/>
              <a:gd name="csY65" fmla="*/ 780996 h 2243952"/>
              <a:gd name="csX66" fmla="*/ 939169 w 1387835"/>
              <a:gd name="csY66" fmla="*/ 766059 h 2243952"/>
              <a:gd name="csX67" fmla="*/ 909295 w 1387835"/>
              <a:gd name="csY67" fmla="*/ 742680 h 2243952"/>
              <a:gd name="csX68" fmla="*/ 893059 w 1387835"/>
              <a:gd name="csY68" fmla="*/ 719300 h 2243952"/>
              <a:gd name="csX69" fmla="*/ 891111 w 1387835"/>
              <a:gd name="csY69" fmla="*/ 689426 h 2243952"/>
              <a:gd name="csX70" fmla="*/ 889812 w 1387835"/>
              <a:gd name="csY70" fmla="*/ 665397 h 2243952"/>
              <a:gd name="csX71" fmla="*/ 898904 w 1387835"/>
              <a:gd name="csY71" fmla="*/ 616041 h 2243952"/>
              <a:gd name="csX72" fmla="*/ 903450 w 1387835"/>
              <a:gd name="csY72" fmla="*/ 580322 h 2243952"/>
              <a:gd name="csX73" fmla="*/ 856042 w 1387835"/>
              <a:gd name="csY73" fmla="*/ 558241 h 2243952"/>
              <a:gd name="csX74" fmla="*/ 797593 w 1387835"/>
              <a:gd name="csY74" fmla="*/ 543954 h 2243952"/>
              <a:gd name="csX75" fmla="*/ 643028 w 1387835"/>
              <a:gd name="csY75" fmla="*/ 497194 h 2243952"/>
              <a:gd name="csX76" fmla="*/ 380008 w 1387835"/>
              <a:gd name="csY76" fmla="*/ 425108 h 2243952"/>
              <a:gd name="csX77" fmla="*/ 385204 w 1387835"/>
              <a:gd name="csY77" fmla="*/ 454981 h 2243952"/>
              <a:gd name="csX78" fmla="*/ 423520 w 1387835"/>
              <a:gd name="csY78" fmla="*/ 505637 h 2243952"/>
              <a:gd name="csX79" fmla="*/ 796944 w 1387835"/>
              <a:gd name="csY79" fmla="*/ 883606 h 2243952"/>
              <a:gd name="csX80" fmla="*/ 881370 w 1387835"/>
              <a:gd name="csY80" fmla="*/ 956992 h 2243952"/>
              <a:gd name="csX81" fmla="*/ 945663 w 1387835"/>
              <a:gd name="csY81" fmla="*/ 1012194 h 2243952"/>
              <a:gd name="csX82" fmla="*/ 989175 w 1387835"/>
              <a:gd name="csY82" fmla="*/ 1059602 h 2243952"/>
              <a:gd name="csX83" fmla="*/ 959301 w 1387835"/>
              <a:gd name="csY83" fmla="*/ 1180397 h 2243952"/>
              <a:gd name="csX84" fmla="*/ 904100 w 1387835"/>
              <a:gd name="csY84" fmla="*/ 1212868 h 2243952"/>
              <a:gd name="csX85" fmla="*/ 785254 w 1387835"/>
              <a:gd name="csY85" fmla="*/ 1265472 h 2243952"/>
              <a:gd name="csX86" fmla="*/ 719012 w 1387835"/>
              <a:gd name="csY86" fmla="*/ 1245340 h 2243952"/>
              <a:gd name="csX87" fmla="*/ 604062 w 1387835"/>
              <a:gd name="csY87" fmla="*/ 1253783 h 2243952"/>
              <a:gd name="csX88" fmla="*/ 626792 w 1387835"/>
              <a:gd name="csY88" fmla="*/ 1325870 h 2243952"/>
              <a:gd name="csX89" fmla="*/ 761874 w 1387835"/>
              <a:gd name="csY89" fmla="*/ 1466147 h 2243952"/>
              <a:gd name="csX90" fmla="*/ 846950 w 1387835"/>
              <a:gd name="csY90" fmla="*/ 1505762 h 2243952"/>
              <a:gd name="csX91" fmla="*/ 875525 w 1387835"/>
              <a:gd name="csY91" fmla="*/ 1529142 h 2243952"/>
              <a:gd name="csX92" fmla="*/ 969043 w 1387835"/>
              <a:gd name="csY92" fmla="*/ 1590188 h 2243952"/>
              <a:gd name="csX93" fmla="*/ 1010607 w 1387835"/>
              <a:gd name="csY93" fmla="*/ 1619413 h 2243952"/>
              <a:gd name="csX94" fmla="*/ 1032687 w 1387835"/>
              <a:gd name="csY94" fmla="*/ 1660976 h 2243952"/>
              <a:gd name="csX95" fmla="*/ 1045026 w 1387835"/>
              <a:gd name="csY95" fmla="*/ 1710333 h 2243952"/>
              <a:gd name="csX96" fmla="*/ 1023595 w 1387835"/>
              <a:gd name="csY96" fmla="*/ 1725270 h 2243952"/>
              <a:gd name="csX97" fmla="*/ 982032 w 1387835"/>
              <a:gd name="csY97" fmla="*/ 1743454 h 2243952"/>
              <a:gd name="csX98" fmla="*/ 1011905 w 1387835"/>
              <a:gd name="csY98" fmla="*/ 1764885 h 2243952"/>
              <a:gd name="csX99" fmla="*/ 1037883 w 1387835"/>
              <a:gd name="csY99" fmla="*/ 1784368 h 2243952"/>
              <a:gd name="csX100" fmla="*/ 922284 w 1387835"/>
              <a:gd name="csY100" fmla="*/ 1846714 h 2243952"/>
              <a:gd name="csX101" fmla="*/ 769667 w 1387835"/>
              <a:gd name="csY101" fmla="*/ 2034400 h 2243952"/>
              <a:gd name="csX102" fmla="*/ 769018 w 1387835"/>
              <a:gd name="csY102" fmla="*/ 2122722 h 2243952"/>
              <a:gd name="csX103" fmla="*/ 624195 w 1387835"/>
              <a:gd name="csY103" fmla="*/ 2227281 h 2243952"/>
              <a:gd name="csX104" fmla="*/ 522883 w 1387835"/>
              <a:gd name="csY104" fmla="*/ 2223384 h 2243952"/>
              <a:gd name="csX105" fmla="*/ 870329 w 1387835"/>
              <a:gd name="csY105" fmla="*/ 383544 h 2243952"/>
              <a:gd name="csX106" fmla="*/ 846300 w 1387835"/>
              <a:gd name="csY106" fmla="*/ 362762 h 2243952"/>
              <a:gd name="csX107" fmla="*/ 846300 w 1387835"/>
              <a:gd name="csY107" fmla="*/ 384193 h 2243952"/>
              <a:gd name="csX108" fmla="*/ 870329 w 1387835"/>
              <a:gd name="csY108" fmla="*/ 383544 h 22439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</a:cxnLst>
            <a:rect l="l" t="t" r="r" b="b"/>
            <a:pathLst>
              <a:path w="1387835" h="2243952">
                <a:moveTo>
                  <a:pt x="522883" y="2223384"/>
                </a:moveTo>
                <a:cubicBezTo>
                  <a:pt x="508596" y="2214292"/>
                  <a:pt x="489762" y="2207149"/>
                  <a:pt x="480670" y="2207149"/>
                </a:cubicBezTo>
                <a:cubicBezTo>
                  <a:pt x="457940" y="2207149"/>
                  <a:pt x="437158" y="2190913"/>
                  <a:pt x="415078" y="2156493"/>
                </a:cubicBezTo>
                <a:cubicBezTo>
                  <a:pt x="390399" y="2118176"/>
                  <a:pt x="391049" y="2103889"/>
                  <a:pt x="418974" y="2070768"/>
                </a:cubicBezTo>
                <a:cubicBezTo>
                  <a:pt x="445601" y="2038946"/>
                  <a:pt x="446250" y="2031802"/>
                  <a:pt x="428716" y="1936985"/>
                </a:cubicBezTo>
                <a:cubicBezTo>
                  <a:pt x="397543" y="1766184"/>
                  <a:pt x="380008" y="1716827"/>
                  <a:pt x="343640" y="1694747"/>
                </a:cubicBezTo>
                <a:cubicBezTo>
                  <a:pt x="331950" y="1687603"/>
                  <a:pt x="296232" y="1675913"/>
                  <a:pt x="264409" y="1668120"/>
                </a:cubicBezTo>
                <a:cubicBezTo>
                  <a:pt x="201415" y="1653833"/>
                  <a:pt x="143615" y="1626556"/>
                  <a:pt x="107247" y="1594085"/>
                </a:cubicBezTo>
                <a:cubicBezTo>
                  <a:pt x="85166" y="1574602"/>
                  <a:pt x="35160" y="1488227"/>
                  <a:pt x="41654" y="1481084"/>
                </a:cubicBezTo>
                <a:cubicBezTo>
                  <a:pt x="43603" y="1479135"/>
                  <a:pt x="55292" y="1485630"/>
                  <a:pt x="67632" y="1495371"/>
                </a:cubicBezTo>
                <a:cubicBezTo>
                  <a:pt x="104649" y="1523297"/>
                  <a:pt x="123483" y="1518751"/>
                  <a:pt x="172840" y="1470693"/>
                </a:cubicBezTo>
                <a:cubicBezTo>
                  <a:pt x="196869" y="1447963"/>
                  <a:pt x="227392" y="1422635"/>
                  <a:pt x="241679" y="1414192"/>
                </a:cubicBezTo>
                <a:cubicBezTo>
                  <a:pt x="307272" y="1373927"/>
                  <a:pt x="308571" y="1373278"/>
                  <a:pt x="310519" y="1347301"/>
                </a:cubicBezTo>
                <a:cubicBezTo>
                  <a:pt x="311818" y="1330416"/>
                  <a:pt x="307272" y="1311582"/>
                  <a:pt x="296232" y="1288852"/>
                </a:cubicBezTo>
                <a:cubicBezTo>
                  <a:pt x="274800" y="1244691"/>
                  <a:pt x="198167" y="1165460"/>
                  <a:pt x="166345" y="1155069"/>
                </a:cubicBezTo>
                <a:lnTo>
                  <a:pt x="142316" y="1147276"/>
                </a:lnTo>
                <a:lnTo>
                  <a:pt x="143615" y="1107660"/>
                </a:lnTo>
                <a:cubicBezTo>
                  <a:pt x="144265" y="1082333"/>
                  <a:pt x="140368" y="1058304"/>
                  <a:pt x="133874" y="1043367"/>
                </a:cubicBezTo>
                <a:cubicBezTo>
                  <a:pt x="118287" y="1007648"/>
                  <a:pt x="119586" y="932963"/>
                  <a:pt x="136471" y="897894"/>
                </a:cubicBezTo>
                <a:cubicBezTo>
                  <a:pt x="150759" y="869319"/>
                  <a:pt x="178035" y="852434"/>
                  <a:pt x="199466" y="858928"/>
                </a:cubicBezTo>
                <a:cubicBezTo>
                  <a:pt x="205961" y="860876"/>
                  <a:pt x="227392" y="873216"/>
                  <a:pt x="246225" y="885555"/>
                </a:cubicBezTo>
                <a:cubicBezTo>
                  <a:pt x="285191" y="910233"/>
                  <a:pt x="461187" y="970630"/>
                  <a:pt x="477423" y="964785"/>
                </a:cubicBezTo>
                <a:cubicBezTo>
                  <a:pt x="482619" y="962188"/>
                  <a:pt x="487165" y="956992"/>
                  <a:pt x="487165" y="951797"/>
                </a:cubicBezTo>
                <a:cubicBezTo>
                  <a:pt x="487165" y="940107"/>
                  <a:pt x="454693" y="892049"/>
                  <a:pt x="424819" y="859577"/>
                </a:cubicBezTo>
                <a:cubicBezTo>
                  <a:pt x="411181" y="845290"/>
                  <a:pt x="375462" y="805675"/>
                  <a:pt x="344939" y="771904"/>
                </a:cubicBezTo>
                <a:cubicBezTo>
                  <a:pt x="314416" y="738134"/>
                  <a:pt x="285841" y="706961"/>
                  <a:pt x="281295" y="702415"/>
                </a:cubicBezTo>
                <a:cubicBezTo>
                  <a:pt x="277398" y="697869"/>
                  <a:pt x="275450" y="688127"/>
                  <a:pt x="277398" y="680334"/>
                </a:cubicBezTo>
                <a:cubicBezTo>
                  <a:pt x="281944" y="663449"/>
                  <a:pt x="265059" y="648512"/>
                  <a:pt x="242978" y="648512"/>
                </a:cubicBezTo>
                <a:cubicBezTo>
                  <a:pt x="233237" y="648512"/>
                  <a:pt x="221547" y="640069"/>
                  <a:pt x="209857" y="624483"/>
                </a:cubicBezTo>
                <a:cubicBezTo>
                  <a:pt x="166995" y="567983"/>
                  <a:pt x="124782" y="529017"/>
                  <a:pt x="84517" y="508235"/>
                </a:cubicBezTo>
                <a:cubicBezTo>
                  <a:pt x="61137" y="496545"/>
                  <a:pt x="29965" y="475114"/>
                  <a:pt x="15028" y="460826"/>
                </a:cubicBezTo>
                <a:lnTo>
                  <a:pt x="-12249" y="435498"/>
                </a:lnTo>
                <a:lnTo>
                  <a:pt x="-10300" y="348475"/>
                </a:lnTo>
                <a:cubicBezTo>
                  <a:pt x="-9001" y="288077"/>
                  <a:pt x="-5105" y="254956"/>
                  <a:pt x="2039" y="238071"/>
                </a:cubicBezTo>
                <a:cubicBezTo>
                  <a:pt x="7884" y="224433"/>
                  <a:pt x="14378" y="199755"/>
                  <a:pt x="16326" y="182869"/>
                </a:cubicBezTo>
                <a:cubicBezTo>
                  <a:pt x="26717" y="105587"/>
                  <a:pt x="52045" y="69868"/>
                  <a:pt x="108546" y="53633"/>
                </a:cubicBezTo>
                <a:cubicBezTo>
                  <a:pt x="154006" y="40644"/>
                  <a:pt x="181282" y="45190"/>
                  <a:pt x="308571" y="86754"/>
                </a:cubicBezTo>
                <a:cubicBezTo>
                  <a:pt x="365721" y="105587"/>
                  <a:pt x="436509" y="125719"/>
                  <a:pt x="465733" y="131564"/>
                </a:cubicBezTo>
                <a:cubicBezTo>
                  <a:pt x="522883" y="143254"/>
                  <a:pt x="633287" y="186117"/>
                  <a:pt x="737196" y="237422"/>
                </a:cubicBezTo>
                <a:cubicBezTo>
                  <a:pt x="772915" y="254956"/>
                  <a:pt x="818375" y="275738"/>
                  <a:pt x="837858" y="284181"/>
                </a:cubicBezTo>
                <a:cubicBezTo>
                  <a:pt x="875525" y="300417"/>
                  <a:pt x="869030" y="312106"/>
                  <a:pt x="830065" y="298468"/>
                </a:cubicBezTo>
                <a:cubicBezTo>
                  <a:pt x="801490" y="288077"/>
                  <a:pt x="779409" y="289376"/>
                  <a:pt x="779409" y="301066"/>
                </a:cubicBezTo>
                <a:cubicBezTo>
                  <a:pt x="779409" y="306262"/>
                  <a:pt x="782007" y="310808"/>
                  <a:pt x="784604" y="310808"/>
                </a:cubicBezTo>
                <a:cubicBezTo>
                  <a:pt x="787851" y="310808"/>
                  <a:pt x="803438" y="319250"/>
                  <a:pt x="819024" y="330291"/>
                </a:cubicBezTo>
                <a:cubicBezTo>
                  <a:pt x="834611" y="340681"/>
                  <a:pt x="853444" y="349773"/>
                  <a:pt x="860588" y="349773"/>
                </a:cubicBezTo>
                <a:cubicBezTo>
                  <a:pt x="867732" y="349773"/>
                  <a:pt x="880720" y="355618"/>
                  <a:pt x="889812" y="362762"/>
                </a:cubicBezTo>
                <a:cubicBezTo>
                  <a:pt x="904749" y="375101"/>
                  <a:pt x="905399" y="376400"/>
                  <a:pt x="895008" y="384193"/>
                </a:cubicBezTo>
                <a:cubicBezTo>
                  <a:pt x="884617" y="392636"/>
                  <a:pt x="885266" y="394584"/>
                  <a:pt x="900203" y="416665"/>
                </a:cubicBezTo>
                <a:cubicBezTo>
                  <a:pt x="917738" y="442642"/>
                  <a:pt x="926180" y="445240"/>
                  <a:pt x="945014" y="431602"/>
                </a:cubicBezTo>
                <a:cubicBezTo>
                  <a:pt x="957353" y="422510"/>
                  <a:pt x="957353" y="421860"/>
                  <a:pt x="946313" y="409521"/>
                </a:cubicBezTo>
                <a:cubicBezTo>
                  <a:pt x="935273" y="397182"/>
                  <a:pt x="935273" y="396533"/>
                  <a:pt x="954106" y="393285"/>
                </a:cubicBezTo>
                <a:cubicBezTo>
                  <a:pt x="978135" y="388090"/>
                  <a:pt x="988526" y="359515"/>
                  <a:pt x="989825" y="295221"/>
                </a:cubicBezTo>
                <a:cubicBezTo>
                  <a:pt x="990474" y="217289"/>
                  <a:pt x="961899" y="166634"/>
                  <a:pt x="839806" y="32201"/>
                </a:cubicBezTo>
                <a:cubicBezTo>
                  <a:pt x="809283" y="-1569"/>
                  <a:pt x="805386" y="-8063"/>
                  <a:pt x="818375" y="-4167"/>
                </a:cubicBezTo>
                <a:cubicBezTo>
                  <a:pt x="827467" y="-1569"/>
                  <a:pt x="853444" y="13368"/>
                  <a:pt x="876824" y="28305"/>
                </a:cubicBezTo>
                <a:cubicBezTo>
                  <a:pt x="922284" y="58179"/>
                  <a:pt x="1067757" y="138059"/>
                  <a:pt x="1094383" y="148450"/>
                </a:cubicBezTo>
                <a:cubicBezTo>
                  <a:pt x="1118412" y="157542"/>
                  <a:pt x="1137246" y="137409"/>
                  <a:pt x="1132700" y="108185"/>
                </a:cubicBezTo>
                <a:cubicBezTo>
                  <a:pt x="1129453" y="89351"/>
                  <a:pt x="1132050" y="85455"/>
                  <a:pt x="1148936" y="75713"/>
                </a:cubicBezTo>
                <a:cubicBezTo>
                  <a:pt x="1159976" y="69868"/>
                  <a:pt x="1169068" y="60127"/>
                  <a:pt x="1169068" y="54282"/>
                </a:cubicBezTo>
                <a:cubicBezTo>
                  <a:pt x="1169068" y="41943"/>
                  <a:pt x="1187902" y="41943"/>
                  <a:pt x="1204137" y="54282"/>
                </a:cubicBezTo>
                <a:cubicBezTo>
                  <a:pt x="1211281" y="59477"/>
                  <a:pt x="1224270" y="64023"/>
                  <a:pt x="1234011" y="64023"/>
                </a:cubicBezTo>
                <a:cubicBezTo>
                  <a:pt x="1273627" y="64023"/>
                  <a:pt x="1317788" y="122472"/>
                  <a:pt x="1351558" y="219887"/>
                </a:cubicBezTo>
                <a:lnTo>
                  <a:pt x="1375587" y="290675"/>
                </a:lnTo>
                <a:lnTo>
                  <a:pt x="1366495" y="357567"/>
                </a:lnTo>
                <a:cubicBezTo>
                  <a:pt x="1347012" y="499792"/>
                  <a:pt x="1327529" y="549798"/>
                  <a:pt x="1262586" y="621236"/>
                </a:cubicBezTo>
                <a:cubicBezTo>
                  <a:pt x="1201540" y="688777"/>
                  <a:pt x="1056067" y="773203"/>
                  <a:pt x="985928" y="780996"/>
                </a:cubicBezTo>
                <a:cubicBezTo>
                  <a:pt x="949560" y="785542"/>
                  <a:pt x="948911" y="785542"/>
                  <a:pt x="939169" y="766059"/>
                </a:cubicBezTo>
                <a:cubicBezTo>
                  <a:pt x="932675" y="753720"/>
                  <a:pt x="922284" y="745277"/>
                  <a:pt x="909295" y="742680"/>
                </a:cubicBezTo>
                <a:cubicBezTo>
                  <a:pt x="891111" y="738783"/>
                  <a:pt x="889163" y="736185"/>
                  <a:pt x="893059" y="719300"/>
                </a:cubicBezTo>
                <a:cubicBezTo>
                  <a:pt x="895657" y="709559"/>
                  <a:pt x="894358" y="695921"/>
                  <a:pt x="891111" y="689426"/>
                </a:cubicBezTo>
                <a:cubicBezTo>
                  <a:pt x="887215" y="683581"/>
                  <a:pt x="886565" y="672541"/>
                  <a:pt x="889812" y="665397"/>
                </a:cubicBezTo>
                <a:cubicBezTo>
                  <a:pt x="892410" y="657604"/>
                  <a:pt x="896307" y="635523"/>
                  <a:pt x="898904" y="616041"/>
                </a:cubicBezTo>
                <a:lnTo>
                  <a:pt x="903450" y="580322"/>
                </a:lnTo>
                <a:lnTo>
                  <a:pt x="856042" y="558241"/>
                </a:lnTo>
                <a:cubicBezTo>
                  <a:pt x="819674" y="541356"/>
                  <a:pt x="806685" y="538109"/>
                  <a:pt x="797593" y="543954"/>
                </a:cubicBezTo>
                <a:cubicBezTo>
                  <a:pt x="785254" y="551747"/>
                  <a:pt x="762524" y="544603"/>
                  <a:pt x="643028" y="497194"/>
                </a:cubicBezTo>
                <a:cubicBezTo>
                  <a:pt x="543665" y="457579"/>
                  <a:pt x="399491" y="417964"/>
                  <a:pt x="380008" y="425108"/>
                </a:cubicBezTo>
                <a:cubicBezTo>
                  <a:pt x="366370" y="430303"/>
                  <a:pt x="367669" y="437447"/>
                  <a:pt x="385204" y="454981"/>
                </a:cubicBezTo>
                <a:cubicBezTo>
                  <a:pt x="392997" y="463424"/>
                  <a:pt x="410532" y="486154"/>
                  <a:pt x="423520" y="505637"/>
                </a:cubicBezTo>
                <a:cubicBezTo>
                  <a:pt x="447549" y="541356"/>
                  <a:pt x="733299" y="830353"/>
                  <a:pt x="796944" y="883606"/>
                </a:cubicBezTo>
                <a:cubicBezTo>
                  <a:pt x="815128" y="899193"/>
                  <a:pt x="853444" y="932314"/>
                  <a:pt x="881370" y="956992"/>
                </a:cubicBezTo>
                <a:cubicBezTo>
                  <a:pt x="909295" y="982320"/>
                  <a:pt x="937870" y="1006998"/>
                  <a:pt x="945663" y="1012194"/>
                </a:cubicBezTo>
                <a:cubicBezTo>
                  <a:pt x="952807" y="1017389"/>
                  <a:pt x="972290" y="1038821"/>
                  <a:pt x="989175" y="1059602"/>
                </a:cubicBezTo>
                <a:cubicBezTo>
                  <a:pt x="1039831" y="1121948"/>
                  <a:pt x="1030090" y="1160914"/>
                  <a:pt x="959301" y="1180397"/>
                </a:cubicBezTo>
                <a:cubicBezTo>
                  <a:pt x="943715" y="1184943"/>
                  <a:pt x="919037" y="1199880"/>
                  <a:pt x="904100" y="1212868"/>
                </a:cubicBezTo>
                <a:cubicBezTo>
                  <a:pt x="875525" y="1239495"/>
                  <a:pt x="815777" y="1265472"/>
                  <a:pt x="785254" y="1265472"/>
                </a:cubicBezTo>
                <a:cubicBezTo>
                  <a:pt x="774213" y="1265472"/>
                  <a:pt x="744989" y="1256380"/>
                  <a:pt x="719012" y="1245340"/>
                </a:cubicBezTo>
                <a:cubicBezTo>
                  <a:pt x="609258" y="1197931"/>
                  <a:pt x="581332" y="1199880"/>
                  <a:pt x="604062" y="1253783"/>
                </a:cubicBezTo>
                <a:cubicBezTo>
                  <a:pt x="607309" y="1262225"/>
                  <a:pt x="617700" y="1294697"/>
                  <a:pt x="626792" y="1325870"/>
                </a:cubicBezTo>
                <a:cubicBezTo>
                  <a:pt x="650172" y="1402502"/>
                  <a:pt x="664459" y="1418089"/>
                  <a:pt x="761874" y="1466147"/>
                </a:cubicBezTo>
                <a:cubicBezTo>
                  <a:pt x="805386" y="1488227"/>
                  <a:pt x="843703" y="1505762"/>
                  <a:pt x="846950" y="1505762"/>
                </a:cubicBezTo>
                <a:cubicBezTo>
                  <a:pt x="850197" y="1505762"/>
                  <a:pt x="863186" y="1516153"/>
                  <a:pt x="875525" y="1529142"/>
                </a:cubicBezTo>
                <a:cubicBezTo>
                  <a:pt x="903450" y="1558366"/>
                  <a:pt x="952807" y="1590188"/>
                  <a:pt x="969043" y="1590188"/>
                </a:cubicBezTo>
                <a:cubicBezTo>
                  <a:pt x="975537" y="1590188"/>
                  <a:pt x="994371" y="1603177"/>
                  <a:pt x="1010607" y="1619413"/>
                </a:cubicBezTo>
                <a:cubicBezTo>
                  <a:pt x="1034636" y="1644091"/>
                  <a:pt x="1038532" y="1650585"/>
                  <a:pt x="1032687" y="1660976"/>
                </a:cubicBezTo>
                <a:cubicBezTo>
                  <a:pt x="1025544" y="1674614"/>
                  <a:pt x="1032687" y="1702540"/>
                  <a:pt x="1045026" y="1710333"/>
                </a:cubicBezTo>
                <a:cubicBezTo>
                  <a:pt x="1061912" y="1720724"/>
                  <a:pt x="1050871" y="1727868"/>
                  <a:pt x="1023595" y="1725270"/>
                </a:cubicBezTo>
                <a:cubicBezTo>
                  <a:pt x="990474" y="1721374"/>
                  <a:pt x="978784" y="1726569"/>
                  <a:pt x="982032" y="1743454"/>
                </a:cubicBezTo>
                <a:cubicBezTo>
                  <a:pt x="983330" y="1751247"/>
                  <a:pt x="994371" y="1759041"/>
                  <a:pt x="1011905" y="1764885"/>
                </a:cubicBezTo>
                <a:cubicBezTo>
                  <a:pt x="1032038" y="1770730"/>
                  <a:pt x="1039182" y="1776575"/>
                  <a:pt x="1037883" y="1784368"/>
                </a:cubicBezTo>
                <a:cubicBezTo>
                  <a:pt x="1035285" y="1797357"/>
                  <a:pt x="984629" y="1825283"/>
                  <a:pt x="922284" y="1846714"/>
                </a:cubicBezTo>
                <a:cubicBezTo>
                  <a:pt x="759276" y="1903864"/>
                  <a:pt x="750184" y="1914904"/>
                  <a:pt x="769667" y="2034400"/>
                </a:cubicBezTo>
                <a:cubicBezTo>
                  <a:pt x="778759" y="2090900"/>
                  <a:pt x="778759" y="2098693"/>
                  <a:pt x="769018" y="2122722"/>
                </a:cubicBezTo>
                <a:cubicBezTo>
                  <a:pt x="752133" y="2165585"/>
                  <a:pt x="704075" y="2200005"/>
                  <a:pt x="624195" y="2227281"/>
                </a:cubicBezTo>
                <a:cubicBezTo>
                  <a:pt x="577436" y="2243517"/>
                  <a:pt x="554056" y="2242867"/>
                  <a:pt x="522883" y="2223384"/>
                </a:cubicBezTo>
                <a:close/>
                <a:moveTo>
                  <a:pt x="870329" y="383544"/>
                </a:moveTo>
                <a:cubicBezTo>
                  <a:pt x="870329" y="375751"/>
                  <a:pt x="855392" y="362762"/>
                  <a:pt x="846300" y="362762"/>
                </a:cubicBezTo>
                <a:cubicBezTo>
                  <a:pt x="835260" y="362762"/>
                  <a:pt x="835260" y="380297"/>
                  <a:pt x="846300" y="384193"/>
                </a:cubicBezTo>
                <a:cubicBezTo>
                  <a:pt x="858640" y="389389"/>
                  <a:pt x="870329" y="389389"/>
                  <a:pt x="870329" y="383544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9F8E1AB9-F8C1-555B-D9A5-ECFD14DBF8F8}"/>
              </a:ext>
            </a:extLst>
          </p:cNvPr>
          <p:cNvSpPr/>
          <p:nvPr/>
        </p:nvSpPr>
        <p:spPr>
          <a:xfrm flipV="1">
            <a:off x="635124" y="1854319"/>
            <a:ext cx="2374253" cy="1637467"/>
          </a:xfrm>
          <a:custGeom>
            <a:avLst/>
            <a:gdLst>
              <a:gd name="csX0" fmla="*/ 2153120 w 3934048"/>
              <a:gd name="csY0" fmla="*/ 2814051 h 2834079"/>
              <a:gd name="csX1" fmla="*/ 2114803 w 3934048"/>
              <a:gd name="csY1" fmla="*/ 2780930 h 2834079"/>
              <a:gd name="csX2" fmla="*/ 2092073 w 3934048"/>
              <a:gd name="csY2" fmla="*/ 2754303 h 2834079"/>
              <a:gd name="csX3" fmla="*/ 2083631 w 3934048"/>
              <a:gd name="csY3" fmla="*/ 2677021 h 2834079"/>
              <a:gd name="csX4" fmla="*/ 2101815 w 3934048"/>
              <a:gd name="csY4" fmla="*/ 2642601 h 2834079"/>
              <a:gd name="csX5" fmla="*/ 2094022 w 3934048"/>
              <a:gd name="csY5" fmla="*/ 2542588 h 2834079"/>
              <a:gd name="csX6" fmla="*/ 2080383 w 3934048"/>
              <a:gd name="csY6" fmla="*/ 2404260 h 2834079"/>
              <a:gd name="csX7" fmla="*/ 2066745 w 3934048"/>
              <a:gd name="csY7" fmla="*/ 2310741 h 2834079"/>
              <a:gd name="csX8" fmla="*/ 1899192 w 3934048"/>
              <a:gd name="csY8" fmla="*/ 2097078 h 2834079"/>
              <a:gd name="csX9" fmla="*/ 1753719 w 3934048"/>
              <a:gd name="csY9" fmla="*/ 2043175 h 2834079"/>
              <a:gd name="csX10" fmla="*/ 1618637 w 3934048"/>
              <a:gd name="csY10" fmla="*/ 1945761 h 2834079"/>
              <a:gd name="csX11" fmla="*/ 1662799 w 3934048"/>
              <a:gd name="csY11" fmla="*/ 1890559 h 2834079"/>
              <a:gd name="csX12" fmla="*/ 1725794 w 3934048"/>
              <a:gd name="csY12" fmla="*/ 1821070 h 2834079"/>
              <a:gd name="csX13" fmla="*/ 1780995 w 3934048"/>
              <a:gd name="csY13" fmla="*/ 1783403 h 2834079"/>
              <a:gd name="csX14" fmla="*/ 1914129 w 3934048"/>
              <a:gd name="csY14" fmla="*/ 1777558 h 2834079"/>
              <a:gd name="csX15" fmla="*/ 1944652 w 3934048"/>
              <a:gd name="csY15" fmla="*/ 1776908 h 2834079"/>
              <a:gd name="csX16" fmla="*/ 1953744 w 3934048"/>
              <a:gd name="csY16" fmla="*/ 1739891 h 2834079"/>
              <a:gd name="csX17" fmla="*/ 1944003 w 3934048"/>
              <a:gd name="csY17" fmla="*/ 1644424 h 2834079"/>
              <a:gd name="csX18" fmla="*/ 1888801 w 3934048"/>
              <a:gd name="csY18" fmla="*/ 1508693 h 2834079"/>
              <a:gd name="csX19" fmla="*/ 1823858 w 3934048"/>
              <a:gd name="csY19" fmla="*/ 1478170 h 2834079"/>
              <a:gd name="csX20" fmla="*/ 1788789 w 3934048"/>
              <a:gd name="csY20" fmla="*/ 1445698 h 2834079"/>
              <a:gd name="csX21" fmla="*/ 1779697 w 3934048"/>
              <a:gd name="csY21" fmla="*/ 1398939 h 2834079"/>
              <a:gd name="csX22" fmla="*/ 1799179 w 3934048"/>
              <a:gd name="csY22" fmla="*/ 1350232 h 2834079"/>
              <a:gd name="csX23" fmla="*/ 1829703 w 3934048"/>
              <a:gd name="csY23" fmla="*/ 1306720 h 2834079"/>
              <a:gd name="csX24" fmla="*/ 1866720 w 3934048"/>
              <a:gd name="csY24" fmla="*/ 1241776 h 2834079"/>
              <a:gd name="csX25" fmla="*/ 1921273 w 3934048"/>
              <a:gd name="csY25" fmla="*/ 1237230 h 2834079"/>
              <a:gd name="csX26" fmla="*/ 2017389 w 3934048"/>
              <a:gd name="csY26" fmla="*/ 1289834 h 2834079"/>
              <a:gd name="csX27" fmla="*/ 2142729 w 3934048"/>
              <a:gd name="csY27" fmla="*/ 1368416 h 2834079"/>
              <a:gd name="csX28" fmla="*/ 2192086 w 3934048"/>
              <a:gd name="csY28" fmla="*/ 1309317 h 2834079"/>
              <a:gd name="csX29" fmla="*/ 2076487 w 3934048"/>
              <a:gd name="csY29" fmla="*/ 1124229 h 2834079"/>
              <a:gd name="csX30" fmla="*/ 1987515 w 3934048"/>
              <a:gd name="csY30" fmla="*/ 1149557 h 2834079"/>
              <a:gd name="csX31" fmla="*/ 1632925 w 3934048"/>
              <a:gd name="csY31" fmla="*/ 1238529 h 2834079"/>
              <a:gd name="csX32" fmla="*/ 1513429 w 3934048"/>
              <a:gd name="csY32" fmla="*/ 1208006 h 2834079"/>
              <a:gd name="csX33" fmla="*/ 1529665 w 3934048"/>
              <a:gd name="csY33" fmla="*/ 1166442 h 2834079"/>
              <a:gd name="csX34" fmla="*/ 1884904 w 3934048"/>
              <a:gd name="csY34" fmla="*/ 895629 h 2834079"/>
              <a:gd name="csX35" fmla="*/ 1690075 w 3934048"/>
              <a:gd name="csY35" fmla="*/ 723530 h 2834079"/>
              <a:gd name="csX36" fmla="*/ 1532263 w 3934048"/>
              <a:gd name="csY36" fmla="*/ 676121 h 2834079"/>
              <a:gd name="csX37" fmla="*/ 1436797 w 3934048"/>
              <a:gd name="csY37" fmla="*/ 702748 h 2834079"/>
              <a:gd name="csX38" fmla="*/ 1458877 w 3934048"/>
              <a:gd name="csY38" fmla="*/ 747559 h 2834079"/>
              <a:gd name="csX39" fmla="*/ 1479659 w 3934048"/>
              <a:gd name="csY39" fmla="*/ 792370 h 2834079"/>
              <a:gd name="csX40" fmla="*/ 1506935 w 3934048"/>
              <a:gd name="csY40" fmla="*/ 835232 h 2834079"/>
              <a:gd name="csX41" fmla="*/ 1528366 w 3934048"/>
              <a:gd name="csY41" fmla="*/ 861859 h 2834079"/>
              <a:gd name="csX42" fmla="*/ 1427055 w 3934048"/>
              <a:gd name="csY42" fmla="*/ 828738 h 2834079"/>
              <a:gd name="csX43" fmla="*/ 1323146 w 3934048"/>
              <a:gd name="csY43" fmla="*/ 799513 h 2834079"/>
              <a:gd name="csX44" fmla="*/ 1325094 w 3934048"/>
              <a:gd name="csY44" fmla="*/ 841077 h 2834079"/>
              <a:gd name="csX45" fmla="*/ 1391986 w 3934048"/>
              <a:gd name="csY45" fmla="*/ 970963 h 2834079"/>
              <a:gd name="csX46" fmla="*/ 1310807 w 3934048"/>
              <a:gd name="csY46" fmla="*/ 1102798 h 2834079"/>
              <a:gd name="csX47" fmla="*/ 1221185 w 3934048"/>
              <a:gd name="csY47" fmla="*/ 1119034 h 2834079"/>
              <a:gd name="csX48" fmla="*/ 1175725 w 3934048"/>
              <a:gd name="csY48" fmla="*/ 1099551 h 2834079"/>
              <a:gd name="csX49" fmla="*/ 1145202 w 3934048"/>
              <a:gd name="csY49" fmla="*/ 1089160 h 2834079"/>
              <a:gd name="csX50" fmla="*/ 1021160 w 3934048"/>
              <a:gd name="csY50" fmla="*/ 987849 h 2834079"/>
              <a:gd name="csX51" fmla="*/ 1032850 w 3934048"/>
              <a:gd name="csY51" fmla="*/ 991745 h 2834079"/>
              <a:gd name="csX52" fmla="*/ 1136110 w 3934048"/>
              <a:gd name="csY52" fmla="*/ 1030711 h 2834079"/>
              <a:gd name="csX53" fmla="*/ 1151047 w 3934048"/>
              <a:gd name="csY53" fmla="*/ 1020970 h 2834079"/>
              <a:gd name="csX54" fmla="*/ 1134161 w 3934048"/>
              <a:gd name="csY54" fmla="*/ 960572 h 2834079"/>
              <a:gd name="csX55" fmla="*/ 991286 w 3934048"/>
              <a:gd name="csY55" fmla="*/ 728725 h 2834079"/>
              <a:gd name="csX56" fmla="*/ 939981 w 3934048"/>
              <a:gd name="csY56" fmla="*/ 659236 h 2834079"/>
              <a:gd name="csX57" fmla="*/ 876337 w 3934048"/>
              <a:gd name="csY57" fmla="*/ 620920 h 2834079"/>
              <a:gd name="csX58" fmla="*/ 817888 w 3934048"/>
              <a:gd name="csY58" fmla="*/ 588448 h 2834079"/>
              <a:gd name="csX59" fmla="*/ 791261 w 3934048"/>
              <a:gd name="csY59" fmla="*/ 569615 h 2834079"/>
              <a:gd name="csX60" fmla="*/ 777623 w 3934048"/>
              <a:gd name="csY60" fmla="*/ 618971 h 2834079"/>
              <a:gd name="csX61" fmla="*/ 787365 w 3934048"/>
              <a:gd name="csY61" fmla="*/ 677420 h 2834079"/>
              <a:gd name="csX62" fmla="*/ 936734 w 3934048"/>
              <a:gd name="csY62" fmla="*/ 914463 h 2834079"/>
              <a:gd name="csX63" fmla="*/ 978947 w 3934048"/>
              <a:gd name="csY63" fmla="*/ 961871 h 2834079"/>
              <a:gd name="csX64" fmla="*/ 946475 w 3934048"/>
              <a:gd name="csY64" fmla="*/ 943687 h 2834079"/>
              <a:gd name="csX65" fmla="*/ 902314 w 3934048"/>
              <a:gd name="csY65" fmla="*/ 914463 h 2834079"/>
              <a:gd name="csX66" fmla="*/ 868544 w 3934048"/>
              <a:gd name="csY66" fmla="*/ 891083 h 2834079"/>
              <a:gd name="csX67" fmla="*/ 791261 w 3934048"/>
              <a:gd name="csY67" fmla="*/ 843675 h 2834079"/>
              <a:gd name="csX68" fmla="*/ 709433 w 3934048"/>
              <a:gd name="csY68" fmla="*/ 852767 h 2834079"/>
              <a:gd name="csX69" fmla="*/ 760738 w 3934048"/>
              <a:gd name="csY69" fmla="*/ 958624 h 2834079"/>
              <a:gd name="csX70" fmla="*/ 923745 w 3934048"/>
              <a:gd name="csY70" fmla="*/ 1034608 h 2834079"/>
              <a:gd name="csX71" fmla="*/ 1029603 w 3934048"/>
              <a:gd name="csY71" fmla="*/ 1073574 h 2834079"/>
              <a:gd name="csX72" fmla="*/ 1109483 w 3934048"/>
              <a:gd name="csY72" fmla="*/ 1102149 h 2834079"/>
              <a:gd name="csX73" fmla="*/ 1142604 w 3934048"/>
              <a:gd name="csY73" fmla="*/ 1115137 h 2834079"/>
              <a:gd name="csX74" fmla="*/ 1174426 w 3934048"/>
              <a:gd name="csY74" fmla="*/ 1128126 h 2834079"/>
              <a:gd name="csX75" fmla="*/ 1229628 w 3934048"/>
              <a:gd name="csY75" fmla="*/ 1148258 h 2834079"/>
              <a:gd name="csX76" fmla="*/ 1369905 w 3934048"/>
              <a:gd name="csY76" fmla="*/ 1193069 h 2834079"/>
              <a:gd name="csX77" fmla="*/ 1384842 w 3934048"/>
              <a:gd name="csY77" fmla="*/ 1233983 h 2834079"/>
              <a:gd name="csX78" fmla="*/ 1371853 w 3934048"/>
              <a:gd name="csY78" fmla="*/ 1261909 h 2834079"/>
              <a:gd name="csX79" fmla="*/ 1355618 w 3934048"/>
              <a:gd name="csY79" fmla="*/ 1290484 h 2834079"/>
              <a:gd name="csX80" fmla="*/ 1342629 w 3934048"/>
              <a:gd name="csY80" fmla="*/ 1317111 h 2834079"/>
              <a:gd name="csX81" fmla="*/ 1384842 w 3934048"/>
              <a:gd name="csY81" fmla="*/ 1350881 h 2834079"/>
              <a:gd name="csX82" fmla="*/ 1638770 w 3934048"/>
              <a:gd name="csY82" fmla="*/ 1580780 h 2834079"/>
              <a:gd name="csX83" fmla="*/ 1627729 w 3934048"/>
              <a:gd name="csY83" fmla="*/ 1661959 h 2834079"/>
              <a:gd name="csX84" fmla="*/ 1507585 w 3934048"/>
              <a:gd name="csY84" fmla="*/ 1747034 h 2834079"/>
              <a:gd name="csX85" fmla="*/ 1445889 w 3934048"/>
              <a:gd name="csY85" fmla="*/ 1778207 h 2834079"/>
              <a:gd name="csX86" fmla="*/ 1367957 w 3934048"/>
              <a:gd name="csY86" fmla="*/ 1771063 h 2834079"/>
              <a:gd name="csX87" fmla="*/ 1225731 w 3934048"/>
              <a:gd name="csY87" fmla="*/ 1744437 h 2834079"/>
              <a:gd name="csX88" fmla="*/ 876986 w 3934048"/>
              <a:gd name="csY88" fmla="*/ 1607407 h 2834079"/>
              <a:gd name="csX89" fmla="*/ 790612 w 3934048"/>
              <a:gd name="csY89" fmla="*/ 1595717 h 2834079"/>
              <a:gd name="csX90" fmla="*/ 780221 w 3934048"/>
              <a:gd name="csY90" fmla="*/ 1608705 h 2834079"/>
              <a:gd name="csX91" fmla="*/ 755543 w 3934048"/>
              <a:gd name="csY91" fmla="*/ 1617798 h 2834079"/>
              <a:gd name="csX92" fmla="*/ 619811 w 3934048"/>
              <a:gd name="csY92" fmla="*/ 1660660 h 2834079"/>
              <a:gd name="csX93" fmla="*/ 583443 w 3934048"/>
              <a:gd name="csY93" fmla="*/ 1641826 h 2834079"/>
              <a:gd name="csX94" fmla="*/ 555518 w 3934048"/>
              <a:gd name="csY94" fmla="*/ 1615849 h 2834079"/>
              <a:gd name="csX95" fmla="*/ 508109 w 3934048"/>
              <a:gd name="csY95" fmla="*/ 1543762 h 2834079"/>
              <a:gd name="csX96" fmla="*/ 517201 w 3934048"/>
              <a:gd name="csY96" fmla="*/ 1512590 h 2834079"/>
              <a:gd name="csX97" fmla="*/ 510057 w 3934048"/>
              <a:gd name="csY97" fmla="*/ 1417123 h 2834079"/>
              <a:gd name="csX98" fmla="*/ 513954 w 3934048"/>
              <a:gd name="csY98" fmla="*/ 1041102 h 2834079"/>
              <a:gd name="csX99" fmla="*/ 530839 w 3934048"/>
              <a:gd name="csY99" fmla="*/ 1012527 h 2834079"/>
              <a:gd name="csX100" fmla="*/ 557466 w 3934048"/>
              <a:gd name="csY100" fmla="*/ 958624 h 2834079"/>
              <a:gd name="csX101" fmla="*/ 563960 w 3934048"/>
              <a:gd name="csY101" fmla="*/ 866405 h 2834079"/>
              <a:gd name="csX102" fmla="*/ 514603 w 3934048"/>
              <a:gd name="csY102" fmla="*/ 701449 h 2834079"/>
              <a:gd name="csX103" fmla="*/ 556816 w 3934048"/>
              <a:gd name="csY103" fmla="*/ 552729 h 2834079"/>
              <a:gd name="csX104" fmla="*/ 562012 w 3934048"/>
              <a:gd name="csY104" fmla="*/ 478045 h 2834079"/>
              <a:gd name="csX105" fmla="*/ 524345 w 3934048"/>
              <a:gd name="csY105" fmla="*/ 462458 h 2834079"/>
              <a:gd name="csX106" fmla="*/ 197681 w 3934048"/>
              <a:gd name="csY106" fmla="*/ 335819 h 2834079"/>
              <a:gd name="csX107" fmla="*/ 173652 w 3934048"/>
              <a:gd name="csY107" fmla="*/ 361796 h 2834079"/>
              <a:gd name="csX108" fmla="*/ 137283 w 3934048"/>
              <a:gd name="csY108" fmla="*/ 355951 h 2834079"/>
              <a:gd name="csX109" fmla="*/ 78185 w 3934048"/>
              <a:gd name="csY109" fmla="*/ 339716 h 2834079"/>
              <a:gd name="csX110" fmla="*/ 37920 w 3934048"/>
              <a:gd name="csY110" fmla="*/ 325428 h 2834079"/>
              <a:gd name="csX111" fmla="*/ 11943 w 3934048"/>
              <a:gd name="csY111" fmla="*/ 309842 h 2834079"/>
              <a:gd name="csX112" fmla="*/ 8696 w 3934048"/>
              <a:gd name="csY112" fmla="*/ 257887 h 2834079"/>
              <a:gd name="csX113" fmla="*/ 25581 w 3934048"/>
              <a:gd name="csY113" fmla="*/ 192295 h 2834079"/>
              <a:gd name="csX114" fmla="*/ 113904 w 3934048"/>
              <a:gd name="csY114" fmla="*/ 40328 h 2834079"/>
              <a:gd name="csX115" fmla="*/ 249635 w 3934048"/>
              <a:gd name="csY115" fmla="*/ 2011 h 2834079"/>
              <a:gd name="csX116" fmla="*/ 491873 w 3934048"/>
              <a:gd name="csY116" fmla="*/ 105271 h 2834079"/>
              <a:gd name="csX117" fmla="*/ 569805 w 3934048"/>
              <a:gd name="csY117" fmla="*/ 153978 h 2834079"/>
              <a:gd name="csX118" fmla="*/ 995183 w 3934048"/>
              <a:gd name="csY118" fmla="*/ 378032 h 2834079"/>
              <a:gd name="csX119" fmla="*/ 1074414 w 3934048"/>
              <a:gd name="csY119" fmla="*/ 420895 h 2834079"/>
              <a:gd name="csX120" fmla="*/ 1181570 w 3934048"/>
              <a:gd name="csY120" fmla="*/ 481941 h 2834079"/>
              <a:gd name="csX121" fmla="*/ 1327043 w 3934048"/>
              <a:gd name="csY121" fmla="*/ 582603 h 2834079"/>
              <a:gd name="csX122" fmla="*/ 1343928 w 3934048"/>
              <a:gd name="csY122" fmla="*/ 596241 h 2834079"/>
              <a:gd name="csX123" fmla="*/ 1383543 w 3934048"/>
              <a:gd name="csY123" fmla="*/ 583253 h 2834079"/>
              <a:gd name="csX124" fmla="*/ 1486803 w 3934048"/>
              <a:gd name="csY124" fmla="*/ 563770 h 2834079"/>
              <a:gd name="csX125" fmla="*/ 1770604 w 3934048"/>
              <a:gd name="csY125" fmla="*/ 546235 h 2834079"/>
              <a:gd name="csX126" fmla="*/ 2055056 w 3934048"/>
              <a:gd name="csY126" fmla="*/ 665081 h 2834079"/>
              <a:gd name="csX127" fmla="*/ 2105062 w 3934048"/>
              <a:gd name="csY127" fmla="*/ 693007 h 2834079"/>
              <a:gd name="csX128" fmla="*/ 2280409 w 3934048"/>
              <a:gd name="csY128" fmla="*/ 534545 h 2834079"/>
              <a:gd name="csX129" fmla="*/ 2537584 w 3934048"/>
              <a:gd name="csY129" fmla="*/ 296204 h 2834079"/>
              <a:gd name="csX130" fmla="*/ 2979847 w 3934048"/>
              <a:gd name="csY130" fmla="*/ 66954 h 2834079"/>
              <a:gd name="csX131" fmla="*/ 3055830 w 3934048"/>
              <a:gd name="csY131" fmla="*/ 63707 h 2834079"/>
              <a:gd name="csX132" fmla="*/ 3089601 w 3934048"/>
              <a:gd name="csY132" fmla="*/ 60460 h 2834079"/>
              <a:gd name="csX133" fmla="*/ 3237022 w 3934048"/>
              <a:gd name="csY133" fmla="*/ 24092 h 2834079"/>
              <a:gd name="csX134" fmla="*/ 3198705 w 3934048"/>
              <a:gd name="csY134" fmla="*/ 46822 h 2834079"/>
              <a:gd name="csX135" fmla="*/ 3148049 w 3934048"/>
              <a:gd name="csY135" fmla="*/ 85138 h 2834079"/>
              <a:gd name="csX136" fmla="*/ 3130515 w 3934048"/>
              <a:gd name="csY136" fmla="*/ 110466 h 2834079"/>
              <a:gd name="csX137" fmla="*/ 3120773 w 3934048"/>
              <a:gd name="csY137" fmla="*/ 131248 h 2834079"/>
              <a:gd name="csX138" fmla="*/ 3254556 w 3934048"/>
              <a:gd name="csY138" fmla="*/ 116961 h 2834079"/>
              <a:gd name="csX139" fmla="*/ 3346126 w 3934048"/>
              <a:gd name="csY139" fmla="*/ 89035 h 2834079"/>
              <a:gd name="csX140" fmla="*/ 3371454 w 3934048"/>
              <a:gd name="csY140" fmla="*/ 76046 h 2834079"/>
              <a:gd name="csX141" fmla="*/ 3403276 w 3934048"/>
              <a:gd name="csY141" fmla="*/ 63707 h 2834079"/>
              <a:gd name="csX142" fmla="*/ 3457179 w 3934048"/>
              <a:gd name="csY142" fmla="*/ 48121 h 2834079"/>
              <a:gd name="csX143" fmla="*/ 3501340 w 3934048"/>
              <a:gd name="csY143" fmla="*/ 63058 h 2834079"/>
              <a:gd name="csX144" fmla="*/ 3526019 w 3934048"/>
              <a:gd name="csY144" fmla="*/ 82541 h 2834079"/>
              <a:gd name="csX145" fmla="*/ 3482507 w 3934048"/>
              <a:gd name="csY145" fmla="*/ 110466 h 2834079"/>
              <a:gd name="csX146" fmla="*/ 3235723 w 3934048"/>
              <a:gd name="csY146" fmla="*/ 215674 h 2834079"/>
              <a:gd name="csX147" fmla="*/ 3234424 w 3934048"/>
              <a:gd name="csY147" fmla="*/ 256588 h 2834079"/>
              <a:gd name="csX148" fmla="*/ 3406523 w 3934048"/>
              <a:gd name="csY148" fmla="*/ 192295 h 2834079"/>
              <a:gd name="csX149" fmla="*/ 3527318 w 3934048"/>
              <a:gd name="csY149" fmla="*/ 150731 h 2834079"/>
              <a:gd name="csX150" fmla="*/ 3585117 w 3934048"/>
              <a:gd name="csY150" fmla="*/ 137093 h 2834079"/>
              <a:gd name="csX151" fmla="*/ 3621485 w 3934048"/>
              <a:gd name="csY151" fmla="*/ 128001 h 2834079"/>
              <a:gd name="csX152" fmla="*/ 3684480 w 3934048"/>
              <a:gd name="csY152" fmla="*/ 115012 h 2834079"/>
              <a:gd name="csX153" fmla="*/ 3758515 w 3934048"/>
              <a:gd name="csY153" fmla="*/ 102024 h 2834079"/>
              <a:gd name="csX154" fmla="*/ 3838395 w 3934048"/>
              <a:gd name="csY154" fmla="*/ 89035 h 2834079"/>
              <a:gd name="csX155" fmla="*/ 3920224 w 3934048"/>
              <a:gd name="csY155" fmla="*/ 107868 h 2834079"/>
              <a:gd name="csX156" fmla="*/ 3762412 w 3934048"/>
              <a:gd name="csY156" fmla="*/ 183852 h 2834079"/>
              <a:gd name="csX157" fmla="*/ 3404575 w 3934048"/>
              <a:gd name="csY157" fmla="*/ 368291 h 2834079"/>
              <a:gd name="csX158" fmla="*/ 2988289 w 3934048"/>
              <a:gd name="csY158" fmla="*/ 585850 h 2834079"/>
              <a:gd name="csX159" fmla="*/ 2393410 w 3934048"/>
              <a:gd name="csY159" fmla="*/ 929400 h 2834079"/>
              <a:gd name="csX160" fmla="*/ 2333012 w 3934048"/>
              <a:gd name="csY160" fmla="*/ 983303 h 2834079"/>
              <a:gd name="csX161" fmla="*/ 2371978 w 3934048"/>
              <a:gd name="csY161" fmla="*/ 1059286 h 2834079"/>
              <a:gd name="csX162" fmla="*/ 2562911 w 3934048"/>
              <a:gd name="csY162" fmla="*/ 1445698 h 2834079"/>
              <a:gd name="csX163" fmla="*/ 2566808 w 3934048"/>
              <a:gd name="csY163" fmla="*/ 1600263 h 2834079"/>
              <a:gd name="csX164" fmla="*/ 2420686 w 3934048"/>
              <a:gd name="csY164" fmla="*/ 1689884 h 2834079"/>
              <a:gd name="csX165" fmla="*/ 2311581 w 3934048"/>
              <a:gd name="csY165" fmla="*/ 1702224 h 2834079"/>
              <a:gd name="csX166" fmla="*/ 2240144 w 3934048"/>
              <a:gd name="csY166" fmla="*/ 1691183 h 2834079"/>
              <a:gd name="csX167" fmla="*/ 2235598 w 3934048"/>
              <a:gd name="csY167" fmla="*/ 1745086 h 2834079"/>
              <a:gd name="csX168" fmla="*/ 2256380 w 3934048"/>
              <a:gd name="csY168" fmla="*/ 1855490 h 2834079"/>
              <a:gd name="csX169" fmla="*/ 2334961 w 3934048"/>
              <a:gd name="csY169" fmla="*/ 1978232 h 2834079"/>
              <a:gd name="csX170" fmla="*/ 2612268 w 3934048"/>
              <a:gd name="csY170" fmla="*/ 2128251 h 2834079"/>
              <a:gd name="csX171" fmla="*/ 2639544 w 3934048"/>
              <a:gd name="csY171" fmla="*/ 2154878 h 2834079"/>
              <a:gd name="csX172" fmla="*/ 2654481 w 3934048"/>
              <a:gd name="csY172" fmla="*/ 2185401 h 2834079"/>
              <a:gd name="csX173" fmla="*/ 2648636 w 3934048"/>
              <a:gd name="csY173" fmla="*/ 2212677 h 2834079"/>
              <a:gd name="csX174" fmla="*/ 2623309 w 3934048"/>
              <a:gd name="csY174" fmla="*/ 2234108 h 2834079"/>
              <a:gd name="csX175" fmla="*/ 2665522 w 3934048"/>
              <a:gd name="csY175" fmla="*/ 2238654 h 2834079"/>
              <a:gd name="csX176" fmla="*/ 2703838 w 3934048"/>
              <a:gd name="csY176" fmla="*/ 2238654 h 2834079"/>
              <a:gd name="csX177" fmla="*/ 2684355 w 3934048"/>
              <a:gd name="csY177" fmla="*/ 2263333 h 2834079"/>
              <a:gd name="csX178" fmla="*/ 2632401 w 3934048"/>
              <a:gd name="csY178" fmla="*/ 2287362 h 2834079"/>
              <a:gd name="csX179" fmla="*/ 2596032 w 3934048"/>
              <a:gd name="csY179" fmla="*/ 2291908 h 2834079"/>
              <a:gd name="csX180" fmla="*/ 2622010 w 3934048"/>
              <a:gd name="csY180" fmla="*/ 2327627 h 2834079"/>
              <a:gd name="csX181" fmla="*/ 2644740 w 3934048"/>
              <a:gd name="csY181" fmla="*/ 2343213 h 2834079"/>
              <a:gd name="csX182" fmla="*/ 2604475 w 3934048"/>
              <a:gd name="csY182" fmla="*/ 2347110 h 2834079"/>
              <a:gd name="csX183" fmla="*/ 2512256 w 3934048"/>
              <a:gd name="csY183" fmla="*/ 2373087 h 2834079"/>
              <a:gd name="csX184" fmla="*/ 2528491 w 3934048"/>
              <a:gd name="csY184" fmla="*/ 2387374 h 2834079"/>
              <a:gd name="csX185" fmla="*/ 2536285 w 3934048"/>
              <a:gd name="csY185" fmla="*/ 2407507 h 2834079"/>
              <a:gd name="csX186" fmla="*/ 2508359 w 3934048"/>
              <a:gd name="csY186" fmla="*/ 2397765 h 2834079"/>
              <a:gd name="csX187" fmla="*/ 2409645 w 3934048"/>
              <a:gd name="csY187" fmla="*/ 2395167 h 2834079"/>
              <a:gd name="csX188" fmla="*/ 2343403 w 3934048"/>
              <a:gd name="csY188" fmla="*/ 2655590 h 2834079"/>
              <a:gd name="csX189" fmla="*/ 2342754 w 3934048"/>
              <a:gd name="csY189" fmla="*/ 2751056 h 2834079"/>
              <a:gd name="csX190" fmla="*/ 2320024 w 3934048"/>
              <a:gd name="csY190" fmla="*/ 2774436 h 2834079"/>
              <a:gd name="csX191" fmla="*/ 2210270 w 3934048"/>
              <a:gd name="csY191" fmla="*/ 2829637 h 2834079"/>
              <a:gd name="csX192" fmla="*/ 2153120 w 3934048"/>
              <a:gd name="csY192" fmla="*/ 2814051 h 2834079"/>
              <a:gd name="csX193" fmla="*/ 1239369 w 3934048"/>
              <a:gd name="csY193" fmla="*/ 1573636 h 2834079"/>
              <a:gd name="csX194" fmla="*/ 1071166 w 3934048"/>
              <a:gd name="csY194" fmla="*/ 1350232 h 2834079"/>
              <a:gd name="csX195" fmla="*/ 933487 w 3934048"/>
              <a:gd name="csY195" fmla="*/ 1230736 h 2834079"/>
              <a:gd name="csX196" fmla="*/ 862049 w 3934048"/>
              <a:gd name="csY196" fmla="*/ 1189173 h 2834079"/>
              <a:gd name="csX197" fmla="*/ 797756 w 3934048"/>
              <a:gd name="csY197" fmla="*/ 1183977 h 2834079"/>
              <a:gd name="csX198" fmla="*/ 793859 w 3934048"/>
              <a:gd name="csY198" fmla="*/ 1286587 h 2834079"/>
              <a:gd name="csX199" fmla="*/ 843865 w 3934048"/>
              <a:gd name="csY199" fmla="*/ 1417123 h 2834079"/>
              <a:gd name="csX200" fmla="*/ 1006873 w 3934048"/>
              <a:gd name="csY200" fmla="*/ 1489859 h 2834079"/>
              <a:gd name="csX201" fmla="*/ 1239369 w 3934048"/>
              <a:gd name="csY201" fmla="*/ 1573636 h 2834079"/>
              <a:gd name="csX202" fmla="*/ 1456279 w 3934048"/>
              <a:gd name="csY202" fmla="*/ 648196 h 2834079"/>
              <a:gd name="csX203" fmla="*/ 1421210 w 3934048"/>
              <a:gd name="csY203" fmla="*/ 639104 h 2834079"/>
              <a:gd name="csX204" fmla="*/ 1427704 w 3934048"/>
              <a:gd name="csY204" fmla="*/ 648196 h 2834079"/>
              <a:gd name="csX205" fmla="*/ 1456279 w 3934048"/>
              <a:gd name="csY205" fmla="*/ 648196 h 2834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</a:cxnLst>
            <a:rect l="l" t="t" r="r" b="b"/>
            <a:pathLst>
              <a:path w="3934048" h="2834079">
                <a:moveTo>
                  <a:pt x="2153120" y="2814051"/>
                </a:moveTo>
                <a:cubicBezTo>
                  <a:pt x="2128441" y="2802361"/>
                  <a:pt x="2118051" y="2793269"/>
                  <a:pt x="2114803" y="2780930"/>
                </a:cubicBezTo>
                <a:cubicBezTo>
                  <a:pt x="2112855" y="2771838"/>
                  <a:pt x="2102464" y="2760148"/>
                  <a:pt x="2092073" y="2754303"/>
                </a:cubicBezTo>
                <a:cubicBezTo>
                  <a:pt x="2064148" y="2740016"/>
                  <a:pt x="2061550" y="2717286"/>
                  <a:pt x="2083631" y="2677021"/>
                </a:cubicBezTo>
                <a:lnTo>
                  <a:pt x="2101815" y="2642601"/>
                </a:lnTo>
                <a:lnTo>
                  <a:pt x="2094022" y="2542588"/>
                </a:lnTo>
                <a:cubicBezTo>
                  <a:pt x="2089476" y="2488036"/>
                  <a:pt x="2083631" y="2425691"/>
                  <a:pt x="2080383" y="2404260"/>
                </a:cubicBezTo>
                <a:cubicBezTo>
                  <a:pt x="2077136" y="2382828"/>
                  <a:pt x="2070642" y="2340615"/>
                  <a:pt x="2066745" y="2310741"/>
                </a:cubicBezTo>
                <a:cubicBezTo>
                  <a:pt x="2049860" y="2185401"/>
                  <a:pt x="2020636" y="2148383"/>
                  <a:pt x="1899192" y="2097078"/>
                </a:cubicBezTo>
                <a:cubicBezTo>
                  <a:pt x="1855680" y="2078894"/>
                  <a:pt x="1790087" y="2054216"/>
                  <a:pt x="1753719" y="2043175"/>
                </a:cubicBezTo>
                <a:cubicBezTo>
                  <a:pt x="1655655" y="2013301"/>
                  <a:pt x="1619287" y="1986675"/>
                  <a:pt x="1618637" y="1945761"/>
                </a:cubicBezTo>
                <a:cubicBezTo>
                  <a:pt x="1618637" y="1939916"/>
                  <a:pt x="1638120" y="1914588"/>
                  <a:pt x="1662799" y="1890559"/>
                </a:cubicBezTo>
                <a:cubicBezTo>
                  <a:pt x="1686828" y="1865880"/>
                  <a:pt x="1715403" y="1834708"/>
                  <a:pt x="1725794" y="1821070"/>
                </a:cubicBezTo>
                <a:cubicBezTo>
                  <a:pt x="1740081" y="1802886"/>
                  <a:pt x="1755018" y="1792495"/>
                  <a:pt x="1780995" y="1783403"/>
                </a:cubicBezTo>
                <a:cubicBezTo>
                  <a:pt x="1819961" y="1770414"/>
                  <a:pt x="1886853" y="1767167"/>
                  <a:pt x="1914129" y="1777558"/>
                </a:cubicBezTo>
                <a:cubicBezTo>
                  <a:pt x="1925819" y="1782104"/>
                  <a:pt x="1935560" y="1782104"/>
                  <a:pt x="1944652" y="1776908"/>
                </a:cubicBezTo>
                <a:cubicBezTo>
                  <a:pt x="1955693" y="1771063"/>
                  <a:pt x="1956991" y="1765868"/>
                  <a:pt x="1953744" y="1739891"/>
                </a:cubicBezTo>
                <a:cubicBezTo>
                  <a:pt x="1951796" y="1723005"/>
                  <a:pt x="1947250" y="1680143"/>
                  <a:pt x="1944003" y="1644424"/>
                </a:cubicBezTo>
                <a:cubicBezTo>
                  <a:pt x="1936210" y="1554153"/>
                  <a:pt x="1927767" y="1532722"/>
                  <a:pt x="1888801" y="1508693"/>
                </a:cubicBezTo>
                <a:cubicBezTo>
                  <a:pt x="1870617" y="1498302"/>
                  <a:pt x="1841393" y="1484664"/>
                  <a:pt x="1823858" y="1478170"/>
                </a:cubicBezTo>
                <a:cubicBezTo>
                  <a:pt x="1793335" y="1468428"/>
                  <a:pt x="1790737" y="1465830"/>
                  <a:pt x="1788789" y="1445698"/>
                </a:cubicBezTo>
                <a:cubicBezTo>
                  <a:pt x="1788139" y="1433359"/>
                  <a:pt x="1784243" y="1412577"/>
                  <a:pt x="1779697" y="1398939"/>
                </a:cubicBezTo>
                <a:cubicBezTo>
                  <a:pt x="1772553" y="1375559"/>
                  <a:pt x="1773202" y="1374261"/>
                  <a:pt x="1799179" y="1350232"/>
                </a:cubicBezTo>
                <a:cubicBezTo>
                  <a:pt x="1813467" y="1336594"/>
                  <a:pt x="1827105" y="1317111"/>
                  <a:pt x="1829703" y="1306720"/>
                </a:cubicBezTo>
                <a:cubicBezTo>
                  <a:pt x="1838145" y="1263857"/>
                  <a:pt x="1843990" y="1254116"/>
                  <a:pt x="1866720" y="1241776"/>
                </a:cubicBezTo>
                <a:cubicBezTo>
                  <a:pt x="1888152" y="1230087"/>
                  <a:pt x="1893347" y="1230087"/>
                  <a:pt x="1921273" y="1237230"/>
                </a:cubicBezTo>
                <a:cubicBezTo>
                  <a:pt x="1938158" y="1241776"/>
                  <a:pt x="1981670" y="1265156"/>
                  <a:pt x="2017389" y="1289834"/>
                </a:cubicBezTo>
                <a:cubicBezTo>
                  <a:pt x="2053757" y="1313863"/>
                  <a:pt x="2110257" y="1349582"/>
                  <a:pt x="2142729" y="1368416"/>
                </a:cubicBezTo>
                <a:cubicBezTo>
                  <a:pt x="2232351" y="1419071"/>
                  <a:pt x="2241443" y="1408031"/>
                  <a:pt x="2192086" y="1309317"/>
                </a:cubicBezTo>
                <a:cubicBezTo>
                  <a:pt x="2136884" y="1196966"/>
                  <a:pt x="2094022" y="1128775"/>
                  <a:pt x="2076487" y="1124229"/>
                </a:cubicBezTo>
                <a:cubicBezTo>
                  <a:pt x="2066096" y="1121632"/>
                  <a:pt x="2036872" y="1130074"/>
                  <a:pt x="1987515" y="1149557"/>
                </a:cubicBezTo>
                <a:cubicBezTo>
                  <a:pt x="1834249" y="1210604"/>
                  <a:pt x="1724495" y="1238529"/>
                  <a:pt x="1632925" y="1238529"/>
                </a:cubicBezTo>
                <a:cubicBezTo>
                  <a:pt x="1571878" y="1238529"/>
                  <a:pt x="1537458" y="1230087"/>
                  <a:pt x="1513429" y="1208006"/>
                </a:cubicBezTo>
                <a:cubicBezTo>
                  <a:pt x="1495245" y="1191770"/>
                  <a:pt x="1499142" y="1181379"/>
                  <a:pt x="1529665" y="1166442"/>
                </a:cubicBezTo>
                <a:cubicBezTo>
                  <a:pt x="1612143" y="1124229"/>
                  <a:pt x="1884904" y="916411"/>
                  <a:pt x="1884904" y="895629"/>
                </a:cubicBezTo>
                <a:cubicBezTo>
                  <a:pt x="1884904" y="871600"/>
                  <a:pt x="1768656" y="768990"/>
                  <a:pt x="1690075" y="723530"/>
                </a:cubicBezTo>
                <a:cubicBezTo>
                  <a:pt x="1646563" y="698851"/>
                  <a:pt x="1588764" y="681317"/>
                  <a:pt x="1532263" y="676121"/>
                </a:cubicBezTo>
                <a:cubicBezTo>
                  <a:pt x="1475762" y="670926"/>
                  <a:pt x="1449785" y="678070"/>
                  <a:pt x="1436797" y="702748"/>
                </a:cubicBezTo>
                <a:cubicBezTo>
                  <a:pt x="1429003" y="717036"/>
                  <a:pt x="1430952" y="720283"/>
                  <a:pt x="1458877" y="747559"/>
                </a:cubicBezTo>
                <a:cubicBezTo>
                  <a:pt x="1487452" y="776134"/>
                  <a:pt x="1488751" y="778082"/>
                  <a:pt x="1479659" y="792370"/>
                </a:cubicBezTo>
                <a:cubicBezTo>
                  <a:pt x="1467320" y="810554"/>
                  <a:pt x="1471866" y="817697"/>
                  <a:pt x="1506935" y="835232"/>
                </a:cubicBezTo>
                <a:cubicBezTo>
                  <a:pt x="1531614" y="848221"/>
                  <a:pt x="1543303" y="861859"/>
                  <a:pt x="1528366" y="861859"/>
                </a:cubicBezTo>
                <a:cubicBezTo>
                  <a:pt x="1525119" y="861859"/>
                  <a:pt x="1479659" y="846922"/>
                  <a:pt x="1427055" y="828738"/>
                </a:cubicBezTo>
                <a:cubicBezTo>
                  <a:pt x="1375101" y="810554"/>
                  <a:pt x="1328341" y="797565"/>
                  <a:pt x="1323146" y="799513"/>
                </a:cubicBezTo>
                <a:cubicBezTo>
                  <a:pt x="1310157" y="804059"/>
                  <a:pt x="1310807" y="820945"/>
                  <a:pt x="1325094" y="841077"/>
                </a:cubicBezTo>
                <a:cubicBezTo>
                  <a:pt x="1350422" y="876796"/>
                  <a:pt x="1386790" y="947584"/>
                  <a:pt x="1391986" y="970963"/>
                </a:cubicBezTo>
                <a:cubicBezTo>
                  <a:pt x="1403026" y="1019021"/>
                  <a:pt x="1378997" y="1058637"/>
                  <a:pt x="1310807" y="1102798"/>
                </a:cubicBezTo>
                <a:cubicBezTo>
                  <a:pt x="1269243" y="1130074"/>
                  <a:pt x="1253657" y="1133321"/>
                  <a:pt x="1221185" y="1119034"/>
                </a:cubicBezTo>
                <a:cubicBezTo>
                  <a:pt x="1209495" y="1113838"/>
                  <a:pt x="1189363" y="1105396"/>
                  <a:pt x="1175725" y="1099551"/>
                </a:cubicBezTo>
                <a:cubicBezTo>
                  <a:pt x="1162736" y="1093706"/>
                  <a:pt x="1149098" y="1089160"/>
                  <a:pt x="1145202" y="1089160"/>
                </a:cubicBezTo>
                <a:cubicBezTo>
                  <a:pt x="1138058" y="1089160"/>
                  <a:pt x="1021160" y="993694"/>
                  <a:pt x="1021160" y="987849"/>
                </a:cubicBezTo>
                <a:cubicBezTo>
                  <a:pt x="1021160" y="986550"/>
                  <a:pt x="1026356" y="987849"/>
                  <a:pt x="1032850" y="991745"/>
                </a:cubicBezTo>
                <a:cubicBezTo>
                  <a:pt x="1049086" y="1000837"/>
                  <a:pt x="1128316" y="1030711"/>
                  <a:pt x="1136110" y="1030711"/>
                </a:cubicBezTo>
                <a:cubicBezTo>
                  <a:pt x="1140006" y="1030711"/>
                  <a:pt x="1146501" y="1026165"/>
                  <a:pt x="1151047" y="1020970"/>
                </a:cubicBezTo>
                <a:cubicBezTo>
                  <a:pt x="1158190" y="1012527"/>
                  <a:pt x="1155593" y="1002136"/>
                  <a:pt x="1134161" y="960572"/>
                </a:cubicBezTo>
                <a:cubicBezTo>
                  <a:pt x="1095845" y="883940"/>
                  <a:pt x="1031551" y="779381"/>
                  <a:pt x="991286" y="728725"/>
                </a:cubicBezTo>
                <a:cubicBezTo>
                  <a:pt x="971154" y="704047"/>
                  <a:pt x="948424" y="672225"/>
                  <a:pt x="939981" y="659236"/>
                </a:cubicBezTo>
                <a:cubicBezTo>
                  <a:pt x="926343" y="639104"/>
                  <a:pt x="917251" y="633259"/>
                  <a:pt x="876337" y="620920"/>
                </a:cubicBezTo>
                <a:cubicBezTo>
                  <a:pt x="838670" y="609879"/>
                  <a:pt x="826331" y="602736"/>
                  <a:pt x="817888" y="588448"/>
                </a:cubicBezTo>
                <a:cubicBezTo>
                  <a:pt x="810744" y="575459"/>
                  <a:pt x="802302" y="569615"/>
                  <a:pt x="791261" y="569615"/>
                </a:cubicBezTo>
                <a:cubicBezTo>
                  <a:pt x="768531" y="569615"/>
                  <a:pt x="766583" y="576758"/>
                  <a:pt x="777623" y="618971"/>
                </a:cubicBezTo>
                <a:cubicBezTo>
                  <a:pt x="782819" y="639753"/>
                  <a:pt x="787365" y="666380"/>
                  <a:pt x="787365" y="677420"/>
                </a:cubicBezTo>
                <a:cubicBezTo>
                  <a:pt x="787365" y="718334"/>
                  <a:pt x="849061" y="815749"/>
                  <a:pt x="936734" y="914463"/>
                </a:cubicBezTo>
                <a:lnTo>
                  <a:pt x="978947" y="961871"/>
                </a:lnTo>
                <a:lnTo>
                  <a:pt x="946475" y="943687"/>
                </a:lnTo>
                <a:cubicBezTo>
                  <a:pt x="928941" y="933296"/>
                  <a:pt x="908808" y="920308"/>
                  <a:pt x="902314" y="914463"/>
                </a:cubicBezTo>
                <a:cubicBezTo>
                  <a:pt x="895820" y="909267"/>
                  <a:pt x="880883" y="898876"/>
                  <a:pt x="868544" y="891083"/>
                </a:cubicBezTo>
                <a:cubicBezTo>
                  <a:pt x="856854" y="883940"/>
                  <a:pt x="821785" y="862508"/>
                  <a:pt x="791261" y="843675"/>
                </a:cubicBezTo>
                <a:cubicBezTo>
                  <a:pt x="721123" y="800163"/>
                  <a:pt x="709433" y="801462"/>
                  <a:pt x="709433" y="852767"/>
                </a:cubicBezTo>
                <a:cubicBezTo>
                  <a:pt x="709433" y="896279"/>
                  <a:pt x="721123" y="920308"/>
                  <a:pt x="760738" y="958624"/>
                </a:cubicBezTo>
                <a:cubicBezTo>
                  <a:pt x="790612" y="987849"/>
                  <a:pt x="837371" y="1009280"/>
                  <a:pt x="923745" y="1034608"/>
                </a:cubicBezTo>
                <a:cubicBezTo>
                  <a:pt x="943228" y="1040453"/>
                  <a:pt x="991286" y="1057987"/>
                  <a:pt x="1029603" y="1073574"/>
                </a:cubicBezTo>
                <a:cubicBezTo>
                  <a:pt x="1067919" y="1089160"/>
                  <a:pt x="1103638" y="1102149"/>
                  <a:pt x="1109483" y="1102149"/>
                </a:cubicBezTo>
                <a:cubicBezTo>
                  <a:pt x="1114678" y="1102149"/>
                  <a:pt x="1129615" y="1107994"/>
                  <a:pt x="1142604" y="1115137"/>
                </a:cubicBezTo>
                <a:cubicBezTo>
                  <a:pt x="1156242" y="1122281"/>
                  <a:pt x="1170529" y="1128126"/>
                  <a:pt x="1174426" y="1128126"/>
                </a:cubicBezTo>
                <a:cubicBezTo>
                  <a:pt x="1178323" y="1128126"/>
                  <a:pt x="1203001" y="1137218"/>
                  <a:pt x="1229628" y="1148258"/>
                </a:cubicBezTo>
                <a:cubicBezTo>
                  <a:pt x="1290025" y="1173586"/>
                  <a:pt x="1351072" y="1193069"/>
                  <a:pt x="1369905" y="1193069"/>
                </a:cubicBezTo>
                <a:cubicBezTo>
                  <a:pt x="1392635" y="1193069"/>
                  <a:pt x="1400428" y="1214500"/>
                  <a:pt x="1384842" y="1233983"/>
                </a:cubicBezTo>
                <a:cubicBezTo>
                  <a:pt x="1377698" y="1243075"/>
                  <a:pt x="1371853" y="1255415"/>
                  <a:pt x="1371853" y="1261909"/>
                </a:cubicBezTo>
                <a:cubicBezTo>
                  <a:pt x="1371853" y="1268403"/>
                  <a:pt x="1364710" y="1281392"/>
                  <a:pt x="1355618" y="1290484"/>
                </a:cubicBezTo>
                <a:cubicBezTo>
                  <a:pt x="1346526" y="1300225"/>
                  <a:pt x="1340681" y="1311915"/>
                  <a:pt x="1342629" y="1317111"/>
                </a:cubicBezTo>
                <a:cubicBezTo>
                  <a:pt x="1344577" y="1322306"/>
                  <a:pt x="1363411" y="1337243"/>
                  <a:pt x="1384842" y="1350881"/>
                </a:cubicBezTo>
                <a:cubicBezTo>
                  <a:pt x="1484854" y="1415824"/>
                  <a:pt x="1623833" y="1541165"/>
                  <a:pt x="1638770" y="1580780"/>
                </a:cubicBezTo>
                <a:cubicBezTo>
                  <a:pt x="1649161" y="1608056"/>
                  <a:pt x="1645264" y="1635982"/>
                  <a:pt x="1627729" y="1661959"/>
                </a:cubicBezTo>
                <a:cubicBezTo>
                  <a:pt x="1605649" y="1693781"/>
                  <a:pt x="1582919" y="1710017"/>
                  <a:pt x="1507585" y="1747034"/>
                </a:cubicBezTo>
                <a:lnTo>
                  <a:pt x="1445889" y="1778207"/>
                </a:lnTo>
                <a:lnTo>
                  <a:pt x="1367957" y="1771063"/>
                </a:lnTo>
                <a:cubicBezTo>
                  <a:pt x="1317301" y="1766517"/>
                  <a:pt x="1268594" y="1757425"/>
                  <a:pt x="1225731" y="1744437"/>
                </a:cubicBezTo>
                <a:cubicBezTo>
                  <a:pt x="1145851" y="1719758"/>
                  <a:pt x="970504" y="1650919"/>
                  <a:pt x="876986" y="1607407"/>
                </a:cubicBezTo>
                <a:cubicBezTo>
                  <a:pt x="806198" y="1573636"/>
                  <a:pt x="782819" y="1571038"/>
                  <a:pt x="790612" y="1595717"/>
                </a:cubicBezTo>
                <a:cubicBezTo>
                  <a:pt x="793859" y="1606108"/>
                  <a:pt x="791911" y="1608705"/>
                  <a:pt x="780221" y="1608705"/>
                </a:cubicBezTo>
                <a:cubicBezTo>
                  <a:pt x="772428" y="1608705"/>
                  <a:pt x="760738" y="1612602"/>
                  <a:pt x="755543" y="1617798"/>
                </a:cubicBezTo>
                <a:cubicBezTo>
                  <a:pt x="739307" y="1632085"/>
                  <a:pt x="649036" y="1660660"/>
                  <a:pt x="619811" y="1660660"/>
                </a:cubicBezTo>
                <a:cubicBezTo>
                  <a:pt x="596432" y="1660660"/>
                  <a:pt x="591236" y="1658062"/>
                  <a:pt x="583443" y="1641826"/>
                </a:cubicBezTo>
                <a:cubicBezTo>
                  <a:pt x="578248" y="1632085"/>
                  <a:pt x="565259" y="1620395"/>
                  <a:pt x="555518" y="1615849"/>
                </a:cubicBezTo>
                <a:cubicBezTo>
                  <a:pt x="536035" y="1608056"/>
                  <a:pt x="508109" y="1565843"/>
                  <a:pt x="508109" y="1543762"/>
                </a:cubicBezTo>
                <a:cubicBezTo>
                  <a:pt x="508109" y="1535969"/>
                  <a:pt x="512006" y="1522331"/>
                  <a:pt x="517201" y="1512590"/>
                </a:cubicBezTo>
                <a:cubicBezTo>
                  <a:pt x="525644" y="1497003"/>
                  <a:pt x="524345" y="1485963"/>
                  <a:pt x="510057" y="1417123"/>
                </a:cubicBezTo>
                <a:cubicBezTo>
                  <a:pt x="481482" y="1278794"/>
                  <a:pt x="483431" y="1074223"/>
                  <a:pt x="513954" y="1041102"/>
                </a:cubicBezTo>
                <a:cubicBezTo>
                  <a:pt x="520448" y="1033309"/>
                  <a:pt x="528241" y="1020970"/>
                  <a:pt x="530839" y="1012527"/>
                </a:cubicBezTo>
                <a:cubicBezTo>
                  <a:pt x="533437" y="1004084"/>
                  <a:pt x="545127" y="980055"/>
                  <a:pt x="557466" y="958624"/>
                </a:cubicBezTo>
                <a:cubicBezTo>
                  <a:pt x="584093" y="911865"/>
                  <a:pt x="584742" y="901474"/>
                  <a:pt x="563960" y="866405"/>
                </a:cubicBezTo>
                <a:cubicBezTo>
                  <a:pt x="539282" y="824841"/>
                  <a:pt x="514603" y="741065"/>
                  <a:pt x="514603" y="701449"/>
                </a:cubicBezTo>
                <a:cubicBezTo>
                  <a:pt x="514603" y="651443"/>
                  <a:pt x="530190" y="597540"/>
                  <a:pt x="556816" y="552729"/>
                </a:cubicBezTo>
                <a:cubicBezTo>
                  <a:pt x="584742" y="506620"/>
                  <a:pt x="586041" y="487137"/>
                  <a:pt x="562012" y="478045"/>
                </a:cubicBezTo>
                <a:cubicBezTo>
                  <a:pt x="551621" y="474797"/>
                  <a:pt x="535385" y="467654"/>
                  <a:pt x="524345" y="462458"/>
                </a:cubicBezTo>
                <a:cubicBezTo>
                  <a:pt x="459402" y="430636"/>
                  <a:pt x="213916" y="335819"/>
                  <a:pt x="197681" y="335819"/>
                </a:cubicBezTo>
                <a:cubicBezTo>
                  <a:pt x="182744" y="335819"/>
                  <a:pt x="167807" y="352055"/>
                  <a:pt x="173652" y="361796"/>
                </a:cubicBezTo>
                <a:cubicBezTo>
                  <a:pt x="179496" y="371538"/>
                  <a:pt x="169106" y="369590"/>
                  <a:pt x="137283" y="355951"/>
                </a:cubicBezTo>
                <a:cubicBezTo>
                  <a:pt x="121697" y="349457"/>
                  <a:pt x="95070" y="341664"/>
                  <a:pt x="78185" y="339716"/>
                </a:cubicBezTo>
                <a:cubicBezTo>
                  <a:pt x="61300" y="337118"/>
                  <a:pt x="43116" y="330624"/>
                  <a:pt x="37920" y="325428"/>
                </a:cubicBezTo>
                <a:cubicBezTo>
                  <a:pt x="32725" y="320882"/>
                  <a:pt x="21035" y="313738"/>
                  <a:pt x="11943" y="309842"/>
                </a:cubicBezTo>
                <a:cubicBezTo>
                  <a:pt x="-8189" y="302049"/>
                  <a:pt x="-8839" y="292307"/>
                  <a:pt x="8696" y="257887"/>
                </a:cubicBezTo>
                <a:cubicBezTo>
                  <a:pt x="15840" y="243600"/>
                  <a:pt x="23633" y="213726"/>
                  <a:pt x="25581" y="192295"/>
                </a:cubicBezTo>
                <a:cubicBezTo>
                  <a:pt x="30127" y="146185"/>
                  <a:pt x="54806" y="102673"/>
                  <a:pt x="113904" y="40328"/>
                </a:cubicBezTo>
                <a:cubicBezTo>
                  <a:pt x="156117" y="-5782"/>
                  <a:pt x="178198" y="-11627"/>
                  <a:pt x="249635" y="2011"/>
                </a:cubicBezTo>
                <a:cubicBezTo>
                  <a:pt x="316527" y="14350"/>
                  <a:pt x="404200" y="52017"/>
                  <a:pt x="491873" y="105271"/>
                </a:cubicBezTo>
                <a:cubicBezTo>
                  <a:pt x="531489" y="129300"/>
                  <a:pt x="566558" y="150731"/>
                  <a:pt x="569805" y="153978"/>
                </a:cubicBezTo>
                <a:cubicBezTo>
                  <a:pt x="602277" y="179955"/>
                  <a:pt x="955568" y="366342"/>
                  <a:pt x="995183" y="378032"/>
                </a:cubicBezTo>
                <a:cubicBezTo>
                  <a:pt x="1004275" y="380630"/>
                  <a:pt x="1039994" y="400113"/>
                  <a:pt x="1074414" y="420895"/>
                </a:cubicBezTo>
                <a:cubicBezTo>
                  <a:pt x="1108833" y="441676"/>
                  <a:pt x="1156891" y="468953"/>
                  <a:pt x="1181570" y="481941"/>
                </a:cubicBezTo>
                <a:cubicBezTo>
                  <a:pt x="1219886" y="502074"/>
                  <a:pt x="1268594" y="535844"/>
                  <a:pt x="1327043" y="582603"/>
                </a:cubicBezTo>
                <a:lnTo>
                  <a:pt x="1343928" y="596241"/>
                </a:lnTo>
                <a:lnTo>
                  <a:pt x="1383543" y="583253"/>
                </a:lnTo>
                <a:cubicBezTo>
                  <a:pt x="1405624" y="575459"/>
                  <a:pt x="1451733" y="567017"/>
                  <a:pt x="1486803" y="563770"/>
                </a:cubicBezTo>
                <a:cubicBezTo>
                  <a:pt x="1659552" y="546884"/>
                  <a:pt x="1738782" y="542338"/>
                  <a:pt x="1770604" y="546235"/>
                </a:cubicBezTo>
                <a:cubicBezTo>
                  <a:pt x="1853082" y="555327"/>
                  <a:pt x="1993360" y="614425"/>
                  <a:pt x="2055056" y="665081"/>
                </a:cubicBezTo>
                <a:cubicBezTo>
                  <a:pt x="2074539" y="680667"/>
                  <a:pt x="2095970" y="693007"/>
                  <a:pt x="2105062" y="693007"/>
                </a:cubicBezTo>
                <a:cubicBezTo>
                  <a:pt x="2116752" y="693007"/>
                  <a:pt x="2160264" y="654041"/>
                  <a:pt x="2280409" y="534545"/>
                </a:cubicBezTo>
                <a:cubicBezTo>
                  <a:pt x="2447312" y="369590"/>
                  <a:pt x="2453157" y="363745"/>
                  <a:pt x="2537584" y="296204"/>
                </a:cubicBezTo>
                <a:cubicBezTo>
                  <a:pt x="2724620" y="146185"/>
                  <a:pt x="2819437" y="96828"/>
                  <a:pt x="2979847" y="66954"/>
                </a:cubicBezTo>
                <a:cubicBezTo>
                  <a:pt x="3027255" y="57862"/>
                  <a:pt x="3041543" y="57213"/>
                  <a:pt x="3055830" y="63707"/>
                </a:cubicBezTo>
                <a:cubicBezTo>
                  <a:pt x="3070118" y="70201"/>
                  <a:pt x="3075313" y="69552"/>
                  <a:pt x="3089601" y="60460"/>
                </a:cubicBezTo>
                <a:cubicBezTo>
                  <a:pt x="3102589" y="52017"/>
                  <a:pt x="3214291" y="24092"/>
                  <a:pt x="3237022" y="24092"/>
                </a:cubicBezTo>
                <a:cubicBezTo>
                  <a:pt x="3253257" y="24092"/>
                  <a:pt x="3232476" y="36431"/>
                  <a:pt x="3198705" y="46822"/>
                </a:cubicBezTo>
                <a:cubicBezTo>
                  <a:pt x="3151946" y="61109"/>
                  <a:pt x="3144153" y="67604"/>
                  <a:pt x="3148049" y="85138"/>
                </a:cubicBezTo>
                <a:cubicBezTo>
                  <a:pt x="3150647" y="95529"/>
                  <a:pt x="3146751" y="101374"/>
                  <a:pt x="3130515" y="110466"/>
                </a:cubicBezTo>
                <a:cubicBezTo>
                  <a:pt x="3110382" y="122156"/>
                  <a:pt x="3109733" y="123455"/>
                  <a:pt x="3120773" y="131248"/>
                </a:cubicBezTo>
                <a:cubicBezTo>
                  <a:pt x="3134411" y="140990"/>
                  <a:pt x="3148049" y="139691"/>
                  <a:pt x="3254556" y="116961"/>
                </a:cubicBezTo>
                <a:cubicBezTo>
                  <a:pt x="3295470" y="108518"/>
                  <a:pt x="3336385" y="95529"/>
                  <a:pt x="3346126" y="89035"/>
                </a:cubicBezTo>
                <a:cubicBezTo>
                  <a:pt x="3356517" y="81891"/>
                  <a:pt x="3367557" y="76046"/>
                  <a:pt x="3371454" y="76046"/>
                </a:cubicBezTo>
                <a:cubicBezTo>
                  <a:pt x="3376000" y="76046"/>
                  <a:pt x="3389638" y="70851"/>
                  <a:pt x="3403276" y="63707"/>
                </a:cubicBezTo>
                <a:cubicBezTo>
                  <a:pt x="3416265" y="57213"/>
                  <a:pt x="3440943" y="50069"/>
                  <a:pt x="3457179" y="48121"/>
                </a:cubicBezTo>
                <a:cubicBezTo>
                  <a:pt x="3484455" y="44224"/>
                  <a:pt x="3487702" y="45523"/>
                  <a:pt x="3501340" y="63058"/>
                </a:cubicBezTo>
                <a:cubicBezTo>
                  <a:pt x="3509134" y="74098"/>
                  <a:pt x="3520174" y="82541"/>
                  <a:pt x="3526019" y="82541"/>
                </a:cubicBezTo>
                <a:cubicBezTo>
                  <a:pt x="3544852" y="82541"/>
                  <a:pt x="3527318" y="93581"/>
                  <a:pt x="3482507" y="110466"/>
                </a:cubicBezTo>
                <a:cubicBezTo>
                  <a:pt x="3396782" y="142938"/>
                  <a:pt x="3269493" y="197490"/>
                  <a:pt x="3235723" y="215674"/>
                </a:cubicBezTo>
                <a:cubicBezTo>
                  <a:pt x="3214291" y="227364"/>
                  <a:pt x="3213642" y="253991"/>
                  <a:pt x="3234424" y="256588"/>
                </a:cubicBezTo>
                <a:cubicBezTo>
                  <a:pt x="3255206" y="259836"/>
                  <a:pt x="3375351" y="215025"/>
                  <a:pt x="3406523" y="192295"/>
                </a:cubicBezTo>
                <a:cubicBezTo>
                  <a:pt x="3435748" y="171513"/>
                  <a:pt x="3477961" y="156576"/>
                  <a:pt x="3527318" y="150731"/>
                </a:cubicBezTo>
                <a:cubicBezTo>
                  <a:pt x="3546801" y="148783"/>
                  <a:pt x="3572778" y="142288"/>
                  <a:pt x="3585117" y="137093"/>
                </a:cubicBezTo>
                <a:cubicBezTo>
                  <a:pt x="3597456" y="131897"/>
                  <a:pt x="3613692" y="128001"/>
                  <a:pt x="3621485" y="128001"/>
                </a:cubicBezTo>
                <a:cubicBezTo>
                  <a:pt x="3629278" y="128001"/>
                  <a:pt x="3657853" y="122156"/>
                  <a:pt x="3684480" y="115012"/>
                </a:cubicBezTo>
                <a:cubicBezTo>
                  <a:pt x="3711107" y="107868"/>
                  <a:pt x="3744228" y="102024"/>
                  <a:pt x="3758515" y="102024"/>
                </a:cubicBezTo>
                <a:cubicBezTo>
                  <a:pt x="3772803" y="102024"/>
                  <a:pt x="3808522" y="96179"/>
                  <a:pt x="3838395" y="89035"/>
                </a:cubicBezTo>
                <a:cubicBezTo>
                  <a:pt x="3926069" y="68253"/>
                  <a:pt x="3944902" y="72150"/>
                  <a:pt x="3920224" y="107868"/>
                </a:cubicBezTo>
                <a:cubicBezTo>
                  <a:pt x="3908534" y="124104"/>
                  <a:pt x="3894896" y="130599"/>
                  <a:pt x="3762412" y="183852"/>
                </a:cubicBezTo>
                <a:cubicBezTo>
                  <a:pt x="3678635" y="218272"/>
                  <a:pt x="3583818" y="266979"/>
                  <a:pt x="3404575" y="368291"/>
                </a:cubicBezTo>
                <a:cubicBezTo>
                  <a:pt x="3242866" y="460510"/>
                  <a:pt x="3122072" y="523505"/>
                  <a:pt x="2988289" y="585850"/>
                </a:cubicBezTo>
                <a:cubicBezTo>
                  <a:pt x="2700591" y="720283"/>
                  <a:pt x="2587590" y="785875"/>
                  <a:pt x="2393410" y="929400"/>
                </a:cubicBezTo>
                <a:cubicBezTo>
                  <a:pt x="2360289" y="954078"/>
                  <a:pt x="2333012" y="978107"/>
                  <a:pt x="2333012" y="983303"/>
                </a:cubicBezTo>
                <a:cubicBezTo>
                  <a:pt x="2333012" y="994992"/>
                  <a:pt x="2346651" y="1021619"/>
                  <a:pt x="2371978" y="1059286"/>
                </a:cubicBezTo>
                <a:cubicBezTo>
                  <a:pt x="2423933" y="1135919"/>
                  <a:pt x="2529790" y="1350881"/>
                  <a:pt x="2562911" y="1445698"/>
                </a:cubicBezTo>
                <a:cubicBezTo>
                  <a:pt x="2591486" y="1529475"/>
                  <a:pt x="2592136" y="1555452"/>
                  <a:pt x="2566808" y="1600263"/>
                </a:cubicBezTo>
                <a:cubicBezTo>
                  <a:pt x="2540831" y="1645723"/>
                  <a:pt x="2511606" y="1663907"/>
                  <a:pt x="2420686" y="1689884"/>
                </a:cubicBezTo>
                <a:cubicBezTo>
                  <a:pt x="2347300" y="1711316"/>
                  <a:pt x="2344702" y="1711316"/>
                  <a:pt x="2311581" y="1702224"/>
                </a:cubicBezTo>
                <a:cubicBezTo>
                  <a:pt x="2260926" y="1687287"/>
                  <a:pt x="2244040" y="1684689"/>
                  <a:pt x="2240144" y="1691183"/>
                </a:cubicBezTo>
                <a:cubicBezTo>
                  <a:pt x="2238195" y="1693781"/>
                  <a:pt x="2236247" y="1718459"/>
                  <a:pt x="2235598" y="1745086"/>
                </a:cubicBezTo>
                <a:cubicBezTo>
                  <a:pt x="2234299" y="1786000"/>
                  <a:pt x="2238195" y="1804184"/>
                  <a:pt x="2256380" y="1855490"/>
                </a:cubicBezTo>
                <a:cubicBezTo>
                  <a:pt x="2281707" y="1927576"/>
                  <a:pt x="2297294" y="1952255"/>
                  <a:pt x="2334961" y="1978232"/>
                </a:cubicBezTo>
                <a:cubicBezTo>
                  <a:pt x="2405749" y="2026940"/>
                  <a:pt x="2553819" y="2106820"/>
                  <a:pt x="2612268" y="2128251"/>
                </a:cubicBezTo>
                <a:cubicBezTo>
                  <a:pt x="2637596" y="2137343"/>
                  <a:pt x="2641493" y="2141240"/>
                  <a:pt x="2639544" y="2154878"/>
                </a:cubicBezTo>
                <a:cubicBezTo>
                  <a:pt x="2638245" y="2165269"/>
                  <a:pt x="2643441" y="2175660"/>
                  <a:pt x="2654481" y="2185401"/>
                </a:cubicBezTo>
                <a:cubicBezTo>
                  <a:pt x="2673315" y="2201637"/>
                  <a:pt x="2670717" y="2212677"/>
                  <a:pt x="2648636" y="2212677"/>
                </a:cubicBezTo>
                <a:cubicBezTo>
                  <a:pt x="2632401" y="2212677"/>
                  <a:pt x="2615515" y="2226965"/>
                  <a:pt x="2623309" y="2234108"/>
                </a:cubicBezTo>
                <a:cubicBezTo>
                  <a:pt x="2625257" y="2236706"/>
                  <a:pt x="2644740" y="2238654"/>
                  <a:pt x="2665522" y="2238654"/>
                </a:cubicBezTo>
                <a:lnTo>
                  <a:pt x="2703838" y="2238654"/>
                </a:lnTo>
                <a:lnTo>
                  <a:pt x="2684355" y="2263333"/>
                </a:lnTo>
                <a:cubicBezTo>
                  <a:pt x="2666171" y="2285413"/>
                  <a:pt x="2660976" y="2287362"/>
                  <a:pt x="2632401" y="2287362"/>
                </a:cubicBezTo>
                <a:cubicBezTo>
                  <a:pt x="2614866" y="2287362"/>
                  <a:pt x="2597981" y="2289310"/>
                  <a:pt x="2596032" y="2291908"/>
                </a:cubicBezTo>
                <a:cubicBezTo>
                  <a:pt x="2586940" y="2300350"/>
                  <a:pt x="2598630" y="2316586"/>
                  <a:pt x="2622010" y="2327627"/>
                </a:cubicBezTo>
                <a:cubicBezTo>
                  <a:pt x="2634349" y="2333471"/>
                  <a:pt x="2644740" y="2340615"/>
                  <a:pt x="2644740" y="2343213"/>
                </a:cubicBezTo>
                <a:cubicBezTo>
                  <a:pt x="2644740" y="2345161"/>
                  <a:pt x="2626556" y="2347110"/>
                  <a:pt x="2604475" y="2347110"/>
                </a:cubicBezTo>
                <a:cubicBezTo>
                  <a:pt x="2562262" y="2346460"/>
                  <a:pt x="2517451" y="2359449"/>
                  <a:pt x="2512256" y="2373087"/>
                </a:cubicBezTo>
                <a:cubicBezTo>
                  <a:pt x="2510307" y="2376983"/>
                  <a:pt x="2517451" y="2383478"/>
                  <a:pt x="2528491" y="2387374"/>
                </a:cubicBezTo>
                <a:cubicBezTo>
                  <a:pt x="2549273" y="2394518"/>
                  <a:pt x="2554469" y="2407507"/>
                  <a:pt x="2536285" y="2407507"/>
                </a:cubicBezTo>
                <a:cubicBezTo>
                  <a:pt x="2529790" y="2406857"/>
                  <a:pt x="2517451" y="2402961"/>
                  <a:pt x="2508359" y="2397765"/>
                </a:cubicBezTo>
                <a:cubicBezTo>
                  <a:pt x="2489526" y="2386725"/>
                  <a:pt x="2431077" y="2385426"/>
                  <a:pt x="2409645" y="2395167"/>
                </a:cubicBezTo>
                <a:cubicBezTo>
                  <a:pt x="2366783" y="2414001"/>
                  <a:pt x="2344053" y="2504272"/>
                  <a:pt x="2343403" y="2655590"/>
                </a:cubicBezTo>
                <a:lnTo>
                  <a:pt x="2342754" y="2751056"/>
                </a:lnTo>
                <a:lnTo>
                  <a:pt x="2320024" y="2774436"/>
                </a:lnTo>
                <a:cubicBezTo>
                  <a:pt x="2292098" y="2803660"/>
                  <a:pt x="2240144" y="2829637"/>
                  <a:pt x="2210270" y="2829637"/>
                </a:cubicBezTo>
                <a:cubicBezTo>
                  <a:pt x="2197281" y="2829637"/>
                  <a:pt x="2171953" y="2822494"/>
                  <a:pt x="2153120" y="2814051"/>
                </a:cubicBezTo>
                <a:close/>
                <a:moveTo>
                  <a:pt x="1239369" y="1573636"/>
                </a:moveTo>
                <a:cubicBezTo>
                  <a:pt x="1249111" y="1548308"/>
                  <a:pt x="1190012" y="1469078"/>
                  <a:pt x="1071166" y="1350232"/>
                </a:cubicBezTo>
                <a:cubicBezTo>
                  <a:pt x="1004924" y="1283340"/>
                  <a:pt x="965958" y="1249570"/>
                  <a:pt x="933487" y="1230736"/>
                </a:cubicBezTo>
                <a:cubicBezTo>
                  <a:pt x="908808" y="1216449"/>
                  <a:pt x="876337" y="1198265"/>
                  <a:pt x="862049" y="1189173"/>
                </a:cubicBezTo>
                <a:cubicBezTo>
                  <a:pt x="832175" y="1171638"/>
                  <a:pt x="803600" y="1169040"/>
                  <a:pt x="797756" y="1183977"/>
                </a:cubicBezTo>
                <a:cubicBezTo>
                  <a:pt x="795807" y="1189822"/>
                  <a:pt x="793859" y="1235932"/>
                  <a:pt x="793859" y="1286587"/>
                </a:cubicBezTo>
                <a:cubicBezTo>
                  <a:pt x="793859" y="1392445"/>
                  <a:pt x="796457" y="1398939"/>
                  <a:pt x="843865" y="1417123"/>
                </a:cubicBezTo>
                <a:cubicBezTo>
                  <a:pt x="860750" y="1423617"/>
                  <a:pt x="934136" y="1456089"/>
                  <a:pt x="1006873" y="1489859"/>
                </a:cubicBezTo>
                <a:cubicBezTo>
                  <a:pt x="1216639" y="1586625"/>
                  <a:pt x="1232226" y="1591820"/>
                  <a:pt x="1239369" y="1573636"/>
                </a:cubicBezTo>
                <a:close/>
                <a:moveTo>
                  <a:pt x="1456279" y="648196"/>
                </a:moveTo>
                <a:cubicBezTo>
                  <a:pt x="1456279" y="641052"/>
                  <a:pt x="1430302" y="633908"/>
                  <a:pt x="1421210" y="639104"/>
                </a:cubicBezTo>
                <a:cubicBezTo>
                  <a:pt x="1417963" y="641701"/>
                  <a:pt x="1420561" y="645598"/>
                  <a:pt x="1427704" y="648196"/>
                </a:cubicBezTo>
                <a:cubicBezTo>
                  <a:pt x="1445239" y="655340"/>
                  <a:pt x="1456279" y="655340"/>
                  <a:pt x="1456279" y="648196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1061B84-02C9-88FB-4745-F9C5C61E6BEA}"/>
              </a:ext>
            </a:extLst>
          </p:cNvPr>
          <p:cNvSpPr/>
          <p:nvPr/>
        </p:nvSpPr>
        <p:spPr>
          <a:xfrm flipV="1">
            <a:off x="2441590" y="2081908"/>
            <a:ext cx="1189249" cy="1082524"/>
          </a:xfrm>
          <a:custGeom>
            <a:avLst/>
            <a:gdLst>
              <a:gd name="csX0" fmla="*/ 1709688 w 2370171"/>
              <a:gd name="csY0" fmla="*/ 2198091 h 2217842"/>
              <a:gd name="csX1" fmla="*/ 1615521 w 2370171"/>
              <a:gd name="csY1" fmla="*/ 2138343 h 2217842"/>
              <a:gd name="csX2" fmla="*/ 1569411 w 2370171"/>
              <a:gd name="csY2" fmla="*/ 2053917 h 2217842"/>
              <a:gd name="csX3" fmla="*/ 1538888 w 2370171"/>
              <a:gd name="csY3" fmla="*/ 1990273 h 2217842"/>
              <a:gd name="csX4" fmla="*/ 1567463 w 2370171"/>
              <a:gd name="csY4" fmla="*/ 2006509 h 2217842"/>
              <a:gd name="csX5" fmla="*/ 1627860 w 2370171"/>
              <a:gd name="csY5" fmla="*/ 2013003 h 2217842"/>
              <a:gd name="csX6" fmla="*/ 1587595 w 2370171"/>
              <a:gd name="csY6" fmla="*/ 1838306 h 2217842"/>
              <a:gd name="csX7" fmla="*/ 1538238 w 2370171"/>
              <a:gd name="csY7" fmla="*/ 1685689 h 2217842"/>
              <a:gd name="csX8" fmla="*/ 1505117 w 2370171"/>
              <a:gd name="csY8" fmla="*/ 1594769 h 2217842"/>
              <a:gd name="csX9" fmla="*/ 1481738 w 2370171"/>
              <a:gd name="csY9" fmla="*/ 1536320 h 2217842"/>
              <a:gd name="csX10" fmla="*/ 1425237 w 2370171"/>
              <a:gd name="csY10" fmla="*/ 1505147 h 2217842"/>
              <a:gd name="csX11" fmla="*/ 1334317 w 2370171"/>
              <a:gd name="csY11" fmla="*/ 1468130 h 2217842"/>
              <a:gd name="csX12" fmla="*/ 1185597 w 2370171"/>
              <a:gd name="csY12" fmla="*/ 1386951 h 2217842"/>
              <a:gd name="csX13" fmla="*/ 1023888 w 2370171"/>
              <a:gd name="csY13" fmla="*/ 1072626 h 2217842"/>
              <a:gd name="csX14" fmla="*/ 932968 w 2370171"/>
              <a:gd name="csY14" fmla="*/ 935596 h 2217842"/>
              <a:gd name="csX15" fmla="*/ 892054 w 2370171"/>
              <a:gd name="csY15" fmla="*/ 949234 h 2217842"/>
              <a:gd name="csX16" fmla="*/ 832306 w 2370171"/>
              <a:gd name="csY16" fmla="*/ 964171 h 2217842"/>
              <a:gd name="csX17" fmla="*/ 797886 w 2370171"/>
              <a:gd name="csY17" fmla="*/ 945987 h 2217842"/>
              <a:gd name="csX18" fmla="*/ 806978 w 2370171"/>
              <a:gd name="csY18" fmla="*/ 897279 h 2217842"/>
              <a:gd name="csX19" fmla="*/ 818668 w 2370171"/>
              <a:gd name="csY19" fmla="*/ 835583 h 2217842"/>
              <a:gd name="csX20" fmla="*/ 794639 w 2370171"/>
              <a:gd name="csY20" fmla="*/ 783629 h 2217842"/>
              <a:gd name="csX21" fmla="*/ 736190 w 2370171"/>
              <a:gd name="csY21" fmla="*/ 745312 h 2217842"/>
              <a:gd name="csX22" fmla="*/ 634879 w 2370171"/>
              <a:gd name="csY22" fmla="*/ 691409 h 2217842"/>
              <a:gd name="csX23" fmla="*/ 577729 w 2370171"/>
              <a:gd name="csY23" fmla="*/ 719984 h 2217842"/>
              <a:gd name="csX24" fmla="*/ 666701 w 2370171"/>
              <a:gd name="csY24" fmla="*/ 857664 h 2217842"/>
              <a:gd name="csX25" fmla="*/ 770610 w 2370171"/>
              <a:gd name="csY25" fmla="*/ 1016775 h 2217842"/>
              <a:gd name="csX26" fmla="*/ 832306 w 2370171"/>
              <a:gd name="csY26" fmla="*/ 1104448 h 2217842"/>
              <a:gd name="csX27" fmla="*/ 918031 w 2370171"/>
              <a:gd name="csY27" fmla="*/ 1201863 h 2217842"/>
              <a:gd name="csX28" fmla="*/ 962842 w 2370171"/>
              <a:gd name="csY28" fmla="*/ 1247323 h 2217842"/>
              <a:gd name="csX29" fmla="*/ 1007653 w 2370171"/>
              <a:gd name="csY29" fmla="*/ 1289536 h 2217842"/>
              <a:gd name="csX30" fmla="*/ 1044670 w 2370171"/>
              <a:gd name="csY30" fmla="*/ 1341491 h 2217842"/>
              <a:gd name="csX31" fmla="*/ 1022590 w 2370171"/>
              <a:gd name="csY31" fmla="*/ 1372014 h 2217842"/>
              <a:gd name="csX32" fmla="*/ 997911 w 2370171"/>
              <a:gd name="csY32" fmla="*/ 1383704 h 2217842"/>
              <a:gd name="csX33" fmla="*/ 1008952 w 2370171"/>
              <a:gd name="csY33" fmla="*/ 1406434 h 2217842"/>
              <a:gd name="csX34" fmla="*/ 1016745 w 2370171"/>
              <a:gd name="csY34" fmla="*/ 1431762 h 2217842"/>
              <a:gd name="csX35" fmla="*/ 843996 w 2370171"/>
              <a:gd name="csY35" fmla="*/ 1492159 h 2217842"/>
              <a:gd name="csX36" fmla="*/ 751127 w 2370171"/>
              <a:gd name="csY36" fmla="*/ 1442802 h 2217842"/>
              <a:gd name="csX37" fmla="*/ 662155 w 2370171"/>
              <a:gd name="csY37" fmla="*/ 1375910 h 2217842"/>
              <a:gd name="csX38" fmla="*/ 579677 w 2370171"/>
              <a:gd name="csY38" fmla="*/ 1327852 h 2217842"/>
              <a:gd name="csX39" fmla="*/ 497849 w 2370171"/>
              <a:gd name="csY39" fmla="*/ 1273300 h 2217842"/>
              <a:gd name="csX40" fmla="*/ 406279 w 2370171"/>
              <a:gd name="csY40" fmla="*/ 1212254 h 2217842"/>
              <a:gd name="csX41" fmla="*/ 179627 w 2370171"/>
              <a:gd name="csY41" fmla="*/ 1104448 h 2217842"/>
              <a:gd name="csX42" fmla="*/ 226386 w 2370171"/>
              <a:gd name="csY42" fmla="*/ 1218099 h 2217842"/>
              <a:gd name="csX43" fmla="*/ 453687 w 2370171"/>
              <a:gd name="csY43" fmla="*/ 1466831 h 2217842"/>
              <a:gd name="csX44" fmla="*/ 625137 w 2370171"/>
              <a:gd name="csY44" fmla="*/ 1561648 h 2217842"/>
              <a:gd name="csX45" fmla="*/ 863479 w 2370171"/>
              <a:gd name="csY45" fmla="*/ 1650620 h 2217842"/>
              <a:gd name="csX46" fmla="*/ 922577 w 2370171"/>
              <a:gd name="csY46" fmla="*/ 1679195 h 2217842"/>
              <a:gd name="csX47" fmla="*/ 1012848 w 2370171"/>
              <a:gd name="csY47" fmla="*/ 1735046 h 2217842"/>
              <a:gd name="csX48" fmla="*/ 1014147 w 2370171"/>
              <a:gd name="csY48" fmla="*/ 1786351 h 2217842"/>
              <a:gd name="csX49" fmla="*/ 1027136 w 2370171"/>
              <a:gd name="csY49" fmla="*/ 1847398 h 2217842"/>
              <a:gd name="csX50" fmla="*/ 1043371 w 2370171"/>
              <a:gd name="csY50" fmla="*/ 1863634 h 2217842"/>
              <a:gd name="csX51" fmla="*/ 888807 w 2370171"/>
              <a:gd name="csY51" fmla="*/ 1986376 h 2217842"/>
              <a:gd name="csX52" fmla="*/ 684885 w 2370171"/>
              <a:gd name="csY52" fmla="*/ 2046124 h 2217842"/>
              <a:gd name="csX53" fmla="*/ 607603 w 2370171"/>
              <a:gd name="csY53" fmla="*/ 2029888 h 2217842"/>
              <a:gd name="csX54" fmla="*/ 434204 w 2370171"/>
              <a:gd name="csY54" fmla="*/ 2008457 h 2217842"/>
              <a:gd name="csX55" fmla="*/ 371209 w 2370171"/>
              <a:gd name="csY55" fmla="*/ 2005210 h 2217842"/>
              <a:gd name="csX56" fmla="*/ 351077 w 2370171"/>
              <a:gd name="csY56" fmla="*/ 1925979 h 2217842"/>
              <a:gd name="csX57" fmla="*/ 469274 w 2370171"/>
              <a:gd name="csY57" fmla="*/ 1753230 h 2217842"/>
              <a:gd name="csX58" fmla="*/ 523826 w 2370171"/>
              <a:gd name="csY58" fmla="*/ 1688287 h 2217842"/>
              <a:gd name="csX59" fmla="*/ 316657 w 2370171"/>
              <a:gd name="csY59" fmla="*/ 1393445 h 2217842"/>
              <a:gd name="csX60" fmla="*/ 80264 w 2370171"/>
              <a:gd name="csY60" fmla="*/ 1168742 h 2217842"/>
              <a:gd name="csX61" fmla="*/ 25712 w 2370171"/>
              <a:gd name="csY61" fmla="*/ 1138218 h 2217842"/>
              <a:gd name="csX62" fmla="*/ 6878 w 2370171"/>
              <a:gd name="csY62" fmla="*/ 1009631 h 2217842"/>
              <a:gd name="csX63" fmla="*/ 29608 w 2370171"/>
              <a:gd name="csY63" fmla="*/ 925854 h 2217842"/>
              <a:gd name="csX64" fmla="*/ 112736 w 2370171"/>
              <a:gd name="csY64" fmla="*/ 799215 h 2217842"/>
              <a:gd name="csX65" fmla="*/ 372508 w 2370171"/>
              <a:gd name="csY65" fmla="*/ 890785 h 2217842"/>
              <a:gd name="csX66" fmla="*/ 410175 w 2370171"/>
              <a:gd name="csY66" fmla="*/ 866106 h 2217842"/>
              <a:gd name="csX67" fmla="*/ 367962 w 2370171"/>
              <a:gd name="csY67" fmla="*/ 773238 h 2217842"/>
              <a:gd name="csX68" fmla="*/ 270548 w 2370171"/>
              <a:gd name="csY68" fmla="*/ 620621 h 2217842"/>
              <a:gd name="csX69" fmla="*/ 243921 w 2370171"/>
              <a:gd name="csY69" fmla="*/ 512816 h 2217842"/>
              <a:gd name="csX70" fmla="*/ 268599 w 2370171"/>
              <a:gd name="csY70" fmla="*/ 403062 h 2217842"/>
              <a:gd name="csX71" fmla="*/ 296525 w 2370171"/>
              <a:gd name="csY71" fmla="*/ 334222 h 2217842"/>
              <a:gd name="csX72" fmla="*/ 373158 w 2370171"/>
              <a:gd name="csY72" fmla="*/ 264733 h 2217842"/>
              <a:gd name="csX73" fmla="*/ 585522 w 2370171"/>
              <a:gd name="csY73" fmla="*/ 358251 h 2217842"/>
              <a:gd name="csX74" fmla="*/ 674494 w 2370171"/>
              <a:gd name="csY74" fmla="*/ 438131 h 2217842"/>
              <a:gd name="csX75" fmla="*/ 707615 w 2370171"/>
              <a:gd name="csY75" fmla="*/ 473850 h 2217842"/>
              <a:gd name="csX76" fmla="*/ 823214 w 2370171"/>
              <a:gd name="csY76" fmla="*/ 571914 h 2217842"/>
              <a:gd name="csX77" fmla="*/ 856984 w 2370171"/>
              <a:gd name="csY77" fmla="*/ 597891 h 2217842"/>
              <a:gd name="csX78" fmla="*/ 896600 w 2370171"/>
              <a:gd name="csY78" fmla="*/ 568667 h 2217842"/>
              <a:gd name="csX79" fmla="*/ 946606 w 2370171"/>
              <a:gd name="csY79" fmla="*/ 543339 h 2217842"/>
              <a:gd name="csX80" fmla="*/ 995313 w 2370171"/>
              <a:gd name="csY80" fmla="*/ 533597 h 2217842"/>
              <a:gd name="csX81" fmla="*/ 1038825 w 2370171"/>
              <a:gd name="csY81" fmla="*/ 525804 h 2217842"/>
              <a:gd name="csX82" fmla="*/ 1068050 w 2370171"/>
              <a:gd name="csY82" fmla="*/ 528402 h 2217842"/>
              <a:gd name="csX83" fmla="*/ 1101820 w 2370171"/>
              <a:gd name="csY83" fmla="*/ 566718 h 2217842"/>
              <a:gd name="csX84" fmla="*/ 1115458 w 2370171"/>
              <a:gd name="csY84" fmla="*/ 604385 h 2217842"/>
              <a:gd name="csX85" fmla="*/ 1126499 w 2370171"/>
              <a:gd name="csY85" fmla="*/ 681018 h 2217842"/>
              <a:gd name="csX86" fmla="*/ 1097274 w 2370171"/>
              <a:gd name="csY86" fmla="*/ 774537 h 2217842"/>
              <a:gd name="csX87" fmla="*/ 1065452 w 2370171"/>
              <a:gd name="csY87" fmla="*/ 937544 h 2217842"/>
              <a:gd name="csX88" fmla="*/ 1140786 w 2370171"/>
              <a:gd name="csY88" fmla="*/ 1199914 h 2217842"/>
              <a:gd name="csX89" fmla="*/ 1228459 w 2370171"/>
              <a:gd name="csY89" fmla="*/ 1251869 h 2217842"/>
              <a:gd name="csX90" fmla="*/ 1321978 w 2370171"/>
              <a:gd name="csY90" fmla="*/ 1206409 h 2217842"/>
              <a:gd name="csX91" fmla="*/ 1355748 w 2370171"/>
              <a:gd name="csY91" fmla="*/ 1099902 h 2217842"/>
              <a:gd name="csX92" fmla="*/ 1231707 w 2370171"/>
              <a:gd name="csY92" fmla="*/ 718685 h 2217842"/>
              <a:gd name="csX93" fmla="*/ 1225212 w 2370171"/>
              <a:gd name="csY93" fmla="*/ 700501 h 2217842"/>
              <a:gd name="csX94" fmla="*/ 1209626 w 2370171"/>
              <a:gd name="csY94" fmla="*/ 650495 h 2217842"/>
              <a:gd name="csX95" fmla="*/ 1194040 w 2370171"/>
              <a:gd name="csY95" fmla="*/ 612179 h 2217842"/>
              <a:gd name="csX96" fmla="*/ 1211574 w 2370171"/>
              <a:gd name="csY96" fmla="*/ 598541 h 2217842"/>
              <a:gd name="csX97" fmla="*/ 1228459 w 2370171"/>
              <a:gd name="csY97" fmla="*/ 585552 h 2217842"/>
              <a:gd name="csX98" fmla="*/ 1212873 w 2370171"/>
              <a:gd name="csY98" fmla="*/ 571914 h 2217842"/>
              <a:gd name="csX99" fmla="*/ 1186246 w 2370171"/>
              <a:gd name="csY99" fmla="*/ 558925 h 2217842"/>
              <a:gd name="csX100" fmla="*/ 1123901 w 2370171"/>
              <a:gd name="csY100" fmla="*/ 445275 h 2217842"/>
              <a:gd name="csX101" fmla="*/ 999859 w 2370171"/>
              <a:gd name="csY101" fmla="*/ 182904 h 2217842"/>
              <a:gd name="csX102" fmla="*/ 949853 w 2370171"/>
              <a:gd name="csY102" fmla="*/ 37431 h 2217842"/>
              <a:gd name="csX103" fmla="*/ 980377 w 2370171"/>
              <a:gd name="csY103" fmla="*/ 71851 h 2217842"/>
              <a:gd name="csX104" fmla="*/ 1086883 w 2370171"/>
              <a:gd name="csY104" fmla="*/ 203037 h 2217842"/>
              <a:gd name="csX105" fmla="*/ 1118706 w 2370171"/>
              <a:gd name="csY105" fmla="*/ 222519 h 2217842"/>
              <a:gd name="csX106" fmla="*/ 1166763 w 2370171"/>
              <a:gd name="csY106" fmla="*/ 269928 h 2217842"/>
              <a:gd name="csX107" fmla="*/ 1240149 w 2370171"/>
              <a:gd name="csY107" fmla="*/ 375136 h 2217842"/>
              <a:gd name="csX108" fmla="*/ 1245994 w 2370171"/>
              <a:gd name="csY108" fmla="*/ 345912 h 2217842"/>
              <a:gd name="csX109" fmla="*/ 1252488 w 2370171"/>
              <a:gd name="csY109" fmla="*/ 322532 h 2217842"/>
              <a:gd name="csX110" fmla="*/ 1299897 w 2370171"/>
              <a:gd name="csY110" fmla="*/ 388774 h 2217842"/>
              <a:gd name="csX111" fmla="*/ 1275868 w 2370171"/>
              <a:gd name="csY111" fmla="*/ 395918 h 2217842"/>
              <a:gd name="csX112" fmla="*/ 1251190 w 2370171"/>
              <a:gd name="csY112" fmla="*/ 425792 h 2217842"/>
              <a:gd name="csX113" fmla="*/ 1252488 w 2370171"/>
              <a:gd name="csY113" fmla="*/ 463459 h 2217842"/>
              <a:gd name="csX114" fmla="*/ 1248592 w 2370171"/>
              <a:gd name="csY114" fmla="*/ 474499 h 2217842"/>
              <a:gd name="csX115" fmla="*/ 1220017 w 2370171"/>
              <a:gd name="csY115" fmla="*/ 437481 h 2217842"/>
              <a:gd name="csX116" fmla="*/ 1173258 w 2370171"/>
              <a:gd name="csY116" fmla="*/ 396567 h 2217842"/>
              <a:gd name="csX117" fmla="*/ 1193390 w 2370171"/>
              <a:gd name="csY117" fmla="*/ 460212 h 2217842"/>
              <a:gd name="csX118" fmla="*/ 1202482 w 2370171"/>
              <a:gd name="csY118" fmla="*/ 506971 h 2217842"/>
              <a:gd name="csX119" fmla="*/ 1184298 w 2370171"/>
              <a:gd name="csY119" fmla="*/ 506321 h 2217842"/>
              <a:gd name="csX120" fmla="*/ 1204431 w 2370171"/>
              <a:gd name="csY120" fmla="*/ 534896 h 2217842"/>
              <a:gd name="csX121" fmla="*/ 1225212 w 2370171"/>
              <a:gd name="csY121" fmla="*/ 542689 h 2217842"/>
              <a:gd name="csX122" fmla="*/ 1263529 w 2370171"/>
              <a:gd name="csY122" fmla="*/ 529701 h 2217842"/>
              <a:gd name="csX123" fmla="*/ 1286908 w 2370171"/>
              <a:gd name="csY123" fmla="*/ 506971 h 2217842"/>
              <a:gd name="csX124" fmla="*/ 1296650 w 2370171"/>
              <a:gd name="csY124" fmla="*/ 526454 h 2217842"/>
              <a:gd name="csX125" fmla="*/ 1283661 w 2370171"/>
              <a:gd name="csY125" fmla="*/ 543339 h 2217842"/>
              <a:gd name="csX126" fmla="*/ 1312236 w 2370171"/>
              <a:gd name="csY126" fmla="*/ 549184 h 2217842"/>
              <a:gd name="csX127" fmla="*/ 1333667 w 2370171"/>
              <a:gd name="csY127" fmla="*/ 545287 h 2217842"/>
              <a:gd name="csX128" fmla="*/ 1351202 w 2370171"/>
              <a:gd name="csY128" fmla="*/ 542689 h 2217842"/>
              <a:gd name="csX129" fmla="*/ 1364840 w 2370171"/>
              <a:gd name="csY129" fmla="*/ 532948 h 2217842"/>
              <a:gd name="csX130" fmla="*/ 1410300 w 2370171"/>
              <a:gd name="csY130" fmla="*/ 621920 h 2217842"/>
              <a:gd name="csX131" fmla="*/ 1451864 w 2370171"/>
              <a:gd name="csY131" fmla="*/ 723231 h 2217842"/>
              <a:gd name="csX132" fmla="*/ 1514859 w 2370171"/>
              <a:gd name="csY132" fmla="*/ 729726 h 2217842"/>
              <a:gd name="csX133" fmla="*/ 1534991 w 2370171"/>
              <a:gd name="csY133" fmla="*/ 673225 h 2217842"/>
              <a:gd name="csX134" fmla="*/ 1550578 w 2370171"/>
              <a:gd name="csY134" fmla="*/ 627765 h 2217842"/>
              <a:gd name="csX135" fmla="*/ 1553175 w 2370171"/>
              <a:gd name="csY135" fmla="*/ 571914 h 2217842"/>
              <a:gd name="csX136" fmla="*/ 1557072 w 2370171"/>
              <a:gd name="csY136" fmla="*/ 536195 h 2217842"/>
              <a:gd name="csX137" fmla="*/ 1566813 w 2370171"/>
              <a:gd name="csY137" fmla="*/ 490735 h 2217842"/>
              <a:gd name="csX138" fmla="*/ 1636303 w 2370171"/>
              <a:gd name="csY138" fmla="*/ 355653 h 2217842"/>
              <a:gd name="csX139" fmla="*/ 1664878 w 2370171"/>
              <a:gd name="csY139" fmla="*/ 299152 h 2217842"/>
              <a:gd name="csX140" fmla="*/ 1675918 w 2370171"/>
              <a:gd name="csY140" fmla="*/ 267980 h 2217842"/>
              <a:gd name="csX141" fmla="*/ 1729821 w 2370171"/>
              <a:gd name="csY141" fmla="*/ 254342 h 2217842"/>
              <a:gd name="csX142" fmla="*/ 1905817 w 2370171"/>
              <a:gd name="csY142" fmla="*/ 276422 h 2217842"/>
              <a:gd name="csX143" fmla="*/ 2033755 w 2370171"/>
              <a:gd name="csY143" fmla="*/ 419947 h 2217842"/>
              <a:gd name="csX144" fmla="*/ 2082462 w 2370171"/>
              <a:gd name="csY144" fmla="*/ 493982 h 2217842"/>
              <a:gd name="csX145" fmla="*/ 2121428 w 2370171"/>
              <a:gd name="csY145" fmla="*/ 569966 h 2217842"/>
              <a:gd name="csX146" fmla="*/ 2131819 w 2370171"/>
              <a:gd name="csY146" fmla="*/ 603736 h 2217842"/>
              <a:gd name="csX147" fmla="*/ 2192866 w 2370171"/>
              <a:gd name="csY147" fmla="*/ 780381 h 2217842"/>
              <a:gd name="csX148" fmla="*/ 2186371 w 2370171"/>
              <a:gd name="csY148" fmla="*/ 802462 h 2217842"/>
              <a:gd name="csX149" fmla="*/ 2195464 w 2370171"/>
              <a:gd name="csY149" fmla="*/ 860911 h 2217842"/>
              <a:gd name="csX150" fmla="*/ 2235079 w 2370171"/>
              <a:gd name="csY150" fmla="*/ 994694 h 2217842"/>
              <a:gd name="csX151" fmla="*/ 2228585 w 2370171"/>
              <a:gd name="csY151" fmla="*/ 1035608 h 2217842"/>
              <a:gd name="csX152" fmla="*/ 2243521 w 2370171"/>
              <a:gd name="csY152" fmla="*/ 1086264 h 2217842"/>
              <a:gd name="csX153" fmla="*/ 2268200 w 2370171"/>
              <a:gd name="csY153" fmla="*/ 1099902 h 2217842"/>
              <a:gd name="csX154" fmla="*/ 2296775 w 2370171"/>
              <a:gd name="csY154" fmla="*/ 1210305 h 2217842"/>
              <a:gd name="csX155" fmla="*/ 2313011 w 2370171"/>
              <a:gd name="csY155" fmla="*/ 1257714 h 2217842"/>
              <a:gd name="csX156" fmla="*/ 2363666 w 2370171"/>
              <a:gd name="csY156" fmla="*/ 1406434 h 2217842"/>
              <a:gd name="csX157" fmla="*/ 2318206 w 2370171"/>
              <a:gd name="csY157" fmla="*/ 1528527 h 2217842"/>
              <a:gd name="csX158" fmla="*/ 2118831 w 2370171"/>
              <a:gd name="csY158" fmla="*/ 1657114 h 2217842"/>
              <a:gd name="csX159" fmla="*/ 1879190 w 2370171"/>
              <a:gd name="csY159" fmla="*/ 1672701 h 2217842"/>
              <a:gd name="csX160" fmla="*/ 1815546 w 2370171"/>
              <a:gd name="csY160" fmla="*/ 1709718 h 2217842"/>
              <a:gd name="csX161" fmla="*/ 1935041 w 2370171"/>
              <a:gd name="csY161" fmla="*/ 2085739 h 2217842"/>
              <a:gd name="csX162" fmla="*/ 1871397 w 2370171"/>
              <a:gd name="csY162" fmla="*/ 2182505 h 2217842"/>
              <a:gd name="csX163" fmla="*/ 1709688 w 2370171"/>
              <a:gd name="csY163" fmla="*/ 2198091 h 2217842"/>
              <a:gd name="csX164" fmla="*/ 1877891 w 2370171"/>
              <a:gd name="csY164" fmla="*/ 1413577 h 2217842"/>
              <a:gd name="csX165" fmla="*/ 1920104 w 2370171"/>
              <a:gd name="csY165" fmla="*/ 1281743 h 2217842"/>
              <a:gd name="csX166" fmla="*/ 1896075 w 2370171"/>
              <a:gd name="csY166" fmla="*/ 1110942 h 2217842"/>
              <a:gd name="csX167" fmla="*/ 1888932 w 2370171"/>
              <a:gd name="csY167" fmla="*/ 1081068 h 2217842"/>
              <a:gd name="csX168" fmla="*/ 1881138 w 2370171"/>
              <a:gd name="csY168" fmla="*/ 1036258 h 2217842"/>
              <a:gd name="csX169" fmla="*/ 1870748 w 2370171"/>
              <a:gd name="csY169" fmla="*/ 1016125 h 2217842"/>
              <a:gd name="csX170" fmla="*/ 1840874 w 2370171"/>
              <a:gd name="csY170" fmla="*/ 930400 h 2217842"/>
              <a:gd name="csX171" fmla="*/ 1840874 w 2370171"/>
              <a:gd name="csY171" fmla="*/ 882342 h 2217842"/>
              <a:gd name="csX172" fmla="*/ 1838925 w 2370171"/>
              <a:gd name="csY172" fmla="*/ 857664 h 2217842"/>
              <a:gd name="csX173" fmla="*/ 1825287 w 2370171"/>
              <a:gd name="csY173" fmla="*/ 842077 h 2217842"/>
              <a:gd name="csX174" fmla="*/ 1805804 w 2370171"/>
              <a:gd name="csY174" fmla="*/ 812853 h 2217842"/>
              <a:gd name="csX175" fmla="*/ 1790218 w 2370171"/>
              <a:gd name="csY175" fmla="*/ 782979 h 2217842"/>
              <a:gd name="csX176" fmla="*/ 1781126 w 2370171"/>
              <a:gd name="csY176" fmla="*/ 745962 h 2217842"/>
              <a:gd name="csX177" fmla="*/ 1764890 w 2370171"/>
              <a:gd name="csY177" fmla="*/ 692059 h 2217842"/>
              <a:gd name="csX178" fmla="*/ 1720729 w 2370171"/>
              <a:gd name="csY178" fmla="*/ 633610 h 2217842"/>
              <a:gd name="csX179" fmla="*/ 1579153 w 2370171"/>
              <a:gd name="csY179" fmla="*/ 795968 h 2217842"/>
              <a:gd name="csX180" fmla="*/ 1535641 w 2370171"/>
              <a:gd name="csY180" fmla="*/ 873900 h 2217842"/>
              <a:gd name="csX181" fmla="*/ 1549279 w 2370171"/>
              <a:gd name="csY181" fmla="*/ 915463 h 2217842"/>
              <a:gd name="csX182" fmla="*/ 1553825 w 2370171"/>
              <a:gd name="csY182" fmla="*/ 967418 h 2217842"/>
              <a:gd name="csX183" fmla="*/ 1565515 w 2370171"/>
              <a:gd name="csY183" fmla="*/ 1012878 h 2217842"/>
              <a:gd name="csX184" fmla="*/ 1575906 w 2370171"/>
              <a:gd name="csY184" fmla="*/ 1039505 h 2217842"/>
              <a:gd name="csX185" fmla="*/ 1588245 w 2370171"/>
              <a:gd name="csY185" fmla="*/ 1072626 h 2217842"/>
              <a:gd name="csX186" fmla="*/ 1620716 w 2370171"/>
              <a:gd name="csY186" fmla="*/ 1164196 h 2217842"/>
              <a:gd name="csX187" fmla="*/ 1646044 w 2370171"/>
              <a:gd name="csY187" fmla="*/ 1229139 h 2217842"/>
              <a:gd name="csX188" fmla="*/ 1673320 w 2370171"/>
              <a:gd name="csY188" fmla="*/ 1292783 h 2217842"/>
              <a:gd name="csX189" fmla="*/ 1723327 w 2370171"/>
              <a:gd name="csY189" fmla="*/ 1368767 h 2217842"/>
              <a:gd name="csX190" fmla="*/ 1840874 w 2370171"/>
              <a:gd name="csY190" fmla="*/ 1422670 h 2217842"/>
              <a:gd name="csX191" fmla="*/ 1877891 w 2370171"/>
              <a:gd name="csY191" fmla="*/ 1413577 h 2217842"/>
              <a:gd name="csX192" fmla="*/ 1882437 w 2370171"/>
              <a:gd name="csY192" fmla="*/ 841428 h 2217842"/>
              <a:gd name="csX193" fmla="*/ 1875294 w 2370171"/>
              <a:gd name="csY193" fmla="*/ 832985 h 2217842"/>
              <a:gd name="csX194" fmla="*/ 1868150 w 2370171"/>
              <a:gd name="csY194" fmla="*/ 841428 h 2217842"/>
              <a:gd name="csX195" fmla="*/ 1875294 w 2370171"/>
              <a:gd name="csY195" fmla="*/ 849871 h 2217842"/>
              <a:gd name="csX196" fmla="*/ 1882437 w 2370171"/>
              <a:gd name="csY196" fmla="*/ 841428 h 2217842"/>
              <a:gd name="csX197" fmla="*/ 1540836 w 2370171"/>
              <a:gd name="csY197" fmla="*/ 805060 h 2217842"/>
              <a:gd name="csX198" fmla="*/ 1537589 w 2370171"/>
              <a:gd name="csY198" fmla="*/ 790772 h 2217842"/>
              <a:gd name="csX199" fmla="*/ 1523951 w 2370171"/>
              <a:gd name="csY199" fmla="*/ 792721 h 2217842"/>
              <a:gd name="csX200" fmla="*/ 1517457 w 2370171"/>
              <a:gd name="csY200" fmla="*/ 807658 h 2217842"/>
              <a:gd name="csX201" fmla="*/ 1540836 w 2370171"/>
              <a:gd name="csY201" fmla="*/ 805060 h 2217842"/>
              <a:gd name="csX202" fmla="*/ 1549928 w 2370171"/>
              <a:gd name="csY202" fmla="*/ 763496 h 2217842"/>
              <a:gd name="csX203" fmla="*/ 1541486 w 2370171"/>
              <a:gd name="csY203" fmla="*/ 749858 h 2217842"/>
              <a:gd name="csX204" fmla="*/ 1536290 w 2370171"/>
              <a:gd name="csY204" fmla="*/ 773238 h 2217842"/>
              <a:gd name="csX205" fmla="*/ 1549928 w 2370171"/>
              <a:gd name="csY205" fmla="*/ 763496 h 2217842"/>
              <a:gd name="csX206" fmla="*/ 1300546 w 2370171"/>
              <a:gd name="csY206" fmla="*/ 635558 h 2217842"/>
              <a:gd name="csX207" fmla="*/ 1292104 w 2370171"/>
              <a:gd name="csY207" fmla="*/ 599190 h 2217842"/>
              <a:gd name="csX208" fmla="*/ 1260931 w 2370171"/>
              <a:gd name="csY208" fmla="*/ 571914 h 2217842"/>
              <a:gd name="csX209" fmla="*/ 1277816 w 2370171"/>
              <a:gd name="csY209" fmla="*/ 633610 h 2217842"/>
              <a:gd name="csX210" fmla="*/ 1300546 w 2370171"/>
              <a:gd name="csY210" fmla="*/ 635558 h 2217842"/>
              <a:gd name="csX211" fmla="*/ 1384973 w 2370171"/>
              <a:gd name="csY211" fmla="*/ 614127 h 2217842"/>
              <a:gd name="csX212" fmla="*/ 1360944 w 2370171"/>
              <a:gd name="csY212" fmla="*/ 565420 h 2217842"/>
              <a:gd name="csX213" fmla="*/ 1358346 w 2370171"/>
              <a:gd name="csY213" fmla="*/ 604385 h 2217842"/>
              <a:gd name="csX214" fmla="*/ 1384973 w 2370171"/>
              <a:gd name="csY214" fmla="*/ 614127 h 2217842"/>
              <a:gd name="csX215" fmla="*/ 1173258 w 2370171"/>
              <a:gd name="csY215" fmla="*/ 458913 h 2217842"/>
              <a:gd name="csX216" fmla="*/ 1153775 w 2370171"/>
              <a:gd name="csY216" fmla="*/ 422544 h 2217842"/>
              <a:gd name="csX217" fmla="*/ 1155074 w 2370171"/>
              <a:gd name="csY217" fmla="*/ 453717 h 2217842"/>
              <a:gd name="csX218" fmla="*/ 1173258 w 2370171"/>
              <a:gd name="csY218" fmla="*/ 458913 h 2217842"/>
              <a:gd name="csX219" fmla="*/ 1166763 w 2370171"/>
              <a:gd name="csY219" fmla="*/ 308244 h 2217842"/>
              <a:gd name="csX220" fmla="*/ 1130395 w 2370171"/>
              <a:gd name="csY220" fmla="*/ 253692 h 2217842"/>
              <a:gd name="csX221" fmla="*/ 1134941 w 2370171"/>
              <a:gd name="csY221" fmla="*/ 301750 h 2217842"/>
              <a:gd name="csX222" fmla="*/ 1166763 w 2370171"/>
              <a:gd name="csY222" fmla="*/ 308244 h 22178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</a:cxnLst>
            <a:rect l="l" t="t" r="r" b="b"/>
            <a:pathLst>
              <a:path w="2370171" h="2217842">
                <a:moveTo>
                  <a:pt x="1709688" y="2198091"/>
                </a:moveTo>
                <a:cubicBezTo>
                  <a:pt x="1646044" y="2178608"/>
                  <a:pt x="1631757" y="2169516"/>
                  <a:pt x="1615521" y="2138343"/>
                </a:cubicBezTo>
                <a:cubicBezTo>
                  <a:pt x="1609027" y="2125355"/>
                  <a:pt x="1588245" y="2087038"/>
                  <a:pt x="1569411" y="2053917"/>
                </a:cubicBezTo>
                <a:cubicBezTo>
                  <a:pt x="1550578" y="2020796"/>
                  <a:pt x="1536940" y="1992221"/>
                  <a:pt x="1538888" y="1990273"/>
                </a:cubicBezTo>
                <a:cubicBezTo>
                  <a:pt x="1540836" y="1987675"/>
                  <a:pt x="1553825" y="1995468"/>
                  <a:pt x="1567463" y="2006509"/>
                </a:cubicBezTo>
                <a:cubicBezTo>
                  <a:pt x="1596038" y="2029888"/>
                  <a:pt x="1618119" y="2032486"/>
                  <a:pt x="1627860" y="2013003"/>
                </a:cubicBezTo>
                <a:cubicBezTo>
                  <a:pt x="1637602" y="1996118"/>
                  <a:pt x="1633705" y="1981181"/>
                  <a:pt x="1587595" y="1838306"/>
                </a:cubicBezTo>
                <a:cubicBezTo>
                  <a:pt x="1566164" y="1772064"/>
                  <a:pt x="1544083" y="1703874"/>
                  <a:pt x="1538238" y="1685689"/>
                </a:cubicBezTo>
                <a:cubicBezTo>
                  <a:pt x="1533043" y="1668155"/>
                  <a:pt x="1517457" y="1627241"/>
                  <a:pt x="1505117" y="1594769"/>
                </a:cubicBezTo>
                <a:lnTo>
                  <a:pt x="1481738" y="1536320"/>
                </a:lnTo>
                <a:lnTo>
                  <a:pt x="1425237" y="1505147"/>
                </a:lnTo>
                <a:cubicBezTo>
                  <a:pt x="1391467" y="1486314"/>
                  <a:pt x="1355099" y="1472026"/>
                  <a:pt x="1334317" y="1468130"/>
                </a:cubicBezTo>
                <a:cubicBezTo>
                  <a:pt x="1282362" y="1459687"/>
                  <a:pt x="1206379" y="1418124"/>
                  <a:pt x="1185597" y="1386951"/>
                </a:cubicBezTo>
                <a:cubicBezTo>
                  <a:pt x="1166763" y="1358376"/>
                  <a:pt x="1088832" y="1206409"/>
                  <a:pt x="1023888" y="1072626"/>
                </a:cubicBezTo>
                <a:cubicBezTo>
                  <a:pt x="974532" y="970665"/>
                  <a:pt x="951152" y="935596"/>
                  <a:pt x="932968" y="935596"/>
                </a:cubicBezTo>
                <a:cubicBezTo>
                  <a:pt x="925175" y="935596"/>
                  <a:pt x="906991" y="942090"/>
                  <a:pt x="892054" y="949234"/>
                </a:cubicBezTo>
                <a:cubicBezTo>
                  <a:pt x="876467" y="957676"/>
                  <a:pt x="851789" y="963521"/>
                  <a:pt x="832306" y="964171"/>
                </a:cubicBezTo>
                <a:cubicBezTo>
                  <a:pt x="801133" y="964820"/>
                  <a:pt x="799834" y="964171"/>
                  <a:pt x="797886" y="945987"/>
                </a:cubicBezTo>
                <a:cubicBezTo>
                  <a:pt x="796587" y="935596"/>
                  <a:pt x="800484" y="913515"/>
                  <a:pt x="806978" y="897279"/>
                </a:cubicBezTo>
                <a:cubicBezTo>
                  <a:pt x="813473" y="881043"/>
                  <a:pt x="818668" y="853118"/>
                  <a:pt x="818668" y="835583"/>
                </a:cubicBezTo>
                <a:cubicBezTo>
                  <a:pt x="818668" y="807008"/>
                  <a:pt x="816070" y="801813"/>
                  <a:pt x="794639" y="783629"/>
                </a:cubicBezTo>
                <a:cubicBezTo>
                  <a:pt x="781650" y="772588"/>
                  <a:pt x="755024" y="755703"/>
                  <a:pt x="736190" y="745312"/>
                </a:cubicBezTo>
                <a:cubicBezTo>
                  <a:pt x="718006" y="735571"/>
                  <a:pt x="671896" y="711542"/>
                  <a:pt x="634879" y="691409"/>
                </a:cubicBezTo>
                <a:cubicBezTo>
                  <a:pt x="542659" y="642702"/>
                  <a:pt x="525774" y="651794"/>
                  <a:pt x="577729" y="719984"/>
                </a:cubicBezTo>
                <a:cubicBezTo>
                  <a:pt x="593315" y="740117"/>
                  <a:pt x="633580" y="802462"/>
                  <a:pt x="666701" y="857664"/>
                </a:cubicBezTo>
                <a:cubicBezTo>
                  <a:pt x="699822" y="912866"/>
                  <a:pt x="747230" y="984952"/>
                  <a:pt x="770610" y="1016775"/>
                </a:cubicBezTo>
                <a:cubicBezTo>
                  <a:pt x="794639" y="1049246"/>
                  <a:pt x="822565" y="1088212"/>
                  <a:pt x="832306" y="1104448"/>
                </a:cubicBezTo>
                <a:cubicBezTo>
                  <a:pt x="860232" y="1148609"/>
                  <a:pt x="894652" y="1188225"/>
                  <a:pt x="918031" y="1201863"/>
                </a:cubicBezTo>
                <a:cubicBezTo>
                  <a:pt x="929721" y="1208357"/>
                  <a:pt x="949853" y="1229139"/>
                  <a:pt x="962842" y="1247323"/>
                </a:cubicBezTo>
                <a:cubicBezTo>
                  <a:pt x="976480" y="1266156"/>
                  <a:pt x="995963" y="1284341"/>
                  <a:pt x="1007653" y="1289536"/>
                </a:cubicBezTo>
                <a:cubicBezTo>
                  <a:pt x="1031682" y="1299277"/>
                  <a:pt x="1041423" y="1312916"/>
                  <a:pt x="1044670" y="1341491"/>
                </a:cubicBezTo>
                <a:cubicBezTo>
                  <a:pt x="1046619" y="1357726"/>
                  <a:pt x="1043371" y="1362272"/>
                  <a:pt x="1022590" y="1372014"/>
                </a:cubicBezTo>
                <a:lnTo>
                  <a:pt x="997911" y="1383704"/>
                </a:lnTo>
                <a:lnTo>
                  <a:pt x="1008952" y="1406434"/>
                </a:lnTo>
                <a:cubicBezTo>
                  <a:pt x="1014796" y="1418773"/>
                  <a:pt x="1018693" y="1430463"/>
                  <a:pt x="1016745" y="1431762"/>
                </a:cubicBezTo>
                <a:cubicBezTo>
                  <a:pt x="1012848" y="1435009"/>
                  <a:pt x="861530" y="1488262"/>
                  <a:pt x="843996" y="1492159"/>
                </a:cubicBezTo>
                <a:cubicBezTo>
                  <a:pt x="816720" y="1498653"/>
                  <a:pt x="795938" y="1486963"/>
                  <a:pt x="751127" y="1442802"/>
                </a:cubicBezTo>
                <a:cubicBezTo>
                  <a:pt x="721903" y="1413577"/>
                  <a:pt x="691379" y="1390198"/>
                  <a:pt x="662155" y="1375910"/>
                </a:cubicBezTo>
                <a:cubicBezTo>
                  <a:pt x="638126" y="1363571"/>
                  <a:pt x="601108" y="1342140"/>
                  <a:pt x="579677" y="1327852"/>
                </a:cubicBezTo>
                <a:cubicBezTo>
                  <a:pt x="558895" y="1314214"/>
                  <a:pt x="521878" y="1289536"/>
                  <a:pt x="497849" y="1273300"/>
                </a:cubicBezTo>
                <a:cubicBezTo>
                  <a:pt x="473820" y="1257064"/>
                  <a:pt x="432256" y="1229788"/>
                  <a:pt x="406279" y="1212254"/>
                </a:cubicBezTo>
                <a:cubicBezTo>
                  <a:pt x="325749" y="1159000"/>
                  <a:pt x="211449" y="1104448"/>
                  <a:pt x="179627" y="1104448"/>
                </a:cubicBezTo>
                <a:cubicBezTo>
                  <a:pt x="155598" y="1104448"/>
                  <a:pt x="165989" y="1128477"/>
                  <a:pt x="226386" y="1218099"/>
                </a:cubicBezTo>
                <a:cubicBezTo>
                  <a:pt x="295875" y="1321358"/>
                  <a:pt x="380301" y="1413577"/>
                  <a:pt x="453687" y="1466831"/>
                </a:cubicBezTo>
                <a:cubicBezTo>
                  <a:pt x="583574" y="1560349"/>
                  <a:pt x="577079" y="1557102"/>
                  <a:pt x="625137" y="1561648"/>
                </a:cubicBezTo>
                <a:cubicBezTo>
                  <a:pt x="719305" y="1571389"/>
                  <a:pt x="802432" y="1602562"/>
                  <a:pt x="863479" y="1650620"/>
                </a:cubicBezTo>
                <a:cubicBezTo>
                  <a:pt x="884261" y="1666856"/>
                  <a:pt x="904393" y="1676597"/>
                  <a:pt x="922577" y="1679195"/>
                </a:cubicBezTo>
                <a:cubicBezTo>
                  <a:pt x="962842" y="1685689"/>
                  <a:pt x="999210" y="1707770"/>
                  <a:pt x="1012848" y="1735046"/>
                </a:cubicBezTo>
                <a:cubicBezTo>
                  <a:pt x="1023239" y="1756477"/>
                  <a:pt x="1023239" y="1760374"/>
                  <a:pt x="1014147" y="1786351"/>
                </a:cubicBezTo>
                <a:cubicBezTo>
                  <a:pt x="1002457" y="1819472"/>
                  <a:pt x="1005704" y="1833110"/>
                  <a:pt x="1027136" y="1847398"/>
                </a:cubicBezTo>
                <a:cubicBezTo>
                  <a:pt x="1036228" y="1853243"/>
                  <a:pt x="1043371" y="1860387"/>
                  <a:pt x="1043371" y="1863634"/>
                </a:cubicBezTo>
                <a:cubicBezTo>
                  <a:pt x="1043371" y="1875973"/>
                  <a:pt x="934267" y="1962997"/>
                  <a:pt x="888807" y="1986376"/>
                </a:cubicBezTo>
                <a:cubicBezTo>
                  <a:pt x="832306" y="2015601"/>
                  <a:pt x="727748" y="2046124"/>
                  <a:pt x="684885" y="2046124"/>
                </a:cubicBezTo>
                <a:cubicBezTo>
                  <a:pt x="668649" y="2046124"/>
                  <a:pt x="634229" y="2038980"/>
                  <a:pt x="607603" y="2029888"/>
                </a:cubicBezTo>
                <a:cubicBezTo>
                  <a:pt x="538763" y="2006509"/>
                  <a:pt x="483561" y="1999365"/>
                  <a:pt x="434204" y="2008457"/>
                </a:cubicBezTo>
                <a:cubicBezTo>
                  <a:pt x="399784" y="2014951"/>
                  <a:pt x="390692" y="2014302"/>
                  <a:pt x="371209" y="2005210"/>
                </a:cubicBezTo>
                <a:cubicBezTo>
                  <a:pt x="342634" y="1991572"/>
                  <a:pt x="336790" y="1970141"/>
                  <a:pt x="351077" y="1925979"/>
                </a:cubicBezTo>
                <a:cubicBezTo>
                  <a:pt x="366663" y="1876622"/>
                  <a:pt x="407578" y="1816875"/>
                  <a:pt x="469274" y="1753230"/>
                </a:cubicBezTo>
                <a:cubicBezTo>
                  <a:pt x="499148" y="1722058"/>
                  <a:pt x="523826" y="1692833"/>
                  <a:pt x="523826" y="1688287"/>
                </a:cubicBezTo>
                <a:cubicBezTo>
                  <a:pt x="523176" y="1653218"/>
                  <a:pt x="455636" y="1557102"/>
                  <a:pt x="316657" y="1393445"/>
                </a:cubicBezTo>
                <a:cubicBezTo>
                  <a:pt x="192616" y="1247323"/>
                  <a:pt x="120529" y="1179133"/>
                  <a:pt x="80264" y="1168742"/>
                </a:cubicBezTo>
                <a:cubicBezTo>
                  <a:pt x="64028" y="1164845"/>
                  <a:pt x="40649" y="1151856"/>
                  <a:pt x="25712" y="1138218"/>
                </a:cubicBezTo>
                <a:cubicBezTo>
                  <a:pt x="-10656" y="1105097"/>
                  <a:pt x="-15202" y="1071327"/>
                  <a:pt x="6878" y="1009631"/>
                </a:cubicBezTo>
                <a:cubicBezTo>
                  <a:pt x="15970" y="984952"/>
                  <a:pt x="25712" y="947285"/>
                  <a:pt x="29608" y="925854"/>
                </a:cubicBezTo>
                <a:cubicBezTo>
                  <a:pt x="41298" y="849221"/>
                  <a:pt x="74419" y="799215"/>
                  <a:pt x="112736" y="799215"/>
                </a:cubicBezTo>
                <a:cubicBezTo>
                  <a:pt x="154949" y="799215"/>
                  <a:pt x="304318" y="851819"/>
                  <a:pt x="372508" y="890785"/>
                </a:cubicBezTo>
                <a:cubicBezTo>
                  <a:pt x="417969" y="916762"/>
                  <a:pt x="431607" y="907670"/>
                  <a:pt x="410175" y="866106"/>
                </a:cubicBezTo>
                <a:cubicBezTo>
                  <a:pt x="404980" y="856365"/>
                  <a:pt x="386146" y="814152"/>
                  <a:pt x="367962" y="773238"/>
                </a:cubicBezTo>
                <a:cubicBezTo>
                  <a:pt x="328347" y="683616"/>
                  <a:pt x="297174" y="634259"/>
                  <a:pt x="270548" y="620621"/>
                </a:cubicBezTo>
                <a:cubicBezTo>
                  <a:pt x="240674" y="605035"/>
                  <a:pt x="238076" y="594644"/>
                  <a:pt x="243921" y="512816"/>
                </a:cubicBezTo>
                <a:cubicBezTo>
                  <a:pt x="248467" y="447223"/>
                  <a:pt x="251065" y="434234"/>
                  <a:pt x="268599" y="403062"/>
                </a:cubicBezTo>
                <a:cubicBezTo>
                  <a:pt x="279640" y="383579"/>
                  <a:pt x="291979" y="352406"/>
                  <a:pt x="296525" y="334222"/>
                </a:cubicBezTo>
                <a:cubicBezTo>
                  <a:pt x="306916" y="286813"/>
                  <a:pt x="332244" y="264083"/>
                  <a:pt x="373158" y="264733"/>
                </a:cubicBezTo>
                <a:cubicBezTo>
                  <a:pt x="406928" y="264733"/>
                  <a:pt x="492653" y="303049"/>
                  <a:pt x="585522" y="358251"/>
                </a:cubicBezTo>
                <a:cubicBezTo>
                  <a:pt x="641373" y="391372"/>
                  <a:pt x="658908" y="407608"/>
                  <a:pt x="674494" y="438131"/>
                </a:cubicBezTo>
                <a:cubicBezTo>
                  <a:pt x="680339" y="448522"/>
                  <a:pt x="694627" y="464758"/>
                  <a:pt x="707615" y="473850"/>
                </a:cubicBezTo>
                <a:cubicBezTo>
                  <a:pt x="771259" y="519959"/>
                  <a:pt x="804380" y="547885"/>
                  <a:pt x="823214" y="571914"/>
                </a:cubicBezTo>
                <a:cubicBezTo>
                  <a:pt x="834904" y="586201"/>
                  <a:pt x="849841" y="597891"/>
                  <a:pt x="856984" y="597891"/>
                </a:cubicBezTo>
                <a:cubicBezTo>
                  <a:pt x="864128" y="597891"/>
                  <a:pt x="881663" y="584902"/>
                  <a:pt x="896600" y="568667"/>
                </a:cubicBezTo>
                <a:cubicBezTo>
                  <a:pt x="921278" y="542689"/>
                  <a:pt x="925824" y="540092"/>
                  <a:pt x="946606" y="543339"/>
                </a:cubicBezTo>
                <a:cubicBezTo>
                  <a:pt x="962842" y="545937"/>
                  <a:pt x="977129" y="543339"/>
                  <a:pt x="995313" y="533597"/>
                </a:cubicBezTo>
                <a:cubicBezTo>
                  <a:pt x="1016095" y="522557"/>
                  <a:pt x="1025837" y="521258"/>
                  <a:pt x="1038825" y="525804"/>
                </a:cubicBezTo>
                <a:cubicBezTo>
                  <a:pt x="1047268" y="529051"/>
                  <a:pt x="1060906" y="530350"/>
                  <a:pt x="1068050" y="528402"/>
                </a:cubicBezTo>
                <a:cubicBezTo>
                  <a:pt x="1082337" y="525155"/>
                  <a:pt x="1101820" y="547235"/>
                  <a:pt x="1101820" y="566718"/>
                </a:cubicBezTo>
                <a:cubicBezTo>
                  <a:pt x="1101820" y="573213"/>
                  <a:pt x="1107665" y="590098"/>
                  <a:pt x="1115458" y="604385"/>
                </a:cubicBezTo>
                <a:cubicBezTo>
                  <a:pt x="1127148" y="625817"/>
                  <a:pt x="1128447" y="638805"/>
                  <a:pt x="1126499" y="681018"/>
                </a:cubicBezTo>
                <a:cubicBezTo>
                  <a:pt x="1124550" y="726479"/>
                  <a:pt x="1121303" y="734921"/>
                  <a:pt x="1097274" y="774537"/>
                </a:cubicBezTo>
                <a:cubicBezTo>
                  <a:pt x="1057659" y="837531"/>
                  <a:pt x="1053762" y="858313"/>
                  <a:pt x="1065452" y="937544"/>
                </a:cubicBezTo>
                <a:cubicBezTo>
                  <a:pt x="1081038" y="1040804"/>
                  <a:pt x="1105717" y="1127827"/>
                  <a:pt x="1140786" y="1199914"/>
                </a:cubicBezTo>
                <a:cubicBezTo>
                  <a:pt x="1180402" y="1281093"/>
                  <a:pt x="1193390" y="1288887"/>
                  <a:pt x="1228459" y="1251869"/>
                </a:cubicBezTo>
                <a:cubicBezTo>
                  <a:pt x="1257034" y="1221995"/>
                  <a:pt x="1278466" y="1210955"/>
                  <a:pt x="1321978" y="1206409"/>
                </a:cubicBezTo>
                <a:cubicBezTo>
                  <a:pt x="1379128" y="1199914"/>
                  <a:pt x="1380427" y="1196667"/>
                  <a:pt x="1355748" y="1099902"/>
                </a:cubicBezTo>
                <a:cubicBezTo>
                  <a:pt x="1331070" y="1005734"/>
                  <a:pt x="1241448" y="728427"/>
                  <a:pt x="1231707" y="718685"/>
                </a:cubicBezTo>
                <a:cubicBezTo>
                  <a:pt x="1227810" y="714789"/>
                  <a:pt x="1225212" y="706996"/>
                  <a:pt x="1225212" y="700501"/>
                </a:cubicBezTo>
                <a:cubicBezTo>
                  <a:pt x="1225212" y="694007"/>
                  <a:pt x="1218069" y="671277"/>
                  <a:pt x="1209626" y="650495"/>
                </a:cubicBezTo>
                <a:lnTo>
                  <a:pt x="1194040" y="612179"/>
                </a:lnTo>
                <a:lnTo>
                  <a:pt x="1211574" y="598541"/>
                </a:lnTo>
                <a:lnTo>
                  <a:pt x="1228459" y="585552"/>
                </a:lnTo>
                <a:lnTo>
                  <a:pt x="1212873" y="571914"/>
                </a:lnTo>
                <a:cubicBezTo>
                  <a:pt x="1204431" y="564770"/>
                  <a:pt x="1192741" y="558925"/>
                  <a:pt x="1186246" y="558925"/>
                </a:cubicBezTo>
                <a:cubicBezTo>
                  <a:pt x="1173258" y="558925"/>
                  <a:pt x="1164815" y="542689"/>
                  <a:pt x="1123901" y="445275"/>
                </a:cubicBezTo>
                <a:cubicBezTo>
                  <a:pt x="1110912" y="413452"/>
                  <a:pt x="1055061" y="295256"/>
                  <a:pt x="999859" y="182904"/>
                </a:cubicBezTo>
                <a:cubicBezTo>
                  <a:pt x="907640" y="-6730"/>
                  <a:pt x="893353" y="-47644"/>
                  <a:pt x="949853" y="37431"/>
                </a:cubicBezTo>
                <a:cubicBezTo>
                  <a:pt x="962192" y="56265"/>
                  <a:pt x="976480" y="71851"/>
                  <a:pt x="980377" y="71851"/>
                </a:cubicBezTo>
                <a:cubicBezTo>
                  <a:pt x="997911" y="71851"/>
                  <a:pt x="1067400" y="156927"/>
                  <a:pt x="1086883" y="203037"/>
                </a:cubicBezTo>
                <a:cubicBezTo>
                  <a:pt x="1093378" y="216675"/>
                  <a:pt x="1099872" y="220571"/>
                  <a:pt x="1118706" y="222519"/>
                </a:cubicBezTo>
                <a:cubicBezTo>
                  <a:pt x="1142085" y="224468"/>
                  <a:pt x="1144683" y="227066"/>
                  <a:pt x="1166763" y="269928"/>
                </a:cubicBezTo>
                <a:cubicBezTo>
                  <a:pt x="1197287" y="330325"/>
                  <a:pt x="1231057" y="378383"/>
                  <a:pt x="1240149" y="375136"/>
                </a:cubicBezTo>
                <a:cubicBezTo>
                  <a:pt x="1244695" y="373837"/>
                  <a:pt x="1247293" y="361498"/>
                  <a:pt x="1245994" y="345912"/>
                </a:cubicBezTo>
                <a:cubicBezTo>
                  <a:pt x="1244695" y="326429"/>
                  <a:pt x="1246644" y="319934"/>
                  <a:pt x="1252488" y="322532"/>
                </a:cubicBezTo>
                <a:cubicBezTo>
                  <a:pt x="1262230" y="326429"/>
                  <a:pt x="1303794" y="384877"/>
                  <a:pt x="1299897" y="388774"/>
                </a:cubicBezTo>
                <a:cubicBezTo>
                  <a:pt x="1298598" y="390073"/>
                  <a:pt x="1287558" y="393320"/>
                  <a:pt x="1275868" y="395918"/>
                </a:cubicBezTo>
                <a:cubicBezTo>
                  <a:pt x="1257034" y="399814"/>
                  <a:pt x="1253787" y="403062"/>
                  <a:pt x="1251190" y="425792"/>
                </a:cubicBezTo>
                <a:cubicBezTo>
                  <a:pt x="1249241" y="440079"/>
                  <a:pt x="1249891" y="456964"/>
                  <a:pt x="1252488" y="463459"/>
                </a:cubicBezTo>
                <a:cubicBezTo>
                  <a:pt x="1256385" y="471252"/>
                  <a:pt x="1255736" y="474499"/>
                  <a:pt x="1248592" y="474499"/>
                </a:cubicBezTo>
                <a:cubicBezTo>
                  <a:pt x="1243396" y="474499"/>
                  <a:pt x="1230408" y="457614"/>
                  <a:pt x="1220017" y="437481"/>
                </a:cubicBezTo>
                <a:cubicBezTo>
                  <a:pt x="1198586" y="395268"/>
                  <a:pt x="1182999" y="381630"/>
                  <a:pt x="1173258" y="396567"/>
                </a:cubicBezTo>
                <a:cubicBezTo>
                  <a:pt x="1164815" y="409556"/>
                  <a:pt x="1170660" y="426441"/>
                  <a:pt x="1193390" y="460212"/>
                </a:cubicBezTo>
                <a:cubicBezTo>
                  <a:pt x="1214172" y="490735"/>
                  <a:pt x="1220017" y="521908"/>
                  <a:pt x="1202482" y="506971"/>
                </a:cubicBezTo>
                <a:cubicBezTo>
                  <a:pt x="1194689" y="500476"/>
                  <a:pt x="1190143" y="500476"/>
                  <a:pt x="1184298" y="506321"/>
                </a:cubicBezTo>
                <a:cubicBezTo>
                  <a:pt x="1173907" y="516712"/>
                  <a:pt x="1187545" y="536845"/>
                  <a:pt x="1204431" y="534896"/>
                </a:cubicBezTo>
                <a:cubicBezTo>
                  <a:pt x="1211574" y="534247"/>
                  <a:pt x="1221316" y="537494"/>
                  <a:pt x="1225212" y="542689"/>
                </a:cubicBezTo>
                <a:cubicBezTo>
                  <a:pt x="1238850" y="559575"/>
                  <a:pt x="1254437" y="553730"/>
                  <a:pt x="1263529" y="529701"/>
                </a:cubicBezTo>
                <a:cubicBezTo>
                  <a:pt x="1269374" y="512166"/>
                  <a:pt x="1275219" y="506971"/>
                  <a:pt x="1286908" y="506971"/>
                </a:cubicBezTo>
                <a:cubicBezTo>
                  <a:pt x="1307690" y="506971"/>
                  <a:pt x="1312886" y="517362"/>
                  <a:pt x="1296650" y="526454"/>
                </a:cubicBezTo>
                <a:cubicBezTo>
                  <a:pt x="1289506" y="530350"/>
                  <a:pt x="1283661" y="537494"/>
                  <a:pt x="1283661" y="543339"/>
                </a:cubicBezTo>
                <a:cubicBezTo>
                  <a:pt x="1283661" y="558276"/>
                  <a:pt x="1302495" y="562172"/>
                  <a:pt x="1312236" y="549184"/>
                </a:cubicBezTo>
                <a:cubicBezTo>
                  <a:pt x="1318731" y="540092"/>
                  <a:pt x="1323277" y="539442"/>
                  <a:pt x="1333667" y="545287"/>
                </a:cubicBezTo>
                <a:cubicBezTo>
                  <a:pt x="1344708" y="550483"/>
                  <a:pt x="1347955" y="550483"/>
                  <a:pt x="1351202" y="542689"/>
                </a:cubicBezTo>
                <a:cubicBezTo>
                  <a:pt x="1353150" y="537494"/>
                  <a:pt x="1358995" y="532948"/>
                  <a:pt x="1364840" y="532948"/>
                </a:cubicBezTo>
                <a:cubicBezTo>
                  <a:pt x="1375231" y="532948"/>
                  <a:pt x="1390817" y="564121"/>
                  <a:pt x="1410300" y="621920"/>
                </a:cubicBezTo>
                <a:cubicBezTo>
                  <a:pt x="1421990" y="658288"/>
                  <a:pt x="1424588" y="664133"/>
                  <a:pt x="1451864" y="723231"/>
                </a:cubicBezTo>
                <a:cubicBezTo>
                  <a:pt x="1478491" y="780381"/>
                  <a:pt x="1492129" y="781680"/>
                  <a:pt x="1514859" y="729726"/>
                </a:cubicBezTo>
                <a:cubicBezTo>
                  <a:pt x="1523951" y="709593"/>
                  <a:pt x="1533043" y="684266"/>
                  <a:pt x="1534991" y="673225"/>
                </a:cubicBezTo>
                <a:cubicBezTo>
                  <a:pt x="1536940" y="662185"/>
                  <a:pt x="1544083" y="641403"/>
                  <a:pt x="1550578" y="627765"/>
                </a:cubicBezTo>
                <a:cubicBezTo>
                  <a:pt x="1565515" y="596592"/>
                  <a:pt x="1566813" y="571914"/>
                  <a:pt x="1553175" y="571914"/>
                </a:cubicBezTo>
                <a:cubicBezTo>
                  <a:pt x="1540836" y="571914"/>
                  <a:pt x="1540836" y="570615"/>
                  <a:pt x="1557072" y="536195"/>
                </a:cubicBezTo>
                <a:cubicBezTo>
                  <a:pt x="1566164" y="517362"/>
                  <a:pt x="1569411" y="501126"/>
                  <a:pt x="1566813" y="490735"/>
                </a:cubicBezTo>
                <a:cubicBezTo>
                  <a:pt x="1561618" y="470602"/>
                  <a:pt x="1596038" y="404360"/>
                  <a:pt x="1636303" y="355653"/>
                </a:cubicBezTo>
                <a:cubicBezTo>
                  <a:pt x="1652538" y="334871"/>
                  <a:pt x="1662929" y="315388"/>
                  <a:pt x="1664878" y="299152"/>
                </a:cubicBezTo>
                <a:cubicBezTo>
                  <a:pt x="1666826" y="284865"/>
                  <a:pt x="1672021" y="270577"/>
                  <a:pt x="1675918" y="267980"/>
                </a:cubicBezTo>
                <a:cubicBezTo>
                  <a:pt x="1679815" y="264733"/>
                  <a:pt x="1703844" y="258888"/>
                  <a:pt x="1729821" y="254342"/>
                </a:cubicBezTo>
                <a:cubicBezTo>
                  <a:pt x="1794764" y="243301"/>
                  <a:pt x="1851265" y="249796"/>
                  <a:pt x="1905817" y="276422"/>
                </a:cubicBezTo>
                <a:cubicBezTo>
                  <a:pt x="1962317" y="303049"/>
                  <a:pt x="1997387" y="342664"/>
                  <a:pt x="2033755" y="419947"/>
                </a:cubicBezTo>
                <a:cubicBezTo>
                  <a:pt x="2052588" y="460861"/>
                  <a:pt x="2067525" y="483591"/>
                  <a:pt x="2082462" y="493982"/>
                </a:cubicBezTo>
                <a:cubicBezTo>
                  <a:pt x="2105193" y="510218"/>
                  <a:pt x="2121428" y="541391"/>
                  <a:pt x="2121428" y="569966"/>
                </a:cubicBezTo>
                <a:cubicBezTo>
                  <a:pt x="2121428" y="580356"/>
                  <a:pt x="2125974" y="595293"/>
                  <a:pt x="2131819" y="603736"/>
                </a:cubicBezTo>
                <a:cubicBezTo>
                  <a:pt x="2146756" y="625167"/>
                  <a:pt x="2192866" y="758301"/>
                  <a:pt x="2192866" y="780381"/>
                </a:cubicBezTo>
                <a:cubicBezTo>
                  <a:pt x="2192866" y="790123"/>
                  <a:pt x="2190268" y="800514"/>
                  <a:pt x="2186371" y="802462"/>
                </a:cubicBezTo>
                <a:cubicBezTo>
                  <a:pt x="2175981" y="808956"/>
                  <a:pt x="2178578" y="825842"/>
                  <a:pt x="2195464" y="860911"/>
                </a:cubicBezTo>
                <a:cubicBezTo>
                  <a:pt x="2216895" y="906371"/>
                  <a:pt x="2229883" y="951831"/>
                  <a:pt x="2235079" y="994694"/>
                </a:cubicBezTo>
                <a:cubicBezTo>
                  <a:pt x="2238326" y="1025217"/>
                  <a:pt x="2237027" y="1032361"/>
                  <a:pt x="2228585" y="1035608"/>
                </a:cubicBezTo>
                <a:cubicBezTo>
                  <a:pt x="2209751" y="1042752"/>
                  <a:pt x="2218843" y="1073925"/>
                  <a:pt x="2243521" y="1086264"/>
                </a:cubicBezTo>
                <a:cubicBezTo>
                  <a:pt x="2255861" y="1092109"/>
                  <a:pt x="2266901" y="1097954"/>
                  <a:pt x="2268200" y="1099902"/>
                </a:cubicBezTo>
                <a:cubicBezTo>
                  <a:pt x="2272746" y="1103799"/>
                  <a:pt x="2296775" y="1197317"/>
                  <a:pt x="2296775" y="1210305"/>
                </a:cubicBezTo>
                <a:cubicBezTo>
                  <a:pt x="2296775" y="1216800"/>
                  <a:pt x="2303919" y="1238231"/>
                  <a:pt x="2313011" y="1257714"/>
                </a:cubicBezTo>
                <a:cubicBezTo>
                  <a:pt x="2355873" y="1351232"/>
                  <a:pt x="2363666" y="1375261"/>
                  <a:pt x="2363666" y="1406434"/>
                </a:cubicBezTo>
                <a:cubicBezTo>
                  <a:pt x="2363666" y="1455791"/>
                  <a:pt x="2351977" y="1486963"/>
                  <a:pt x="2318206" y="1528527"/>
                </a:cubicBezTo>
                <a:cubicBezTo>
                  <a:pt x="2274045" y="1581780"/>
                  <a:pt x="2216895" y="1618798"/>
                  <a:pt x="2118831" y="1657114"/>
                </a:cubicBezTo>
                <a:cubicBezTo>
                  <a:pt x="2014272" y="1698678"/>
                  <a:pt x="1977904" y="1701276"/>
                  <a:pt x="1879190" y="1672701"/>
                </a:cubicBezTo>
                <a:cubicBezTo>
                  <a:pt x="1799310" y="1649971"/>
                  <a:pt x="1794764" y="1653218"/>
                  <a:pt x="1815546" y="1709718"/>
                </a:cubicBezTo>
                <a:cubicBezTo>
                  <a:pt x="1908415" y="1963646"/>
                  <a:pt x="1933742" y="2042227"/>
                  <a:pt x="1935041" y="2085739"/>
                </a:cubicBezTo>
                <a:cubicBezTo>
                  <a:pt x="1936340" y="2131849"/>
                  <a:pt x="1926599" y="2146137"/>
                  <a:pt x="1871397" y="2182505"/>
                </a:cubicBezTo>
                <a:cubicBezTo>
                  <a:pt x="1816845" y="2218224"/>
                  <a:pt x="1784373" y="2221471"/>
                  <a:pt x="1709688" y="2198091"/>
                </a:cubicBezTo>
                <a:close/>
                <a:moveTo>
                  <a:pt x="1877891" y="1413577"/>
                </a:moveTo>
                <a:cubicBezTo>
                  <a:pt x="1920754" y="1395393"/>
                  <a:pt x="1934392" y="1351881"/>
                  <a:pt x="1920104" y="1281743"/>
                </a:cubicBezTo>
                <a:cubicBezTo>
                  <a:pt x="1889581" y="1134971"/>
                  <a:pt x="1888932" y="1130425"/>
                  <a:pt x="1896075" y="1110942"/>
                </a:cubicBezTo>
                <a:cubicBezTo>
                  <a:pt x="1902570" y="1093408"/>
                  <a:pt x="1901920" y="1090160"/>
                  <a:pt x="1888932" y="1081068"/>
                </a:cubicBezTo>
                <a:cubicBezTo>
                  <a:pt x="1874644" y="1071327"/>
                  <a:pt x="1869449" y="1043401"/>
                  <a:pt x="1881138" y="1036258"/>
                </a:cubicBezTo>
                <a:cubicBezTo>
                  <a:pt x="1890231" y="1031062"/>
                  <a:pt x="1881138" y="1012229"/>
                  <a:pt x="1870748" y="1016125"/>
                </a:cubicBezTo>
                <a:cubicBezTo>
                  <a:pt x="1861006" y="1020022"/>
                  <a:pt x="1853213" y="997941"/>
                  <a:pt x="1840874" y="930400"/>
                </a:cubicBezTo>
                <a:cubicBezTo>
                  <a:pt x="1835029" y="899227"/>
                  <a:pt x="1835029" y="888187"/>
                  <a:pt x="1840874" y="882342"/>
                </a:cubicBezTo>
                <a:cubicBezTo>
                  <a:pt x="1851914" y="871302"/>
                  <a:pt x="1850615" y="857664"/>
                  <a:pt x="1838925" y="857664"/>
                </a:cubicBezTo>
                <a:cubicBezTo>
                  <a:pt x="1833730" y="857664"/>
                  <a:pt x="1827885" y="850520"/>
                  <a:pt x="1825287" y="842077"/>
                </a:cubicBezTo>
                <a:cubicBezTo>
                  <a:pt x="1823339" y="833635"/>
                  <a:pt x="1814247" y="820646"/>
                  <a:pt x="1805804" y="812853"/>
                </a:cubicBezTo>
                <a:cubicBezTo>
                  <a:pt x="1797362" y="805709"/>
                  <a:pt x="1790218" y="792071"/>
                  <a:pt x="1790218" y="782979"/>
                </a:cubicBezTo>
                <a:cubicBezTo>
                  <a:pt x="1790218" y="774537"/>
                  <a:pt x="1786321" y="757651"/>
                  <a:pt x="1781126" y="745962"/>
                </a:cubicBezTo>
                <a:cubicBezTo>
                  <a:pt x="1776580" y="734272"/>
                  <a:pt x="1768787" y="710243"/>
                  <a:pt x="1764890" y="692059"/>
                </a:cubicBezTo>
                <a:cubicBezTo>
                  <a:pt x="1755798" y="655041"/>
                  <a:pt x="1744108" y="640104"/>
                  <a:pt x="1720729" y="633610"/>
                </a:cubicBezTo>
                <a:cubicBezTo>
                  <a:pt x="1687608" y="625817"/>
                  <a:pt x="1650590" y="668030"/>
                  <a:pt x="1579153" y="795968"/>
                </a:cubicBezTo>
                <a:lnTo>
                  <a:pt x="1535641" y="873900"/>
                </a:lnTo>
                <a:lnTo>
                  <a:pt x="1549279" y="915463"/>
                </a:lnTo>
                <a:cubicBezTo>
                  <a:pt x="1561618" y="951182"/>
                  <a:pt x="1562267" y="958326"/>
                  <a:pt x="1553825" y="967418"/>
                </a:cubicBezTo>
                <a:cubicBezTo>
                  <a:pt x="1543434" y="979108"/>
                  <a:pt x="1548629" y="999240"/>
                  <a:pt x="1565515" y="1012878"/>
                </a:cubicBezTo>
                <a:cubicBezTo>
                  <a:pt x="1571359" y="1017424"/>
                  <a:pt x="1575906" y="1029763"/>
                  <a:pt x="1575906" y="1039505"/>
                </a:cubicBezTo>
                <a:cubicBezTo>
                  <a:pt x="1575906" y="1049246"/>
                  <a:pt x="1581101" y="1064183"/>
                  <a:pt x="1588245" y="1072626"/>
                </a:cubicBezTo>
                <a:cubicBezTo>
                  <a:pt x="1601233" y="1090160"/>
                  <a:pt x="1623314" y="1151207"/>
                  <a:pt x="1620716" y="1164196"/>
                </a:cubicBezTo>
                <a:cubicBezTo>
                  <a:pt x="1619417" y="1168742"/>
                  <a:pt x="1631107" y="1197966"/>
                  <a:pt x="1646044" y="1229139"/>
                </a:cubicBezTo>
                <a:cubicBezTo>
                  <a:pt x="1660981" y="1260312"/>
                  <a:pt x="1673320" y="1288887"/>
                  <a:pt x="1673320" y="1292783"/>
                </a:cubicBezTo>
                <a:cubicBezTo>
                  <a:pt x="1673320" y="1309668"/>
                  <a:pt x="1701246" y="1351881"/>
                  <a:pt x="1723327" y="1368767"/>
                </a:cubicBezTo>
                <a:cubicBezTo>
                  <a:pt x="1752551" y="1390847"/>
                  <a:pt x="1820741" y="1422020"/>
                  <a:pt x="1840874" y="1422670"/>
                </a:cubicBezTo>
                <a:cubicBezTo>
                  <a:pt x="1848667" y="1422670"/>
                  <a:pt x="1865552" y="1418773"/>
                  <a:pt x="1877891" y="1413577"/>
                </a:cubicBezTo>
                <a:close/>
                <a:moveTo>
                  <a:pt x="1882437" y="841428"/>
                </a:moveTo>
                <a:cubicBezTo>
                  <a:pt x="1882437" y="838181"/>
                  <a:pt x="1879190" y="834284"/>
                  <a:pt x="1875294" y="832985"/>
                </a:cubicBezTo>
                <a:cubicBezTo>
                  <a:pt x="1871397" y="831687"/>
                  <a:pt x="1868150" y="835583"/>
                  <a:pt x="1868150" y="841428"/>
                </a:cubicBezTo>
                <a:cubicBezTo>
                  <a:pt x="1868150" y="847273"/>
                  <a:pt x="1871397" y="851170"/>
                  <a:pt x="1875294" y="849871"/>
                </a:cubicBezTo>
                <a:cubicBezTo>
                  <a:pt x="1879190" y="848572"/>
                  <a:pt x="1882437" y="844675"/>
                  <a:pt x="1882437" y="841428"/>
                </a:cubicBezTo>
                <a:close/>
                <a:moveTo>
                  <a:pt x="1540836" y="805060"/>
                </a:moveTo>
                <a:cubicBezTo>
                  <a:pt x="1542784" y="801163"/>
                  <a:pt x="1541486" y="794669"/>
                  <a:pt x="1537589" y="790772"/>
                </a:cubicBezTo>
                <a:cubicBezTo>
                  <a:pt x="1531744" y="784927"/>
                  <a:pt x="1528497" y="785577"/>
                  <a:pt x="1523951" y="792721"/>
                </a:cubicBezTo>
                <a:cubicBezTo>
                  <a:pt x="1520704" y="797916"/>
                  <a:pt x="1517457" y="804410"/>
                  <a:pt x="1517457" y="807658"/>
                </a:cubicBezTo>
                <a:cubicBezTo>
                  <a:pt x="1517457" y="814801"/>
                  <a:pt x="1535641" y="812853"/>
                  <a:pt x="1540836" y="805060"/>
                </a:cubicBezTo>
                <a:close/>
                <a:moveTo>
                  <a:pt x="1549928" y="763496"/>
                </a:moveTo>
                <a:cubicBezTo>
                  <a:pt x="1562267" y="749209"/>
                  <a:pt x="1554474" y="736870"/>
                  <a:pt x="1541486" y="749858"/>
                </a:cubicBezTo>
                <a:cubicBezTo>
                  <a:pt x="1529796" y="762197"/>
                  <a:pt x="1527198" y="773238"/>
                  <a:pt x="1536290" y="773238"/>
                </a:cubicBezTo>
                <a:cubicBezTo>
                  <a:pt x="1539537" y="773238"/>
                  <a:pt x="1545382" y="768692"/>
                  <a:pt x="1549928" y="763496"/>
                </a:cubicBezTo>
                <a:close/>
                <a:moveTo>
                  <a:pt x="1300546" y="635558"/>
                </a:moveTo>
                <a:cubicBezTo>
                  <a:pt x="1297949" y="627116"/>
                  <a:pt x="1294702" y="610880"/>
                  <a:pt x="1292104" y="599190"/>
                </a:cubicBezTo>
                <a:cubicBezTo>
                  <a:pt x="1288207" y="577109"/>
                  <a:pt x="1268075" y="559575"/>
                  <a:pt x="1260931" y="571914"/>
                </a:cubicBezTo>
                <a:cubicBezTo>
                  <a:pt x="1254437" y="582305"/>
                  <a:pt x="1263529" y="614776"/>
                  <a:pt x="1277816" y="633610"/>
                </a:cubicBezTo>
                <a:cubicBezTo>
                  <a:pt x="1294052" y="653742"/>
                  <a:pt x="1306391" y="655041"/>
                  <a:pt x="1300546" y="635558"/>
                </a:cubicBezTo>
                <a:close/>
                <a:moveTo>
                  <a:pt x="1384973" y="614127"/>
                </a:moveTo>
                <a:cubicBezTo>
                  <a:pt x="1391467" y="598541"/>
                  <a:pt x="1374582" y="565420"/>
                  <a:pt x="1360944" y="565420"/>
                </a:cubicBezTo>
                <a:cubicBezTo>
                  <a:pt x="1346007" y="565420"/>
                  <a:pt x="1345357" y="579058"/>
                  <a:pt x="1358346" y="604385"/>
                </a:cubicBezTo>
                <a:cubicBezTo>
                  <a:pt x="1369386" y="625817"/>
                  <a:pt x="1379128" y="629064"/>
                  <a:pt x="1384973" y="614127"/>
                </a:cubicBezTo>
                <a:close/>
                <a:moveTo>
                  <a:pt x="1173258" y="458913"/>
                </a:moveTo>
                <a:cubicBezTo>
                  <a:pt x="1173258" y="448522"/>
                  <a:pt x="1159620" y="422544"/>
                  <a:pt x="1153775" y="422544"/>
                </a:cubicBezTo>
                <a:cubicBezTo>
                  <a:pt x="1144683" y="422544"/>
                  <a:pt x="1145332" y="443976"/>
                  <a:pt x="1155074" y="453717"/>
                </a:cubicBezTo>
                <a:cubicBezTo>
                  <a:pt x="1162867" y="461510"/>
                  <a:pt x="1173258" y="464108"/>
                  <a:pt x="1173258" y="458913"/>
                </a:cubicBezTo>
                <a:close/>
                <a:moveTo>
                  <a:pt x="1166763" y="308244"/>
                </a:moveTo>
                <a:cubicBezTo>
                  <a:pt x="1166763" y="292009"/>
                  <a:pt x="1140786" y="253692"/>
                  <a:pt x="1130395" y="253692"/>
                </a:cubicBezTo>
                <a:cubicBezTo>
                  <a:pt x="1116757" y="253692"/>
                  <a:pt x="1119355" y="281618"/>
                  <a:pt x="1134941" y="301750"/>
                </a:cubicBezTo>
                <a:cubicBezTo>
                  <a:pt x="1149878" y="320584"/>
                  <a:pt x="1166763" y="323831"/>
                  <a:pt x="1166763" y="308244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E6D43FE-2E01-6990-58BB-2EA53B111075}"/>
              </a:ext>
            </a:extLst>
          </p:cNvPr>
          <p:cNvSpPr/>
          <p:nvPr/>
        </p:nvSpPr>
        <p:spPr>
          <a:xfrm flipV="1">
            <a:off x="4741415" y="2055136"/>
            <a:ext cx="226295" cy="210013"/>
          </a:xfrm>
          <a:custGeom>
            <a:avLst/>
            <a:gdLst>
              <a:gd name="csX0" fmla="*/ 27673 w 469092"/>
              <a:gd name="csY0" fmla="*/ 484241 h 497057"/>
              <a:gd name="csX1" fmla="*/ -9995 w 469092"/>
              <a:gd name="csY1" fmla="*/ 461511 h 497057"/>
              <a:gd name="csX2" fmla="*/ 47155 w 469092"/>
              <a:gd name="csY2" fmla="*/ 347211 h 497057"/>
              <a:gd name="csX3" fmla="*/ 92616 w 469092"/>
              <a:gd name="csY3" fmla="*/ 167318 h 497057"/>
              <a:gd name="csX4" fmla="*/ 43259 w 469092"/>
              <a:gd name="csY4" fmla="*/ 52369 h 497057"/>
              <a:gd name="csX5" fmla="*/ 17282 w 469092"/>
              <a:gd name="csY5" fmla="*/ -5431 h 497057"/>
              <a:gd name="csX6" fmla="*/ 112099 w 469092"/>
              <a:gd name="csY6" fmla="*/ 58214 h 497057"/>
              <a:gd name="csX7" fmla="*/ 292641 w 469092"/>
              <a:gd name="csY7" fmla="*/ 136146 h 497057"/>
              <a:gd name="csX8" fmla="*/ 371871 w 469092"/>
              <a:gd name="csY8" fmla="*/ 123157 h 497057"/>
              <a:gd name="csX9" fmla="*/ 387458 w 469092"/>
              <a:gd name="csY9" fmla="*/ 110168 h 497057"/>
              <a:gd name="csX10" fmla="*/ 408889 w 469092"/>
              <a:gd name="csY10" fmla="*/ 130950 h 497057"/>
              <a:gd name="csX11" fmla="*/ 458246 w 469092"/>
              <a:gd name="csY11" fmla="*/ 238106 h 497057"/>
              <a:gd name="csX12" fmla="*/ 232244 w 469092"/>
              <a:gd name="csY12" fmla="*/ 470603 h 497057"/>
              <a:gd name="csX13" fmla="*/ 27673 w 469092"/>
              <a:gd name="csY13" fmla="*/ 484241 h 497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469092" h="497057">
                <a:moveTo>
                  <a:pt x="27673" y="484241"/>
                </a:moveTo>
                <a:cubicBezTo>
                  <a:pt x="-1552" y="477747"/>
                  <a:pt x="-8696" y="473850"/>
                  <a:pt x="-9995" y="461511"/>
                </a:cubicBezTo>
                <a:cubicBezTo>
                  <a:pt x="-13891" y="434235"/>
                  <a:pt x="-5448" y="417350"/>
                  <a:pt x="47155" y="347211"/>
                </a:cubicBezTo>
                <a:cubicBezTo>
                  <a:pt x="117294" y="253693"/>
                  <a:pt x="119892" y="243951"/>
                  <a:pt x="92616" y="167318"/>
                </a:cubicBezTo>
                <a:cubicBezTo>
                  <a:pt x="80926" y="134197"/>
                  <a:pt x="58196" y="82243"/>
                  <a:pt x="43259" y="52369"/>
                </a:cubicBezTo>
                <a:cubicBezTo>
                  <a:pt x="27673" y="21846"/>
                  <a:pt x="15983" y="-3482"/>
                  <a:pt x="17282" y="-5431"/>
                </a:cubicBezTo>
                <a:cubicBezTo>
                  <a:pt x="22477" y="-9977"/>
                  <a:pt x="51052" y="8857"/>
                  <a:pt x="112099" y="58214"/>
                </a:cubicBezTo>
                <a:cubicBezTo>
                  <a:pt x="199772" y="129651"/>
                  <a:pt x="214709" y="136146"/>
                  <a:pt x="292641" y="136146"/>
                </a:cubicBezTo>
                <a:cubicBezTo>
                  <a:pt x="347842" y="136146"/>
                  <a:pt x="358883" y="134197"/>
                  <a:pt x="371871" y="123157"/>
                </a:cubicBezTo>
                <a:lnTo>
                  <a:pt x="387458" y="110168"/>
                </a:lnTo>
                <a:lnTo>
                  <a:pt x="408889" y="130950"/>
                </a:lnTo>
                <a:cubicBezTo>
                  <a:pt x="447855" y="168617"/>
                  <a:pt x="458895" y="191997"/>
                  <a:pt x="458246" y="238106"/>
                </a:cubicBezTo>
                <a:cubicBezTo>
                  <a:pt x="457596" y="336171"/>
                  <a:pt x="372521" y="423844"/>
                  <a:pt x="232244" y="470603"/>
                </a:cubicBezTo>
                <a:cubicBezTo>
                  <a:pt x="171197" y="490735"/>
                  <a:pt x="83524" y="497230"/>
                  <a:pt x="27673" y="484241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3D385848-615A-5792-3CD7-80A90357F8BB}"/>
              </a:ext>
            </a:extLst>
          </p:cNvPr>
          <p:cNvSpPr/>
          <p:nvPr/>
        </p:nvSpPr>
        <p:spPr>
          <a:xfrm flipV="1">
            <a:off x="4680246" y="2353320"/>
            <a:ext cx="348631" cy="539700"/>
          </a:xfrm>
          <a:custGeom>
            <a:avLst/>
            <a:gdLst>
              <a:gd name="csX0" fmla="*/ 46811 w 625985"/>
              <a:gd name="csY0" fmla="*/ 1256586 h 1277353"/>
              <a:gd name="csX1" fmla="*/ 14989 w 625985"/>
              <a:gd name="csY1" fmla="*/ 1224763 h 1277353"/>
              <a:gd name="csX2" fmla="*/ -9040 w 625985"/>
              <a:gd name="csY2" fmla="*/ 1199436 h 1277353"/>
              <a:gd name="csX3" fmla="*/ 53305 w 625985"/>
              <a:gd name="csY3" fmla="*/ 1088383 h 1277353"/>
              <a:gd name="csX4" fmla="*/ 113053 w 625985"/>
              <a:gd name="csY4" fmla="*/ 1016945 h 1277353"/>
              <a:gd name="csX5" fmla="*/ 136432 w 625985"/>
              <a:gd name="csY5" fmla="*/ 922778 h 1277353"/>
              <a:gd name="csX6" fmla="*/ 78633 w 625985"/>
              <a:gd name="csY6" fmla="*/ 484411 h 1277353"/>
              <a:gd name="csX7" fmla="*/ 62397 w 625985"/>
              <a:gd name="csY7" fmla="*/ 424663 h 1277353"/>
              <a:gd name="csX8" fmla="*/ 29926 w 625985"/>
              <a:gd name="csY8" fmla="*/ 377255 h 1277353"/>
              <a:gd name="csX9" fmla="*/ 19535 w 625985"/>
              <a:gd name="csY9" fmla="*/ 232432 h 1277353"/>
              <a:gd name="csX10" fmla="*/ 58501 w 625985"/>
              <a:gd name="csY10" fmla="*/ 173983 h 1277353"/>
              <a:gd name="csX11" fmla="*/ 203973 w 625985"/>
              <a:gd name="csY11" fmla="*/ 12274 h 1277353"/>
              <a:gd name="csX12" fmla="*/ 265020 w 625985"/>
              <a:gd name="csY12" fmla="*/ -714 h 1277353"/>
              <a:gd name="csX13" fmla="*/ 381268 w 625985"/>
              <a:gd name="csY13" fmla="*/ 94752 h 1277353"/>
              <a:gd name="csX14" fmla="*/ 400102 w 625985"/>
              <a:gd name="csY14" fmla="*/ 159695 h 1277353"/>
              <a:gd name="csX15" fmla="*/ 471539 w 625985"/>
              <a:gd name="csY15" fmla="*/ 416221 h 1277353"/>
              <a:gd name="csX16" fmla="*/ 491672 w 625985"/>
              <a:gd name="csY16" fmla="*/ 493503 h 1277353"/>
              <a:gd name="csX17" fmla="*/ 514402 w 625985"/>
              <a:gd name="csY17" fmla="*/ 573383 h 1277353"/>
              <a:gd name="csX18" fmla="*/ 533235 w 625985"/>
              <a:gd name="csY18" fmla="*/ 639625 h 1277353"/>
              <a:gd name="csX19" fmla="*/ 546873 w 625985"/>
              <a:gd name="csY19" fmla="*/ 696126 h 1277353"/>
              <a:gd name="csX20" fmla="*/ 544925 w 625985"/>
              <a:gd name="csY20" fmla="*/ 751977 h 1277353"/>
              <a:gd name="csX21" fmla="*/ 539080 w 625985"/>
              <a:gd name="csY21" fmla="*/ 801334 h 1277353"/>
              <a:gd name="csX22" fmla="*/ 558563 w 625985"/>
              <a:gd name="csY22" fmla="*/ 883162 h 1277353"/>
              <a:gd name="csX23" fmla="*/ 572851 w 625985"/>
              <a:gd name="csY23" fmla="*/ 946807 h 1277353"/>
              <a:gd name="csX24" fmla="*/ 594931 w 625985"/>
              <a:gd name="csY24" fmla="*/ 1014997 h 1277353"/>
              <a:gd name="csX25" fmla="*/ 596880 w 625985"/>
              <a:gd name="csY25" fmla="*/ 1058509 h 1277353"/>
              <a:gd name="csX26" fmla="*/ 594282 w 625985"/>
              <a:gd name="csY26" fmla="*/ 1106567 h 1277353"/>
              <a:gd name="csX27" fmla="*/ 615064 w 625985"/>
              <a:gd name="csY27" fmla="*/ 1172809 h 1277353"/>
              <a:gd name="csX28" fmla="*/ 536483 w 625985"/>
              <a:gd name="csY28" fmla="*/ 1013698 h 1277353"/>
              <a:gd name="csX29" fmla="*/ 318273 w 625985"/>
              <a:gd name="csY29" fmla="*/ 602608 h 1277353"/>
              <a:gd name="csX30" fmla="*/ 194232 w 625985"/>
              <a:gd name="csY30" fmla="*/ 475969 h 1277353"/>
              <a:gd name="csX31" fmla="*/ 159163 w 625985"/>
              <a:gd name="csY31" fmla="*/ 523377 h 1277353"/>
              <a:gd name="csX32" fmla="*/ 235796 w 625985"/>
              <a:gd name="csY32" fmla="*/ 815621 h 1277353"/>
              <a:gd name="csX33" fmla="*/ 307233 w 625985"/>
              <a:gd name="csY33" fmla="*/ 934467 h 1277353"/>
              <a:gd name="csX34" fmla="*/ 328664 w 625985"/>
              <a:gd name="csY34" fmla="*/ 1019543 h 1277353"/>
              <a:gd name="csX35" fmla="*/ 303986 w 625985"/>
              <a:gd name="csY35" fmla="*/ 1112412 h 1277353"/>
              <a:gd name="csX36" fmla="*/ 110455 w 625985"/>
              <a:gd name="csY36" fmla="*/ 1228011 h 1277353"/>
              <a:gd name="csX37" fmla="*/ 72139 w 625985"/>
              <a:gd name="csY37" fmla="*/ 1257884 h 1277353"/>
              <a:gd name="csX38" fmla="*/ 46811 w 625985"/>
              <a:gd name="csY38" fmla="*/ 1256586 h 1277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625985" h="1277353">
                <a:moveTo>
                  <a:pt x="46811" y="1256586"/>
                </a:moveTo>
                <a:cubicBezTo>
                  <a:pt x="40317" y="1245545"/>
                  <a:pt x="25380" y="1231258"/>
                  <a:pt x="14989" y="1224763"/>
                </a:cubicBezTo>
                <a:cubicBezTo>
                  <a:pt x="3948" y="1218269"/>
                  <a:pt x="-6443" y="1206579"/>
                  <a:pt x="-9040" y="1199436"/>
                </a:cubicBezTo>
                <a:cubicBezTo>
                  <a:pt x="-14885" y="1179953"/>
                  <a:pt x="9793" y="1135142"/>
                  <a:pt x="53305" y="1088383"/>
                </a:cubicBezTo>
                <a:cubicBezTo>
                  <a:pt x="74736" y="1065003"/>
                  <a:pt x="101363" y="1033181"/>
                  <a:pt x="113053" y="1016945"/>
                </a:cubicBezTo>
                <a:cubicBezTo>
                  <a:pt x="132536" y="989669"/>
                  <a:pt x="133835" y="983824"/>
                  <a:pt x="136432" y="922778"/>
                </a:cubicBezTo>
                <a:cubicBezTo>
                  <a:pt x="140329" y="803282"/>
                  <a:pt x="110455" y="577280"/>
                  <a:pt x="78633" y="484411"/>
                </a:cubicBezTo>
                <a:cubicBezTo>
                  <a:pt x="72139" y="464928"/>
                  <a:pt x="64995" y="437652"/>
                  <a:pt x="62397" y="424663"/>
                </a:cubicBezTo>
                <a:cubicBezTo>
                  <a:pt x="59800" y="406479"/>
                  <a:pt x="51357" y="394790"/>
                  <a:pt x="29926" y="377255"/>
                </a:cubicBezTo>
                <a:cubicBezTo>
                  <a:pt x="-20730" y="335691"/>
                  <a:pt x="-23977" y="287633"/>
                  <a:pt x="19535" y="232432"/>
                </a:cubicBezTo>
                <a:cubicBezTo>
                  <a:pt x="33822" y="214897"/>
                  <a:pt x="50707" y="188920"/>
                  <a:pt x="58501" y="173983"/>
                </a:cubicBezTo>
                <a:cubicBezTo>
                  <a:pt x="94869" y="103195"/>
                  <a:pt x="148772" y="43447"/>
                  <a:pt x="203973" y="12274"/>
                </a:cubicBezTo>
                <a:cubicBezTo>
                  <a:pt x="237744" y="-5910"/>
                  <a:pt x="242939" y="-7209"/>
                  <a:pt x="265020" y="-714"/>
                </a:cubicBezTo>
                <a:cubicBezTo>
                  <a:pt x="302687" y="10326"/>
                  <a:pt x="364383" y="61631"/>
                  <a:pt x="381268" y="94752"/>
                </a:cubicBezTo>
                <a:cubicBezTo>
                  <a:pt x="389711" y="110988"/>
                  <a:pt x="398154" y="140212"/>
                  <a:pt x="400102" y="159695"/>
                </a:cubicBezTo>
                <a:cubicBezTo>
                  <a:pt x="403998" y="194765"/>
                  <a:pt x="440367" y="325300"/>
                  <a:pt x="471539" y="416221"/>
                </a:cubicBezTo>
                <a:cubicBezTo>
                  <a:pt x="479982" y="441549"/>
                  <a:pt x="489074" y="475969"/>
                  <a:pt x="491672" y="493503"/>
                </a:cubicBezTo>
                <a:cubicBezTo>
                  <a:pt x="494269" y="510388"/>
                  <a:pt x="504660" y="546757"/>
                  <a:pt x="514402" y="573383"/>
                </a:cubicBezTo>
                <a:cubicBezTo>
                  <a:pt x="524793" y="600010"/>
                  <a:pt x="533235" y="629884"/>
                  <a:pt x="533235" y="639625"/>
                </a:cubicBezTo>
                <a:cubicBezTo>
                  <a:pt x="533235" y="649367"/>
                  <a:pt x="539080" y="674695"/>
                  <a:pt x="546873" y="696126"/>
                </a:cubicBezTo>
                <a:cubicBezTo>
                  <a:pt x="565707" y="750678"/>
                  <a:pt x="565707" y="753925"/>
                  <a:pt x="544925" y="751977"/>
                </a:cubicBezTo>
                <a:cubicBezTo>
                  <a:pt x="522844" y="750029"/>
                  <a:pt x="522195" y="757822"/>
                  <a:pt x="539080" y="801334"/>
                </a:cubicBezTo>
                <a:cubicBezTo>
                  <a:pt x="546224" y="818869"/>
                  <a:pt x="554667" y="855886"/>
                  <a:pt x="558563" y="883162"/>
                </a:cubicBezTo>
                <a:cubicBezTo>
                  <a:pt x="562460" y="911088"/>
                  <a:pt x="568954" y="939663"/>
                  <a:pt x="572851" y="946807"/>
                </a:cubicBezTo>
                <a:cubicBezTo>
                  <a:pt x="576747" y="954600"/>
                  <a:pt x="586489" y="985123"/>
                  <a:pt x="594931" y="1014997"/>
                </a:cubicBezTo>
                <a:cubicBezTo>
                  <a:pt x="607920" y="1065653"/>
                  <a:pt x="608569" y="1068250"/>
                  <a:pt x="596880" y="1058509"/>
                </a:cubicBezTo>
                <a:cubicBezTo>
                  <a:pt x="576098" y="1039026"/>
                  <a:pt x="575448" y="1055262"/>
                  <a:pt x="594282" y="1106567"/>
                </a:cubicBezTo>
                <a:cubicBezTo>
                  <a:pt x="604673" y="1133843"/>
                  <a:pt x="613765" y="1163717"/>
                  <a:pt x="615064" y="1172809"/>
                </a:cubicBezTo>
                <a:cubicBezTo>
                  <a:pt x="618311" y="1190993"/>
                  <a:pt x="569604" y="1092279"/>
                  <a:pt x="536483" y="1013698"/>
                </a:cubicBezTo>
                <a:cubicBezTo>
                  <a:pt x="479982" y="877317"/>
                  <a:pt x="379320" y="687034"/>
                  <a:pt x="318273" y="602608"/>
                </a:cubicBezTo>
                <a:cubicBezTo>
                  <a:pt x="283204" y="553251"/>
                  <a:pt x="219560" y="488308"/>
                  <a:pt x="194232" y="475969"/>
                </a:cubicBezTo>
                <a:cubicBezTo>
                  <a:pt x="161760" y="460382"/>
                  <a:pt x="153967" y="470773"/>
                  <a:pt x="159163" y="523377"/>
                </a:cubicBezTo>
                <a:cubicBezTo>
                  <a:pt x="164358" y="583125"/>
                  <a:pt x="202675" y="728598"/>
                  <a:pt x="235796" y="815621"/>
                </a:cubicBezTo>
                <a:cubicBezTo>
                  <a:pt x="247485" y="847444"/>
                  <a:pt x="282555" y="905243"/>
                  <a:pt x="307233" y="934467"/>
                </a:cubicBezTo>
                <a:cubicBezTo>
                  <a:pt x="328015" y="959146"/>
                  <a:pt x="328664" y="961744"/>
                  <a:pt x="328664" y="1019543"/>
                </a:cubicBezTo>
                <a:cubicBezTo>
                  <a:pt x="328664" y="1077992"/>
                  <a:pt x="328015" y="1079291"/>
                  <a:pt x="303986" y="1112412"/>
                </a:cubicBezTo>
                <a:cubicBezTo>
                  <a:pt x="266968" y="1163067"/>
                  <a:pt x="141628" y="1237752"/>
                  <a:pt x="110455" y="1228011"/>
                </a:cubicBezTo>
                <a:cubicBezTo>
                  <a:pt x="94869" y="1222815"/>
                  <a:pt x="72139" y="1240350"/>
                  <a:pt x="72139" y="1257884"/>
                </a:cubicBezTo>
                <a:cubicBezTo>
                  <a:pt x="72139" y="1278666"/>
                  <a:pt x="59800" y="1278017"/>
                  <a:pt x="46811" y="1256586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649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C6659F76-FA6E-919E-1D47-FAD9243BF238}"/>
              </a:ext>
            </a:extLst>
          </p:cNvPr>
          <p:cNvSpPr/>
          <p:nvPr/>
        </p:nvSpPr>
        <p:spPr>
          <a:xfrm flipV="1">
            <a:off x="10074902" y="1527892"/>
            <a:ext cx="1660712" cy="1755066"/>
          </a:xfrm>
          <a:custGeom>
            <a:avLst/>
            <a:gdLst>
              <a:gd name="csX0" fmla="*/ 1260081 w 3180231"/>
              <a:gd name="csY0" fmla="*/ 3803771 h 3836630"/>
              <a:gd name="csX1" fmla="*/ 1242362 w 3180231"/>
              <a:gd name="csY1" fmla="*/ 3779042 h 3836630"/>
              <a:gd name="csX2" fmla="*/ 1211868 w 3180231"/>
              <a:gd name="csY2" fmla="*/ 3787285 h 3836630"/>
              <a:gd name="csX3" fmla="*/ 1182199 w 3180231"/>
              <a:gd name="csY3" fmla="*/ 3782339 h 3836630"/>
              <a:gd name="csX4" fmla="*/ 1151293 w 3180231"/>
              <a:gd name="csY4" fmla="*/ 3758435 h 3836630"/>
              <a:gd name="csX5" fmla="*/ 1138519 w 3180231"/>
              <a:gd name="csY5" fmla="*/ 3737416 h 3836630"/>
              <a:gd name="csX6" fmla="*/ 1151293 w 3180231"/>
              <a:gd name="csY6" fmla="*/ 3720930 h 3836630"/>
              <a:gd name="csX7" fmla="*/ 1130277 w 3180231"/>
              <a:gd name="csY7" fmla="*/ 3692493 h 3836630"/>
              <a:gd name="csX8" fmla="*/ 1087421 w 3180231"/>
              <a:gd name="csY8" fmla="*/ 3670237 h 3836630"/>
              <a:gd name="csX9" fmla="*/ 1098547 w 3180231"/>
              <a:gd name="csY9" fmla="*/ 3656225 h 3836630"/>
              <a:gd name="csX10" fmla="*/ 1103904 w 3180231"/>
              <a:gd name="csY10" fmla="*/ 3630260 h 3836630"/>
              <a:gd name="csX11" fmla="*/ 1095250 w 3180231"/>
              <a:gd name="csY11" fmla="*/ 3608004 h 3836630"/>
              <a:gd name="csX12" fmla="*/ 1087833 w 3180231"/>
              <a:gd name="csY12" fmla="*/ 3592755 h 3836630"/>
              <a:gd name="csX13" fmla="*/ 1094838 w 3180231"/>
              <a:gd name="csY13" fmla="*/ 3586161 h 3836630"/>
              <a:gd name="csX14" fmla="*/ 1110085 w 3180231"/>
              <a:gd name="csY14" fmla="*/ 3594404 h 3836630"/>
              <a:gd name="csX15" fmla="*/ 1143464 w 3180231"/>
              <a:gd name="csY15" fmla="*/ 3590694 h 3836630"/>
              <a:gd name="csX16" fmla="*/ 1169012 w 3180231"/>
              <a:gd name="csY16" fmla="*/ 3581627 h 3836630"/>
              <a:gd name="csX17" fmla="*/ 1197034 w 3180231"/>
              <a:gd name="csY17" fmla="*/ 3560608 h 3836630"/>
              <a:gd name="csX18" fmla="*/ 1211044 w 3180231"/>
              <a:gd name="csY18" fmla="*/ 3531758 h 3836630"/>
              <a:gd name="csX19" fmla="*/ 1217225 w 3180231"/>
              <a:gd name="csY19" fmla="*/ 3511152 h 3836630"/>
              <a:gd name="csX20" fmla="*/ 1220934 w 3180231"/>
              <a:gd name="csY20" fmla="*/ 3484362 h 3836630"/>
              <a:gd name="csX21" fmla="*/ 1222582 w 3180231"/>
              <a:gd name="csY21" fmla="*/ 3450567 h 3836630"/>
              <a:gd name="csX22" fmla="*/ 1216813 w 3180231"/>
              <a:gd name="csY22" fmla="*/ 3426663 h 3836630"/>
              <a:gd name="csX23" fmla="*/ 1209396 w 3180231"/>
              <a:gd name="csY23" fmla="*/ 3404820 h 3836630"/>
              <a:gd name="csX24" fmla="*/ 1207748 w 3180231"/>
              <a:gd name="csY24" fmla="*/ 3374321 h 3836630"/>
              <a:gd name="csX25" fmla="*/ 1207748 w 3180231"/>
              <a:gd name="csY25" fmla="*/ 3355363 h 3836630"/>
              <a:gd name="csX26" fmla="*/ 1207336 w 3180231"/>
              <a:gd name="csY26" fmla="*/ 3319919 h 3836630"/>
              <a:gd name="csX27" fmla="*/ 1202803 w 3180231"/>
              <a:gd name="csY27" fmla="*/ 3263868 h 3836630"/>
              <a:gd name="csX28" fmla="*/ 1197858 w 3180231"/>
              <a:gd name="csY28" fmla="*/ 3238315 h 3836630"/>
              <a:gd name="csX29" fmla="*/ 1193737 w 3180231"/>
              <a:gd name="csY29" fmla="*/ 3215648 h 3836630"/>
              <a:gd name="csX30" fmla="*/ 1170661 w 3180231"/>
              <a:gd name="csY30" fmla="*/ 3187210 h 3836630"/>
              <a:gd name="csX31" fmla="*/ 1149233 w 3180231"/>
              <a:gd name="csY31" fmla="*/ 3179379 h 3836630"/>
              <a:gd name="csX32" fmla="*/ 1136046 w 3180231"/>
              <a:gd name="csY32" fmla="*/ 3169076 h 3836630"/>
              <a:gd name="csX33" fmla="*/ 1110909 w 3180231"/>
              <a:gd name="csY33" fmla="*/ 3159184 h 3836630"/>
              <a:gd name="csX34" fmla="*/ 1078767 w 3180231"/>
              <a:gd name="csY34" fmla="*/ 3146408 h 3836630"/>
              <a:gd name="csX35" fmla="*/ 1047862 w 3180231"/>
              <a:gd name="csY35" fmla="*/ 3133632 h 3836630"/>
              <a:gd name="csX36" fmla="*/ 1021901 w 3180231"/>
              <a:gd name="csY36" fmla="*/ 3123740 h 3836630"/>
              <a:gd name="csX37" fmla="*/ 1007066 w 3180231"/>
              <a:gd name="csY37" fmla="*/ 3118383 h 3836630"/>
              <a:gd name="csX38" fmla="*/ 984402 w 3180231"/>
              <a:gd name="csY38" fmla="*/ 3107255 h 3836630"/>
              <a:gd name="csX39" fmla="*/ 939073 w 3180231"/>
              <a:gd name="csY39" fmla="*/ 3087060 h 3836630"/>
              <a:gd name="csX40" fmla="*/ 835230 w 3180231"/>
              <a:gd name="csY40" fmla="*/ 3047495 h 3836630"/>
              <a:gd name="csX41" fmla="*/ 805560 w 3180231"/>
              <a:gd name="csY41" fmla="*/ 3035130 h 3836630"/>
              <a:gd name="csX42" fmla="*/ 781659 w 3180231"/>
              <a:gd name="csY42" fmla="*/ 3030185 h 3836630"/>
              <a:gd name="csX43" fmla="*/ 712842 w 3180231"/>
              <a:gd name="csY43" fmla="*/ 3050792 h 3836630"/>
              <a:gd name="csX44" fmla="*/ 676580 w 3180231"/>
              <a:gd name="csY44" fmla="*/ 3060683 h 3836630"/>
              <a:gd name="csX45" fmla="*/ 650619 w 3180231"/>
              <a:gd name="csY45" fmla="*/ 3029361 h 3836630"/>
              <a:gd name="csX46" fmla="*/ 616004 w 3180231"/>
              <a:gd name="csY46" fmla="*/ 3028536 h 3836630"/>
              <a:gd name="csX47" fmla="*/ 596637 w 3180231"/>
              <a:gd name="csY47" fmla="*/ 3030597 h 3836630"/>
              <a:gd name="csX48" fmla="*/ 601169 w 3180231"/>
              <a:gd name="csY48" fmla="*/ 3009578 h 3836630"/>
              <a:gd name="csX49" fmla="*/ 606526 w 3180231"/>
              <a:gd name="csY49" fmla="*/ 2984849 h 3836630"/>
              <a:gd name="csX50" fmla="*/ 635784 w 3180231"/>
              <a:gd name="csY50" fmla="*/ 2934568 h 3836630"/>
              <a:gd name="csX51" fmla="*/ 650619 w 3180231"/>
              <a:gd name="csY51" fmla="*/ 2909428 h 3836630"/>
              <a:gd name="csX52" fmla="*/ 673695 w 3180231"/>
              <a:gd name="csY52" fmla="*/ 2872335 h 3836630"/>
              <a:gd name="csX53" fmla="*/ 696359 w 3180231"/>
              <a:gd name="csY53" fmla="*/ 2846371 h 3836630"/>
              <a:gd name="csX54" fmla="*/ 730150 w 3180231"/>
              <a:gd name="csY54" fmla="*/ 2813399 h 3836630"/>
              <a:gd name="csX55" fmla="*/ 762704 w 3180231"/>
              <a:gd name="csY55" fmla="*/ 2784550 h 3836630"/>
              <a:gd name="csX56" fmla="*/ 821219 w 3180231"/>
              <a:gd name="csY56" fmla="*/ 2744572 h 3836630"/>
              <a:gd name="csX57" fmla="*/ 858718 w 3180231"/>
              <a:gd name="csY57" fmla="*/ 2729735 h 3836630"/>
              <a:gd name="csX58" fmla="*/ 887975 w 3180231"/>
              <a:gd name="csY58" fmla="*/ 2711601 h 3836630"/>
              <a:gd name="csX59" fmla="*/ 893745 w 3180231"/>
              <a:gd name="csY59" fmla="*/ 2690994 h 3836630"/>
              <a:gd name="csX60" fmla="*/ 865723 w 3180231"/>
              <a:gd name="csY60" fmla="*/ 2666266 h 3836630"/>
              <a:gd name="csX61" fmla="*/ 837290 w 3180231"/>
              <a:gd name="csY61" fmla="*/ 2641537 h 3836630"/>
              <a:gd name="csX62" fmla="*/ 828224 w 3180231"/>
              <a:gd name="csY62" fmla="*/ 2632058 h 3836630"/>
              <a:gd name="csX63" fmla="*/ 811329 w 3180231"/>
              <a:gd name="csY63" fmla="*/ 2614748 h 3836630"/>
              <a:gd name="csX64" fmla="*/ 798967 w 3180231"/>
              <a:gd name="csY64" fmla="*/ 2602796 h 3836630"/>
              <a:gd name="csX65" fmla="*/ 784544 w 3180231"/>
              <a:gd name="csY65" fmla="*/ 2581365 h 3836630"/>
              <a:gd name="csX66" fmla="*/ 770121 w 3180231"/>
              <a:gd name="csY66" fmla="*/ 2557873 h 3836630"/>
              <a:gd name="csX67" fmla="*/ 757759 w 3180231"/>
              <a:gd name="csY67" fmla="*/ 2539739 h 3836630"/>
              <a:gd name="csX68" fmla="*/ 745397 w 3180231"/>
              <a:gd name="csY68" fmla="*/ 2523253 h 3836630"/>
              <a:gd name="csX69" fmla="*/ 731798 w 3180231"/>
              <a:gd name="csY69" fmla="*/ 2502646 h 3836630"/>
              <a:gd name="csX70" fmla="*/ 715315 w 3180231"/>
              <a:gd name="csY70" fmla="*/ 2480803 h 3836630"/>
              <a:gd name="csX71" fmla="*/ 702128 w 3180231"/>
              <a:gd name="csY71" fmla="*/ 2458135 h 3836630"/>
              <a:gd name="csX72" fmla="*/ 689354 w 3180231"/>
              <a:gd name="csY72" fmla="*/ 2435468 h 3836630"/>
              <a:gd name="csX73" fmla="*/ 678640 w 3180231"/>
              <a:gd name="csY73" fmla="*/ 2420631 h 3836630"/>
              <a:gd name="csX74" fmla="*/ 671635 w 3180231"/>
              <a:gd name="csY74" fmla="*/ 2406206 h 3836630"/>
              <a:gd name="csX75" fmla="*/ 656388 w 3180231"/>
              <a:gd name="csY75" fmla="*/ 2365404 h 3836630"/>
              <a:gd name="csX76" fmla="*/ 646086 w 3180231"/>
              <a:gd name="csY76" fmla="*/ 2336966 h 3836630"/>
              <a:gd name="csX77" fmla="*/ 640729 w 3180231"/>
              <a:gd name="csY77" fmla="*/ 2287510 h 3836630"/>
              <a:gd name="csX78" fmla="*/ 638669 w 3180231"/>
              <a:gd name="csY78" fmla="*/ 2244235 h 3836630"/>
              <a:gd name="csX79" fmla="*/ 676168 w 3180231"/>
              <a:gd name="csY79" fmla="*/ 2159746 h 3836630"/>
              <a:gd name="csX80" fmla="*/ 700480 w 3180231"/>
              <a:gd name="csY80" fmla="*/ 2134606 h 3836630"/>
              <a:gd name="csX81" fmla="*/ 701716 w 3180231"/>
              <a:gd name="csY81" fmla="*/ 2126775 h 3836630"/>
              <a:gd name="csX82" fmla="*/ 705425 w 3180231"/>
              <a:gd name="csY82" fmla="*/ 2119769 h 3836630"/>
              <a:gd name="csX83" fmla="*/ 708310 w 3180231"/>
              <a:gd name="csY83" fmla="*/ 2111526 h 3836630"/>
              <a:gd name="csX84" fmla="*/ 741688 w 3180231"/>
              <a:gd name="csY84" fmla="*/ 2083500 h 3836630"/>
              <a:gd name="csX85" fmla="*/ 763940 w 3180231"/>
              <a:gd name="csY85" fmla="*/ 2072785 h 3836630"/>
              <a:gd name="csX86" fmla="*/ 759819 w 3180231"/>
              <a:gd name="csY86" fmla="*/ 2052178 h 3836630"/>
              <a:gd name="csX87" fmla="*/ 748281 w 3180231"/>
              <a:gd name="csY87" fmla="*/ 2039814 h 3836630"/>
              <a:gd name="csX88" fmla="*/ 773830 w 3180231"/>
              <a:gd name="csY88" fmla="*/ 2042287 h 3836630"/>
              <a:gd name="csX89" fmla="*/ 809269 w 3180231"/>
              <a:gd name="csY89" fmla="*/ 2054651 h 3836630"/>
              <a:gd name="csX90" fmla="*/ 830285 w 3180231"/>
              <a:gd name="csY90" fmla="*/ 2058360 h 3836630"/>
              <a:gd name="csX91" fmla="*/ 866547 w 3180231"/>
              <a:gd name="csY91" fmla="*/ 2068251 h 3836630"/>
              <a:gd name="csX92" fmla="*/ 907343 w 3180231"/>
              <a:gd name="csY92" fmla="*/ 2095453 h 3836630"/>
              <a:gd name="csX93" fmla="*/ 947315 w 3180231"/>
              <a:gd name="csY93" fmla="*/ 2135842 h 3836630"/>
              <a:gd name="csX94" fmla="*/ 939485 w 3180231"/>
              <a:gd name="csY94" fmla="*/ 2138727 h 3836630"/>
              <a:gd name="csX95" fmla="*/ 928771 w 3180231"/>
              <a:gd name="csY95" fmla="*/ 2142849 h 3836630"/>
              <a:gd name="csX96" fmla="*/ 945666 w 3180231"/>
              <a:gd name="csY96" fmla="*/ 2167577 h 3836630"/>
              <a:gd name="csX97" fmla="*/ 958853 w 3180231"/>
              <a:gd name="csY97" fmla="*/ 2177880 h 3836630"/>
              <a:gd name="csX98" fmla="*/ 972039 w 3180231"/>
              <a:gd name="csY98" fmla="*/ 2188184 h 3836630"/>
              <a:gd name="csX99" fmla="*/ 969979 w 3180231"/>
              <a:gd name="csY99" fmla="*/ 2204670 h 3836630"/>
              <a:gd name="csX100" fmla="*/ 982341 w 3180231"/>
              <a:gd name="csY100" fmla="*/ 2244235 h 3836630"/>
              <a:gd name="csX101" fmla="*/ 1000885 w 3180231"/>
              <a:gd name="csY101" fmla="*/ 2266078 h 3836630"/>
              <a:gd name="csX102" fmla="*/ 984402 w 3180231"/>
              <a:gd name="csY102" fmla="*/ 2278855 h 3836630"/>
              <a:gd name="csX103" fmla="*/ 978220 w 3180231"/>
              <a:gd name="csY103" fmla="*/ 2316359 h 3836630"/>
              <a:gd name="csX104" fmla="*/ 1018192 w 3180231"/>
              <a:gd name="csY104" fmla="*/ 2365404 h 3836630"/>
              <a:gd name="csX105" fmla="*/ 1085773 w 3180231"/>
              <a:gd name="csY105" fmla="*/ 2443710 h 3836630"/>
              <a:gd name="csX106" fmla="*/ 1139343 w 3180231"/>
              <a:gd name="csY106" fmla="*/ 2499349 h 3836630"/>
              <a:gd name="csX107" fmla="*/ 1156650 w 3180231"/>
              <a:gd name="csY107" fmla="*/ 2510065 h 3836630"/>
              <a:gd name="csX108" fmla="*/ 1155002 w 3180231"/>
              <a:gd name="csY108" fmla="*/ 2501822 h 3836630"/>
              <a:gd name="csX109" fmla="*/ 1150881 w 3180231"/>
              <a:gd name="csY109" fmla="*/ 2439589 h 3836630"/>
              <a:gd name="csX110" fmla="*/ 1145936 w 3180231"/>
              <a:gd name="csY110" fmla="*/ 2326663 h 3836630"/>
              <a:gd name="csX111" fmla="*/ 1146348 w 3180231"/>
              <a:gd name="csY111" fmla="*/ 2296164 h 3836630"/>
              <a:gd name="csX112" fmla="*/ 1142227 w 3180231"/>
              <a:gd name="csY112" fmla="*/ 2264430 h 3836630"/>
              <a:gd name="csX113" fmla="*/ 1131925 w 3180231"/>
              <a:gd name="csY113" fmla="*/ 2231871 h 3836630"/>
              <a:gd name="csX114" fmla="*/ 1122860 w 3180231"/>
              <a:gd name="csY114" fmla="*/ 2196839 h 3836630"/>
              <a:gd name="csX115" fmla="*/ 1122448 w 3180231"/>
              <a:gd name="csY115" fmla="*/ 2179941 h 3836630"/>
              <a:gd name="csX116" fmla="*/ 1123272 w 3180231"/>
              <a:gd name="csY116" fmla="*/ 2164280 h 3836630"/>
              <a:gd name="csX117" fmla="*/ 1094838 w 3180231"/>
              <a:gd name="csY117" fmla="*/ 2145734 h 3836630"/>
              <a:gd name="csX118" fmla="*/ 1066817 w 3180231"/>
              <a:gd name="csY118" fmla="*/ 2130484 h 3836630"/>
              <a:gd name="csX119" fmla="*/ 1036735 w 3180231"/>
              <a:gd name="csY119" fmla="*/ 2115647 h 3836630"/>
              <a:gd name="csX120" fmla="*/ 1032203 w 3180231"/>
              <a:gd name="csY120" fmla="*/ 2106992 h 3836630"/>
              <a:gd name="csX121" fmla="*/ 1072174 w 3180231"/>
              <a:gd name="csY121" fmla="*/ 2120181 h 3836630"/>
              <a:gd name="csX122" fmla="*/ 1100195 w 3180231"/>
              <a:gd name="csY122" fmla="*/ 2135430 h 3836630"/>
              <a:gd name="csX123" fmla="*/ 1128217 w 3180231"/>
              <a:gd name="csY123" fmla="*/ 2137079 h 3836630"/>
              <a:gd name="csX124" fmla="*/ 1121211 w 3180231"/>
              <a:gd name="csY124" fmla="*/ 2116884 h 3836630"/>
              <a:gd name="csX125" fmla="*/ 1123684 w 3180231"/>
              <a:gd name="csY125" fmla="*/ 2111938 h 3836630"/>
              <a:gd name="csX126" fmla="*/ 1132750 w 3180231"/>
              <a:gd name="csY126" fmla="*/ 2102871 h 3836630"/>
              <a:gd name="csX127" fmla="*/ 1091542 w 3180231"/>
              <a:gd name="csY127" fmla="*/ 2085149 h 3836630"/>
              <a:gd name="csX128" fmla="*/ 1065581 w 3180231"/>
              <a:gd name="csY128" fmla="*/ 2075258 h 3836630"/>
              <a:gd name="csX129" fmla="*/ 1028494 w 3180231"/>
              <a:gd name="csY129" fmla="*/ 2058360 h 3836630"/>
              <a:gd name="csX130" fmla="*/ 1002533 w 3180231"/>
              <a:gd name="csY130" fmla="*/ 2047644 h 3836630"/>
              <a:gd name="csX131" fmla="*/ 993467 w 3180231"/>
              <a:gd name="csY131" fmla="*/ 2043935 h 3836630"/>
              <a:gd name="csX132" fmla="*/ 974512 w 3180231"/>
              <a:gd name="csY132" fmla="*/ 2037753 h 3836630"/>
              <a:gd name="csX133" fmla="*/ 957617 w 3180231"/>
              <a:gd name="csY133" fmla="*/ 2031571 h 3836630"/>
              <a:gd name="csX134" fmla="*/ 928359 w 3180231"/>
              <a:gd name="csY134" fmla="*/ 2019207 h 3836630"/>
              <a:gd name="csX135" fmla="*/ 894569 w 3180231"/>
              <a:gd name="csY135" fmla="*/ 2006843 h 3836630"/>
              <a:gd name="csX136" fmla="*/ 877673 w 3180231"/>
              <a:gd name="csY136" fmla="*/ 2003133 h 3836630"/>
              <a:gd name="csX137" fmla="*/ 853361 w 3180231"/>
              <a:gd name="csY137" fmla="*/ 1997363 h 3836630"/>
              <a:gd name="csX138" fmla="*/ 824103 w 3180231"/>
              <a:gd name="csY138" fmla="*/ 1986648 h 3836630"/>
              <a:gd name="csX139" fmla="*/ 809269 w 3180231"/>
              <a:gd name="csY139" fmla="*/ 1977993 h 3836630"/>
              <a:gd name="csX140" fmla="*/ 696771 w 3180231"/>
              <a:gd name="csY140" fmla="*/ 1933070 h 3836630"/>
              <a:gd name="csX141" fmla="*/ 500210 w 3180231"/>
              <a:gd name="csY141" fmla="*/ 1853115 h 3836630"/>
              <a:gd name="csX142" fmla="*/ 437163 w 3180231"/>
              <a:gd name="csY142" fmla="*/ 1842399 h 3836630"/>
              <a:gd name="csX143" fmla="*/ 564082 w 3180231"/>
              <a:gd name="csY143" fmla="*/ 1939664 h 3836630"/>
              <a:gd name="csX144" fmla="*/ 623834 w 3180231"/>
              <a:gd name="csY144" fmla="*/ 1978817 h 3836630"/>
              <a:gd name="csX145" fmla="*/ 607351 w 3180231"/>
              <a:gd name="csY145" fmla="*/ 1973871 h 3836630"/>
              <a:gd name="csX146" fmla="*/ 409965 w 3180231"/>
              <a:gd name="csY146" fmla="*/ 1874958 h 3836630"/>
              <a:gd name="csX147" fmla="*/ 377823 w 3180231"/>
              <a:gd name="csY147" fmla="*/ 1858060 h 3836630"/>
              <a:gd name="csX148" fmla="*/ 333319 w 3180231"/>
              <a:gd name="csY148" fmla="*/ 1846108 h 3836630"/>
              <a:gd name="csX149" fmla="*/ 308594 w 3180231"/>
              <a:gd name="csY149" fmla="*/ 1838278 h 3836630"/>
              <a:gd name="csX150" fmla="*/ 284282 w 3180231"/>
              <a:gd name="csY150" fmla="*/ 1818907 h 3836630"/>
              <a:gd name="csX151" fmla="*/ 265326 w 3180231"/>
              <a:gd name="csY151" fmla="*/ 1807367 h 3836630"/>
              <a:gd name="csX152" fmla="*/ 263266 w 3180231"/>
              <a:gd name="csY152" fmla="*/ 1769862 h 3836630"/>
              <a:gd name="csX153" fmla="*/ 252964 w 3180231"/>
              <a:gd name="csY153" fmla="*/ 1747195 h 3836630"/>
              <a:gd name="csX154" fmla="*/ 234008 w 3180231"/>
              <a:gd name="csY154" fmla="*/ 1733594 h 3836630"/>
              <a:gd name="csX155" fmla="*/ 240190 w 3180231"/>
              <a:gd name="csY155" fmla="*/ 1716284 h 3836630"/>
              <a:gd name="csX156" fmla="*/ 250904 w 3180231"/>
              <a:gd name="csY156" fmla="*/ 1698974 h 3836630"/>
              <a:gd name="csX157" fmla="*/ 272332 w 3180231"/>
              <a:gd name="csY157" fmla="*/ 1670125 h 3836630"/>
              <a:gd name="csX158" fmla="*/ 292523 w 3180231"/>
              <a:gd name="csY158" fmla="*/ 1642923 h 3836630"/>
              <a:gd name="csX159" fmla="*/ 287991 w 3180231"/>
              <a:gd name="csY159" fmla="*/ 1621080 h 3836630"/>
              <a:gd name="csX160" fmla="*/ 301589 w 3180231"/>
              <a:gd name="csY160" fmla="*/ 1593467 h 3836630"/>
              <a:gd name="csX161" fmla="*/ 319308 w 3180231"/>
              <a:gd name="csY161" fmla="*/ 1569563 h 3836630"/>
              <a:gd name="csX162" fmla="*/ 345681 w 3180231"/>
              <a:gd name="csY162" fmla="*/ 1542361 h 3836630"/>
              <a:gd name="csX163" fmla="*/ 444580 w 3180231"/>
              <a:gd name="csY163" fmla="*/ 1510215 h 3836630"/>
              <a:gd name="csX164" fmla="*/ 462711 w 3180231"/>
              <a:gd name="csY164" fmla="*/ 1505681 h 3836630"/>
              <a:gd name="csX165" fmla="*/ 488672 w 3180231"/>
              <a:gd name="csY165" fmla="*/ 1501147 h 3836630"/>
              <a:gd name="csX166" fmla="*/ 543067 w 3180231"/>
              <a:gd name="csY166" fmla="*/ 1515160 h 3836630"/>
              <a:gd name="csX167" fmla="*/ 579329 w 3180231"/>
              <a:gd name="csY167" fmla="*/ 1529997 h 3836630"/>
              <a:gd name="csX168" fmla="*/ 595400 w 3180231"/>
              <a:gd name="csY168" fmla="*/ 1535767 h 3836630"/>
              <a:gd name="csX169" fmla="*/ 633724 w 3180231"/>
              <a:gd name="csY169" fmla="*/ 1553489 h 3836630"/>
              <a:gd name="csX170" fmla="*/ 669986 w 3180231"/>
              <a:gd name="csY170" fmla="*/ 1565853 h 3836630"/>
              <a:gd name="csX171" fmla="*/ 700480 w 3180231"/>
              <a:gd name="csY171" fmla="*/ 1578218 h 3836630"/>
              <a:gd name="csX172" fmla="*/ 721908 w 3180231"/>
              <a:gd name="csY172" fmla="*/ 1594703 h 3836630"/>
              <a:gd name="csX173" fmla="*/ 739215 w 3180231"/>
              <a:gd name="csY173" fmla="*/ 1611601 h 3836630"/>
              <a:gd name="csX174" fmla="*/ 766825 w 3180231"/>
              <a:gd name="csY174" fmla="*/ 1608716 h 3836630"/>
              <a:gd name="csX175" fmla="*/ 803912 w 3180231"/>
              <a:gd name="csY175" fmla="*/ 1616547 h 3836630"/>
              <a:gd name="csX176" fmla="*/ 831933 w 3180231"/>
              <a:gd name="csY176" fmla="*/ 1636329 h 3836630"/>
              <a:gd name="csX177" fmla="*/ 862015 w 3180231"/>
              <a:gd name="csY177" fmla="*/ 1655288 h 3836630"/>
              <a:gd name="csX178" fmla="*/ 895805 w 3180231"/>
              <a:gd name="csY178" fmla="*/ 1660645 h 3836630"/>
              <a:gd name="csX179" fmla="*/ 885915 w 3180231"/>
              <a:gd name="csY179" fmla="*/ 1637978 h 3836630"/>
              <a:gd name="csX180" fmla="*/ 873553 w 3180231"/>
              <a:gd name="csY180" fmla="*/ 1619431 h 3836630"/>
              <a:gd name="csX181" fmla="*/ 882206 w 3180231"/>
              <a:gd name="csY181" fmla="*/ 1613249 h 3836630"/>
              <a:gd name="csX182" fmla="*/ 885915 w 3180231"/>
              <a:gd name="csY182" fmla="*/ 1597588 h 3836630"/>
              <a:gd name="csX183" fmla="*/ 865311 w 3180231"/>
              <a:gd name="csY183" fmla="*/ 1571623 h 3836630"/>
              <a:gd name="csX184" fmla="*/ 838114 w 3180231"/>
              <a:gd name="csY184" fmla="*/ 1537416 h 3836630"/>
              <a:gd name="csX185" fmla="*/ 812565 w 3180231"/>
              <a:gd name="csY185" fmla="*/ 1508566 h 3836630"/>
              <a:gd name="csX186" fmla="*/ 798967 w 3180231"/>
              <a:gd name="csY186" fmla="*/ 1492905 h 3836630"/>
              <a:gd name="csX187" fmla="*/ 812977 w 3180231"/>
              <a:gd name="csY187" fmla="*/ 1493729 h 3836630"/>
              <a:gd name="csX188" fmla="*/ 827812 w 3180231"/>
              <a:gd name="csY188" fmla="*/ 1489195 h 3836630"/>
              <a:gd name="csX189" fmla="*/ 816686 w 3180231"/>
              <a:gd name="csY189" fmla="*/ 1483838 h 3836630"/>
              <a:gd name="csX190" fmla="*/ 810505 w 3180231"/>
              <a:gd name="csY190" fmla="*/ 1477656 h 3836630"/>
              <a:gd name="csX191" fmla="*/ 799791 w 3180231"/>
              <a:gd name="csY191" fmla="*/ 1471061 h 3836630"/>
              <a:gd name="csX192" fmla="*/ 772182 w 3180231"/>
              <a:gd name="csY192" fmla="*/ 1437678 h 3836630"/>
              <a:gd name="csX193" fmla="*/ 780423 w 3180231"/>
              <a:gd name="csY193" fmla="*/ 1431908 h 3836630"/>
              <a:gd name="csX194" fmla="*/ 787429 w 3180231"/>
              <a:gd name="csY194" fmla="*/ 1425726 h 3836630"/>
              <a:gd name="csX195" fmla="*/ 764764 w 3180231"/>
              <a:gd name="csY195" fmla="*/ 1413362 h 3836630"/>
              <a:gd name="csX196" fmla="*/ 728914 w 3180231"/>
              <a:gd name="csY196" fmla="*/ 1382451 h 3836630"/>
              <a:gd name="csX197" fmla="*/ 721084 w 3180231"/>
              <a:gd name="csY197" fmla="*/ 1373384 h 3836630"/>
              <a:gd name="csX198" fmla="*/ 698420 w 3180231"/>
              <a:gd name="csY198" fmla="*/ 1346183 h 3836630"/>
              <a:gd name="csX199" fmla="*/ 669162 w 3180231"/>
              <a:gd name="csY199" fmla="*/ 1311151 h 3836630"/>
              <a:gd name="csX200" fmla="*/ 658860 w 3180231"/>
              <a:gd name="csY200" fmla="*/ 1285599 h 3836630"/>
              <a:gd name="csX201" fmla="*/ 662981 w 3180231"/>
              <a:gd name="csY201" fmla="*/ 1289308 h 3836630"/>
              <a:gd name="csX202" fmla="*/ 731386 w 3180231"/>
              <a:gd name="csY202" fmla="*/ 1358547 h 3836630"/>
              <a:gd name="csX203" fmla="*/ 712430 w 3180231"/>
              <a:gd name="csY203" fmla="*/ 1325164 h 3836630"/>
              <a:gd name="csX204" fmla="*/ 695947 w 3180231"/>
              <a:gd name="csY204" fmla="*/ 1307442 h 3836630"/>
              <a:gd name="csX205" fmla="*/ 637844 w 3180231"/>
              <a:gd name="csY205" fmla="*/ 1259222 h 3836630"/>
              <a:gd name="csX206" fmla="*/ 607763 w 3180231"/>
              <a:gd name="csY206" fmla="*/ 1219656 h 3836630"/>
              <a:gd name="csX207" fmla="*/ 611471 w 3180231"/>
              <a:gd name="csY207" fmla="*/ 1227487 h 3836630"/>
              <a:gd name="csX208" fmla="*/ 617240 w 3180231"/>
              <a:gd name="csY208" fmla="*/ 1238203 h 3836630"/>
              <a:gd name="csX209" fmla="*/ 630015 w 3180231"/>
              <a:gd name="csY209" fmla="*/ 1238203 h 3836630"/>
              <a:gd name="csX210" fmla="*/ 630839 w 3180231"/>
              <a:gd name="csY210" fmla="*/ 1223778 h 3836630"/>
              <a:gd name="csX211" fmla="*/ 613944 w 3180231"/>
              <a:gd name="csY211" fmla="*/ 1205231 h 3836630"/>
              <a:gd name="csX212" fmla="*/ 583038 w 3180231"/>
              <a:gd name="csY212" fmla="*/ 1193279 h 3836630"/>
              <a:gd name="csX213" fmla="*/ 557077 w 3180231"/>
              <a:gd name="csY213" fmla="*/ 1180915 h 3836630"/>
              <a:gd name="csX214" fmla="*/ 534001 w 3180231"/>
              <a:gd name="csY214" fmla="*/ 1161957 h 3836630"/>
              <a:gd name="csX215" fmla="*/ 532765 w 3180231"/>
              <a:gd name="csY215" fmla="*/ 1155363 h 3836630"/>
              <a:gd name="csX216" fmla="*/ 531528 w 3180231"/>
              <a:gd name="csY216" fmla="*/ 1151653 h 3836630"/>
              <a:gd name="csX217" fmla="*/ 523699 w 3180231"/>
              <a:gd name="csY217" fmla="*/ 1147120 h 3836630"/>
              <a:gd name="csX218" fmla="*/ 265738 w 3180231"/>
              <a:gd name="csY218" fmla="*/ 881702 h 3836630"/>
              <a:gd name="csX219" fmla="*/ 207223 w 3180231"/>
              <a:gd name="csY219" fmla="*/ 828536 h 3836630"/>
              <a:gd name="csX220" fmla="*/ 188680 w 3180231"/>
              <a:gd name="csY220" fmla="*/ 801335 h 3836630"/>
              <a:gd name="csX221" fmla="*/ 205575 w 3180231"/>
              <a:gd name="csY221" fmla="*/ 809577 h 3836630"/>
              <a:gd name="csX222" fmla="*/ 213817 w 3180231"/>
              <a:gd name="csY222" fmla="*/ 821942 h 3836630"/>
              <a:gd name="csX223" fmla="*/ 222058 w 3180231"/>
              <a:gd name="csY223" fmla="*/ 834306 h 3836630"/>
              <a:gd name="csX224" fmla="*/ 248431 w 3180231"/>
              <a:gd name="csY224" fmla="*/ 846258 h 3836630"/>
              <a:gd name="csX225" fmla="*/ 256261 w 3180231"/>
              <a:gd name="csY225" fmla="*/ 850379 h 3836630"/>
              <a:gd name="csX226" fmla="*/ 282221 w 3180231"/>
              <a:gd name="csY226" fmla="*/ 872223 h 3836630"/>
              <a:gd name="csX227" fmla="*/ 311067 w 3180231"/>
              <a:gd name="csY227" fmla="*/ 892005 h 3836630"/>
              <a:gd name="csX228" fmla="*/ 319308 w 3180231"/>
              <a:gd name="csY228" fmla="*/ 892830 h 3836630"/>
              <a:gd name="csX229" fmla="*/ 297056 w 3180231"/>
              <a:gd name="csY229" fmla="*/ 863980 h 3836630"/>
              <a:gd name="csX230" fmla="*/ 276452 w 3180231"/>
              <a:gd name="csY230" fmla="*/ 845846 h 3836630"/>
              <a:gd name="csX231" fmla="*/ 259145 w 3180231"/>
              <a:gd name="csY231" fmla="*/ 832245 h 3836630"/>
              <a:gd name="csX232" fmla="*/ 242250 w 3180231"/>
              <a:gd name="csY232" fmla="*/ 814111 h 3836630"/>
              <a:gd name="csX233" fmla="*/ 202690 w 3180231"/>
              <a:gd name="csY233" fmla="*/ 780316 h 3836630"/>
              <a:gd name="csX234" fmla="*/ 176730 w 3180231"/>
              <a:gd name="csY234" fmla="*/ 762181 h 3836630"/>
              <a:gd name="csX235" fmla="*/ 189092 w 3180231"/>
              <a:gd name="csY235" fmla="*/ 756824 h 3836630"/>
              <a:gd name="csX236" fmla="*/ 184971 w 3180231"/>
              <a:gd name="csY236" fmla="*/ 733332 h 3836630"/>
              <a:gd name="csX237" fmla="*/ 160659 w 3180231"/>
              <a:gd name="csY237" fmla="*/ 729210 h 3836630"/>
              <a:gd name="csX238" fmla="*/ 145824 w 3180231"/>
              <a:gd name="csY238" fmla="*/ 725501 h 3836630"/>
              <a:gd name="csX239" fmla="*/ 126456 w 3180231"/>
              <a:gd name="csY239" fmla="*/ 701597 h 3836630"/>
              <a:gd name="csX240" fmla="*/ 84012 w 3180231"/>
              <a:gd name="csY240" fmla="*/ 679754 h 3836630"/>
              <a:gd name="csX241" fmla="*/ 81952 w 3180231"/>
              <a:gd name="csY241" fmla="*/ 692530 h 3836630"/>
              <a:gd name="csX242" fmla="*/ 83600 w 3180231"/>
              <a:gd name="csY242" fmla="*/ 708191 h 3836630"/>
              <a:gd name="csX243" fmla="*/ 85248 w 3180231"/>
              <a:gd name="csY243" fmla="*/ 720143 h 3836630"/>
              <a:gd name="csX244" fmla="*/ 75359 w 3180231"/>
              <a:gd name="csY244" fmla="*/ 725089 h 3836630"/>
              <a:gd name="csX245" fmla="*/ 69589 w 3180231"/>
              <a:gd name="csY245" fmla="*/ 706543 h 3836630"/>
              <a:gd name="csX246" fmla="*/ 57227 w 3180231"/>
              <a:gd name="csY246" fmla="*/ 698300 h 3836630"/>
              <a:gd name="csX247" fmla="*/ 46513 w 3180231"/>
              <a:gd name="csY247" fmla="*/ 694591 h 3836630"/>
              <a:gd name="csX248" fmla="*/ 39508 w 3180231"/>
              <a:gd name="csY248" fmla="*/ 687996 h 3836630"/>
              <a:gd name="csX249" fmla="*/ 7778 w 3180231"/>
              <a:gd name="csY249" fmla="*/ 662032 h 3836630"/>
              <a:gd name="csX250" fmla="*/ 30854 w 3180231"/>
              <a:gd name="csY250" fmla="*/ 657498 h 3836630"/>
              <a:gd name="csX251" fmla="*/ 52282 w 3180231"/>
              <a:gd name="csY251" fmla="*/ 654613 h 3836630"/>
              <a:gd name="csX252" fmla="*/ 40332 w 3180231"/>
              <a:gd name="csY252" fmla="*/ 643897 h 3836630"/>
              <a:gd name="csX253" fmla="*/ 14371 w 3180231"/>
              <a:gd name="csY253" fmla="*/ 608866 h 3836630"/>
              <a:gd name="csX254" fmla="*/ -464 w 3180231"/>
              <a:gd name="csY254" fmla="*/ 590731 h 3836630"/>
              <a:gd name="csX255" fmla="*/ -17359 w 3180231"/>
              <a:gd name="csY255" fmla="*/ 575482 h 3836630"/>
              <a:gd name="csX256" fmla="*/ -11178 w 3180231"/>
              <a:gd name="csY256" fmla="*/ 565591 h 3836630"/>
              <a:gd name="csX257" fmla="*/ 6954 w 3180231"/>
              <a:gd name="csY257" fmla="*/ 571773 h 3836630"/>
              <a:gd name="csX258" fmla="*/ 49810 w 3180231"/>
              <a:gd name="csY258" fmla="*/ 569712 h 3836630"/>
              <a:gd name="csX259" fmla="*/ 53106 w 3180231"/>
              <a:gd name="csY259" fmla="*/ 564355 h 3836630"/>
              <a:gd name="csX260" fmla="*/ 57227 w 3180231"/>
              <a:gd name="csY260" fmla="*/ 567652 h 3836630"/>
              <a:gd name="csX261" fmla="*/ 94726 w 3180231"/>
              <a:gd name="csY261" fmla="*/ 597326 h 3836630"/>
              <a:gd name="csX262" fmla="*/ 99671 w 3180231"/>
              <a:gd name="csY262" fmla="*/ 589083 h 3836630"/>
              <a:gd name="csX263" fmla="*/ 121923 w 3180231"/>
              <a:gd name="csY263" fmla="*/ 589907 h 3836630"/>
              <a:gd name="csX264" fmla="*/ 144175 w 3180231"/>
              <a:gd name="csY264" fmla="*/ 602684 h 3836630"/>
              <a:gd name="csX265" fmla="*/ 156538 w 3180231"/>
              <a:gd name="csY265" fmla="*/ 611338 h 3836630"/>
              <a:gd name="csX266" fmla="*/ 167664 w 3180231"/>
              <a:gd name="csY266" fmla="*/ 625763 h 3836630"/>
              <a:gd name="csX267" fmla="*/ 179202 w 3180231"/>
              <a:gd name="csY267" fmla="*/ 632770 h 3836630"/>
              <a:gd name="csX268" fmla="*/ 188268 w 3180231"/>
              <a:gd name="csY268" fmla="*/ 636891 h 3836630"/>
              <a:gd name="csX269" fmla="*/ 192801 w 3180231"/>
              <a:gd name="csY269" fmla="*/ 645958 h 3836630"/>
              <a:gd name="csX270" fmla="*/ 195273 w 3180231"/>
              <a:gd name="csY270" fmla="*/ 642661 h 3836630"/>
              <a:gd name="csX271" fmla="*/ 197746 w 3180231"/>
              <a:gd name="csY271" fmla="*/ 634006 h 3836630"/>
              <a:gd name="csX272" fmla="*/ 184971 w 3180231"/>
              <a:gd name="csY272" fmla="*/ 614636 h 3836630"/>
              <a:gd name="csX273" fmla="*/ 149532 w 3180231"/>
              <a:gd name="csY273" fmla="*/ 573834 h 3836630"/>
              <a:gd name="csX274" fmla="*/ 142527 w 3180231"/>
              <a:gd name="csY274" fmla="*/ 568476 h 3836630"/>
              <a:gd name="csX275" fmla="*/ 139643 w 3180231"/>
              <a:gd name="csY275" fmla="*/ 564355 h 3836630"/>
              <a:gd name="csX276" fmla="*/ 132225 w 3180231"/>
              <a:gd name="csY276" fmla="*/ 546633 h 3836630"/>
              <a:gd name="csX277" fmla="*/ 119039 w 3180231"/>
              <a:gd name="csY277" fmla="*/ 530971 h 3836630"/>
              <a:gd name="csX278" fmla="*/ 131401 w 3180231"/>
              <a:gd name="csY278" fmla="*/ 530559 h 3836630"/>
              <a:gd name="csX279" fmla="*/ 143763 w 3180231"/>
              <a:gd name="csY279" fmla="*/ 527262 h 3836630"/>
              <a:gd name="csX280" fmla="*/ 150357 w 3180231"/>
              <a:gd name="csY280" fmla="*/ 527674 h 3836630"/>
              <a:gd name="csX281" fmla="*/ 160659 w 3180231"/>
              <a:gd name="csY281" fmla="*/ 526026 h 3836630"/>
              <a:gd name="csX282" fmla="*/ 179614 w 3180231"/>
              <a:gd name="csY282" fmla="*/ 525201 h 3836630"/>
              <a:gd name="csX283" fmla="*/ 245134 w 3180231"/>
              <a:gd name="csY283" fmla="*/ 570124 h 3836630"/>
              <a:gd name="csX284" fmla="*/ 269859 w 3180231"/>
              <a:gd name="csY284" fmla="*/ 587022 h 3836630"/>
              <a:gd name="csX285" fmla="*/ 285518 w 3180231"/>
              <a:gd name="csY285" fmla="*/ 603096 h 3836630"/>
              <a:gd name="csX286" fmla="*/ 288403 w 3180231"/>
              <a:gd name="csY286" fmla="*/ 607217 h 3836630"/>
              <a:gd name="csX287" fmla="*/ 300765 w 3180231"/>
              <a:gd name="csY287" fmla="*/ 607629 h 3836630"/>
              <a:gd name="csX288" fmla="*/ 306534 w 3180231"/>
              <a:gd name="csY288" fmla="*/ 618345 h 3836630"/>
              <a:gd name="csX289" fmla="*/ 310243 w 3180231"/>
              <a:gd name="csY289" fmla="*/ 626175 h 3836630"/>
              <a:gd name="csX290" fmla="*/ 324665 w 3180231"/>
              <a:gd name="csY290" fmla="*/ 634006 h 3836630"/>
              <a:gd name="csX291" fmla="*/ 342385 w 3180231"/>
              <a:gd name="csY291" fmla="*/ 644722 h 3836630"/>
              <a:gd name="csX292" fmla="*/ 363401 w 3180231"/>
              <a:gd name="csY292" fmla="*/ 657498 h 3836630"/>
              <a:gd name="csX293" fmla="*/ 380708 w 3180231"/>
              <a:gd name="csY293" fmla="*/ 667389 h 3836630"/>
              <a:gd name="csX294" fmla="*/ 392658 w 3180231"/>
              <a:gd name="csY294" fmla="*/ 649255 h 3836630"/>
              <a:gd name="csX295" fmla="*/ 395131 w 3180231"/>
              <a:gd name="csY295" fmla="*/ 642661 h 3836630"/>
              <a:gd name="csX296" fmla="*/ 397603 w 3180231"/>
              <a:gd name="csY296" fmla="*/ 636067 h 3836630"/>
              <a:gd name="csX297" fmla="*/ 404608 w 3180231"/>
              <a:gd name="csY297" fmla="*/ 632770 h 3836630"/>
              <a:gd name="csX298" fmla="*/ 424800 w 3180231"/>
              <a:gd name="csY298" fmla="*/ 643073 h 3836630"/>
              <a:gd name="csX299" fmla="*/ 438811 w 3180231"/>
              <a:gd name="csY299" fmla="*/ 650904 h 3836630"/>
              <a:gd name="csX300" fmla="*/ 451173 w 3180231"/>
              <a:gd name="csY300" fmla="*/ 659559 h 3836630"/>
              <a:gd name="csX301" fmla="*/ 479607 w 3180231"/>
              <a:gd name="csY301" fmla="*/ 665741 h 3836630"/>
              <a:gd name="csX302" fmla="*/ 496090 w 3180231"/>
              <a:gd name="csY302" fmla="*/ 655025 h 3836630"/>
              <a:gd name="csX303" fmla="*/ 505155 w 3180231"/>
              <a:gd name="csY303" fmla="*/ 648843 h 3836630"/>
              <a:gd name="csX304" fmla="*/ 533177 w 3180231"/>
              <a:gd name="csY304" fmla="*/ 668214 h 3836630"/>
              <a:gd name="csX305" fmla="*/ 609411 w 3180231"/>
              <a:gd name="csY305" fmla="*/ 723852 h 3836630"/>
              <a:gd name="csX306" fmla="*/ 641965 w 3180231"/>
              <a:gd name="csY306" fmla="*/ 749405 h 3836630"/>
              <a:gd name="csX307" fmla="*/ 704189 w 3180231"/>
              <a:gd name="csY307" fmla="*/ 831009 h 3836630"/>
              <a:gd name="csX308" fmla="*/ 728089 w 3180231"/>
              <a:gd name="csY308" fmla="*/ 861919 h 3836630"/>
              <a:gd name="csX309" fmla="*/ 733034 w 3180231"/>
              <a:gd name="csY309" fmla="*/ 885823 h 3836630"/>
              <a:gd name="csX310" fmla="*/ 728914 w 3180231"/>
              <a:gd name="csY310" fmla="*/ 894066 h 3836630"/>
              <a:gd name="csX311" fmla="*/ 734271 w 3180231"/>
              <a:gd name="csY311" fmla="*/ 902309 h 3836630"/>
              <a:gd name="csX312" fmla="*/ 758995 w 3180231"/>
              <a:gd name="csY312" fmla="*/ 911788 h 3836630"/>
              <a:gd name="csX313" fmla="*/ 772182 w 3180231"/>
              <a:gd name="csY313" fmla="*/ 929510 h 3836630"/>
              <a:gd name="csX314" fmla="*/ 766000 w 3180231"/>
              <a:gd name="csY314" fmla="*/ 944347 h 3836630"/>
              <a:gd name="csX315" fmla="*/ 758583 w 3180231"/>
              <a:gd name="csY315" fmla="*/ 953414 h 3836630"/>
              <a:gd name="csX316" fmla="*/ 742100 w 3180231"/>
              <a:gd name="csY316" fmla="*/ 984737 h 3836630"/>
              <a:gd name="csX317" fmla="*/ 756935 w 3180231"/>
              <a:gd name="csY317" fmla="*/ 997925 h 3836630"/>
              <a:gd name="csX318" fmla="*/ 770121 w 3180231"/>
              <a:gd name="csY318" fmla="*/ 1004932 h 3836630"/>
              <a:gd name="csX319" fmla="*/ 778775 w 3180231"/>
              <a:gd name="csY319" fmla="*/ 1010702 h 3836630"/>
              <a:gd name="csX320" fmla="*/ 785368 w 3180231"/>
              <a:gd name="csY320" fmla="*/ 1004932 h 3836630"/>
              <a:gd name="csX321" fmla="*/ 789489 w 3180231"/>
              <a:gd name="csY321" fmla="*/ 984737 h 3836630"/>
              <a:gd name="csX322" fmla="*/ 792786 w 3180231"/>
              <a:gd name="csY322" fmla="*/ 968251 h 3836630"/>
              <a:gd name="csX323" fmla="*/ 796082 w 3180231"/>
              <a:gd name="csY323" fmla="*/ 964130 h 3836630"/>
              <a:gd name="csX324" fmla="*/ 804736 w 3180231"/>
              <a:gd name="csY324" fmla="*/ 973609 h 3836630"/>
              <a:gd name="csX325" fmla="*/ 821631 w 3180231"/>
              <a:gd name="csY325" fmla="*/ 998337 h 3836630"/>
              <a:gd name="csX326" fmla="*/ 836054 w 3180231"/>
              <a:gd name="csY326" fmla="*/ 1020181 h 3836630"/>
              <a:gd name="csX327" fmla="*/ 845944 w 3180231"/>
              <a:gd name="csY327" fmla="*/ 1029660 h 3836630"/>
              <a:gd name="csX328" fmla="*/ 856658 w 3180231"/>
              <a:gd name="csY328" fmla="*/ 1048618 h 3836630"/>
              <a:gd name="csX329" fmla="*/ 875613 w 3180231"/>
              <a:gd name="csY329" fmla="*/ 1073347 h 3836630"/>
              <a:gd name="csX330" fmla="*/ 887563 w 3180231"/>
              <a:gd name="csY330" fmla="*/ 1083238 h 3836630"/>
              <a:gd name="csX331" fmla="*/ 895393 w 3180231"/>
              <a:gd name="csY331" fmla="*/ 1093954 h 3836630"/>
              <a:gd name="csX332" fmla="*/ 909403 w 3180231"/>
              <a:gd name="csY332" fmla="*/ 1111676 h 3836630"/>
              <a:gd name="csX333" fmla="*/ 928359 w 3180231"/>
              <a:gd name="csY333" fmla="*/ 1141350 h 3836630"/>
              <a:gd name="csX334" fmla="*/ 980693 w 3180231"/>
              <a:gd name="csY334" fmla="*/ 1206880 h 3836630"/>
              <a:gd name="csX335" fmla="*/ 1012011 w 3180231"/>
              <a:gd name="csY335" fmla="*/ 1241500 h 3836630"/>
              <a:gd name="csX336" fmla="*/ 1016956 w 3180231"/>
              <a:gd name="csY336" fmla="*/ 1269113 h 3836630"/>
              <a:gd name="csX337" fmla="*/ 1009950 w 3180231"/>
              <a:gd name="csY337" fmla="*/ 1280241 h 3836630"/>
              <a:gd name="csX338" fmla="*/ 992643 w 3180231"/>
              <a:gd name="csY338" fmla="*/ 1285599 h 3836630"/>
              <a:gd name="csX339" fmla="*/ 975336 w 3180231"/>
              <a:gd name="csY339" fmla="*/ 1281889 h 3836630"/>
              <a:gd name="csX340" fmla="*/ 974512 w 3180231"/>
              <a:gd name="csY340" fmla="*/ 1292193 h 3836630"/>
              <a:gd name="csX341" fmla="*/ 1006654 w 3180231"/>
              <a:gd name="csY341" fmla="*/ 1328461 h 3836630"/>
              <a:gd name="csX342" fmla="*/ 998412 w 3180231"/>
              <a:gd name="csY342" fmla="*/ 1332170 h 3836630"/>
              <a:gd name="csX343" fmla="*/ 996352 w 3180231"/>
              <a:gd name="csY343" fmla="*/ 1342886 h 3836630"/>
              <a:gd name="csX344" fmla="*/ 1007066 w 3180231"/>
              <a:gd name="csY344" fmla="*/ 1346183 h 3836630"/>
              <a:gd name="csX345" fmla="*/ 1011187 w 3180231"/>
              <a:gd name="csY345" fmla="*/ 1351129 h 3836630"/>
              <a:gd name="csX346" fmla="*/ 1027258 w 3180231"/>
              <a:gd name="csY346" fmla="*/ 1370911 h 3836630"/>
              <a:gd name="csX347" fmla="*/ 1095663 w 3180231"/>
              <a:gd name="csY347" fmla="*/ 1442624 h 3836630"/>
              <a:gd name="csX348" fmla="*/ 1108025 w 3180231"/>
              <a:gd name="csY348" fmla="*/ 1462819 h 3836630"/>
              <a:gd name="csX349" fmla="*/ 1124508 w 3180231"/>
              <a:gd name="csY349" fmla="*/ 1472710 h 3836630"/>
              <a:gd name="csX350" fmla="*/ 1135222 w 3180231"/>
              <a:gd name="csY350" fmla="*/ 1345359 h 3836630"/>
              <a:gd name="csX351" fmla="*/ 1133574 w 3180231"/>
              <a:gd name="csY351" fmla="*/ 1138053 h 3836630"/>
              <a:gd name="csX352" fmla="*/ 1134398 w 3180231"/>
              <a:gd name="csY352" fmla="*/ 1107554 h 3836630"/>
              <a:gd name="csX353" fmla="*/ 1133162 w 3180231"/>
              <a:gd name="csY353" fmla="*/ 805456 h 3836630"/>
              <a:gd name="csX354" fmla="*/ 1128629 w 3180231"/>
              <a:gd name="csY354" fmla="*/ 645546 h 3836630"/>
              <a:gd name="csX355" fmla="*/ 1139343 w 3180231"/>
              <a:gd name="csY355" fmla="*/ 577543 h 3836630"/>
              <a:gd name="csX356" fmla="*/ 1138107 w 3180231"/>
              <a:gd name="csY356" fmla="*/ 553639 h 3836630"/>
              <a:gd name="csX357" fmla="*/ 1131925 w 3180231"/>
              <a:gd name="csY357" fmla="*/ 526850 h 3836630"/>
              <a:gd name="csX358" fmla="*/ 1122448 w 3180231"/>
              <a:gd name="csY358" fmla="*/ 506655 h 3836630"/>
              <a:gd name="csX359" fmla="*/ 1092366 w 3180231"/>
              <a:gd name="csY359" fmla="*/ 524377 h 3836630"/>
              <a:gd name="csX360" fmla="*/ 1058576 w 3180231"/>
              <a:gd name="csY360" fmla="*/ 554463 h 3836630"/>
              <a:gd name="csX361" fmla="*/ 1021076 w 3180231"/>
              <a:gd name="csY361" fmla="*/ 589495 h 3836630"/>
              <a:gd name="csX362" fmla="*/ 997588 w 3180231"/>
              <a:gd name="csY362" fmla="*/ 601035 h 3836630"/>
              <a:gd name="csX363" fmla="*/ 1005418 w 3180231"/>
              <a:gd name="csY363" fmla="*/ 589083 h 3836630"/>
              <a:gd name="csX364" fmla="*/ 1024785 w 3180231"/>
              <a:gd name="csY364" fmla="*/ 573009 h 3836630"/>
              <a:gd name="csX365" fmla="*/ 1049098 w 3180231"/>
              <a:gd name="csY365" fmla="*/ 547457 h 3836630"/>
              <a:gd name="csX366" fmla="*/ 1053219 w 3180231"/>
              <a:gd name="csY366" fmla="*/ 533856 h 3836630"/>
              <a:gd name="csX367" fmla="*/ 964210 w 3180231"/>
              <a:gd name="csY367" fmla="*/ 608453 h 3836630"/>
              <a:gd name="csX368" fmla="*/ 923002 w 3180231"/>
              <a:gd name="csY368" fmla="*/ 646782 h 3836630"/>
              <a:gd name="csX369" fmla="*/ 912288 w 3180231"/>
              <a:gd name="csY369" fmla="*/ 660383 h 3836630"/>
              <a:gd name="csX370" fmla="*/ 885915 w 3180231"/>
              <a:gd name="csY370" fmla="*/ 697063 h 3836630"/>
              <a:gd name="csX371" fmla="*/ 844295 w 3180231"/>
              <a:gd name="csY371" fmla="*/ 761769 h 3836630"/>
              <a:gd name="csX372" fmla="*/ 840174 w 3180231"/>
              <a:gd name="csY372" fmla="*/ 766303 h 3836630"/>
              <a:gd name="csX373" fmla="*/ 846356 w 3180231"/>
              <a:gd name="csY373" fmla="*/ 733332 h 3836630"/>
              <a:gd name="csX374" fmla="*/ 856658 w 3180231"/>
              <a:gd name="csY374" fmla="*/ 709015 h 3836630"/>
              <a:gd name="csX375" fmla="*/ 866959 w 3180231"/>
              <a:gd name="csY375" fmla="*/ 692942 h 3836630"/>
              <a:gd name="csX376" fmla="*/ 877261 w 3180231"/>
              <a:gd name="csY376" fmla="*/ 680578 h 3836630"/>
              <a:gd name="csX377" fmla="*/ 902810 w 3180231"/>
              <a:gd name="csY377" fmla="*/ 623703 h 3836630"/>
              <a:gd name="csX378" fmla="*/ 910228 w 3180231"/>
              <a:gd name="csY378" fmla="*/ 609278 h 3836630"/>
              <a:gd name="csX379" fmla="*/ 924650 w 3180231"/>
              <a:gd name="csY379" fmla="*/ 586198 h 3836630"/>
              <a:gd name="csX380" fmla="*/ 953908 w 3180231"/>
              <a:gd name="csY380" fmla="*/ 541275 h 3836630"/>
              <a:gd name="csX381" fmla="*/ 993879 w 3180231"/>
              <a:gd name="csY381" fmla="*/ 473272 h 3836630"/>
              <a:gd name="csX382" fmla="*/ 1005005 w 3180231"/>
              <a:gd name="csY382" fmla="*/ 454313 h 3836630"/>
              <a:gd name="csX383" fmla="*/ 1013659 w 3180231"/>
              <a:gd name="csY383" fmla="*/ 439064 h 3836630"/>
              <a:gd name="csX384" fmla="*/ 1020252 w 3180231"/>
              <a:gd name="csY384" fmla="*/ 422166 h 3836630"/>
              <a:gd name="csX385" fmla="*/ 1050746 w 3180231"/>
              <a:gd name="csY385" fmla="*/ 380128 h 3836630"/>
              <a:gd name="csX386" fmla="*/ 1058576 w 3180231"/>
              <a:gd name="csY386" fmla="*/ 372298 h 3836630"/>
              <a:gd name="csX387" fmla="*/ 1057339 w 3180231"/>
              <a:gd name="csY387" fmla="*/ 366528 h 3836630"/>
              <a:gd name="csX388" fmla="*/ 995116 w 3180231"/>
              <a:gd name="csY388" fmla="*/ 398262 h 3836630"/>
              <a:gd name="csX389" fmla="*/ 890036 w 3180231"/>
              <a:gd name="csY389" fmla="*/ 507067 h 3836630"/>
              <a:gd name="csX390" fmla="*/ 881382 w 3180231"/>
              <a:gd name="csY390" fmla="*/ 514074 h 3836630"/>
              <a:gd name="csX391" fmla="*/ 903634 w 3180231"/>
              <a:gd name="csY391" fmla="*/ 469562 h 3836630"/>
              <a:gd name="csX392" fmla="*/ 913524 w 3180231"/>
              <a:gd name="csY392" fmla="*/ 454313 h 3836630"/>
              <a:gd name="csX393" fmla="*/ 923826 w 3180231"/>
              <a:gd name="csY393" fmla="*/ 436179 h 3836630"/>
              <a:gd name="csX394" fmla="*/ 923414 w 3180231"/>
              <a:gd name="csY394" fmla="*/ 425464 h 3836630"/>
              <a:gd name="csX395" fmla="*/ 925062 w 3180231"/>
              <a:gd name="csY395" fmla="*/ 415572 h 3836630"/>
              <a:gd name="csX396" fmla="*/ 937425 w 3180231"/>
              <a:gd name="csY396" fmla="*/ 407742 h 3836630"/>
              <a:gd name="csX397" fmla="*/ 955556 w 3180231"/>
              <a:gd name="csY397" fmla="*/ 378480 h 3836630"/>
              <a:gd name="csX398" fmla="*/ 958853 w 3180231"/>
              <a:gd name="csY398" fmla="*/ 365703 h 3836630"/>
              <a:gd name="csX399" fmla="*/ 1000885 w 3180231"/>
              <a:gd name="csY399" fmla="*/ 301822 h 3836630"/>
              <a:gd name="csX400" fmla="*/ 988522 w 3180231"/>
              <a:gd name="csY400" fmla="*/ 301822 h 3836630"/>
              <a:gd name="csX401" fmla="*/ 1032615 w 3180231"/>
              <a:gd name="csY401" fmla="*/ 246183 h 3836630"/>
              <a:gd name="csX402" fmla="*/ 1047862 w 3180231"/>
              <a:gd name="csY402" fmla="*/ 205793 h 3836630"/>
              <a:gd name="csX403" fmla="*/ 1062696 w 3180231"/>
              <a:gd name="csY403" fmla="*/ 166640 h 3836630"/>
              <a:gd name="csX404" fmla="*/ 1080004 w 3180231"/>
              <a:gd name="csY404" fmla="*/ 141912 h 3836630"/>
              <a:gd name="csX405" fmla="*/ 1091542 w 3180231"/>
              <a:gd name="csY405" fmla="*/ 129135 h 3836630"/>
              <a:gd name="csX406" fmla="*/ 1129041 w 3180231"/>
              <a:gd name="csY406" fmla="*/ 94516 h 3836630"/>
              <a:gd name="csX407" fmla="*/ 1142227 w 3180231"/>
              <a:gd name="csY407" fmla="*/ 67727 h 3836630"/>
              <a:gd name="csX408" fmla="*/ 1153353 w 3180231"/>
              <a:gd name="csY408" fmla="*/ 51653 h 3836630"/>
              <a:gd name="csX409" fmla="*/ 1169012 w 3180231"/>
              <a:gd name="csY409" fmla="*/ 28985 h 3836630"/>
              <a:gd name="csX410" fmla="*/ 1205275 w 3180231"/>
              <a:gd name="csY410" fmla="*/ 11263 h 3836630"/>
              <a:gd name="csX411" fmla="*/ 1236181 w 3180231"/>
              <a:gd name="csY411" fmla="*/ 14561 h 3836630"/>
              <a:gd name="csX412" fmla="*/ 1265438 w 3180231"/>
              <a:gd name="csY412" fmla="*/ 11263 h 3836630"/>
              <a:gd name="csX413" fmla="*/ 1304174 w 3180231"/>
              <a:gd name="csY413" fmla="*/ -7695 h 3836630"/>
              <a:gd name="csX414" fmla="*/ 1323541 w 3180231"/>
              <a:gd name="csY414" fmla="*/ 16209 h 3836630"/>
              <a:gd name="csX415" fmla="*/ 1357332 w 3180231"/>
              <a:gd name="csY415" fmla="*/ 21567 h 3836630"/>
              <a:gd name="csX416" fmla="*/ 1380408 w 3180231"/>
              <a:gd name="csY416" fmla="*/ 4669 h 3836630"/>
              <a:gd name="csX417" fmla="*/ 1388650 w 3180231"/>
              <a:gd name="csY417" fmla="*/ 5081 h 3836630"/>
              <a:gd name="csX418" fmla="*/ 1403072 w 3180231"/>
              <a:gd name="csY418" fmla="*/ 10851 h 3836630"/>
              <a:gd name="csX419" fmla="*/ 1406781 w 3180231"/>
              <a:gd name="csY419" fmla="*/ 75969 h 3836630"/>
              <a:gd name="csX420" fmla="*/ 1419143 w 3180231"/>
              <a:gd name="csY420" fmla="*/ 100286 h 3836630"/>
              <a:gd name="csX421" fmla="*/ 1452522 w 3180231"/>
              <a:gd name="csY421" fmla="*/ 75969 h 3836630"/>
              <a:gd name="csX422" fmla="*/ 1465708 w 3180231"/>
              <a:gd name="csY422" fmla="*/ 77206 h 3836630"/>
              <a:gd name="csX423" fmla="*/ 1490433 w 3180231"/>
              <a:gd name="csY423" fmla="*/ 105231 h 3836630"/>
              <a:gd name="csX424" fmla="*/ 1501147 w 3180231"/>
              <a:gd name="csY424" fmla="*/ 151803 h 3836630"/>
              <a:gd name="csX425" fmla="*/ 1501559 w 3180231"/>
              <a:gd name="csY425" fmla="*/ 172822 h 3836630"/>
              <a:gd name="csX426" fmla="*/ 1506916 w 3180231"/>
              <a:gd name="csY426" fmla="*/ 197963 h 3836630"/>
              <a:gd name="csX427" fmla="*/ 1521751 w 3180231"/>
              <a:gd name="csY427" fmla="*/ 226400 h 3836630"/>
              <a:gd name="csX428" fmla="*/ 1548948 w 3180231"/>
              <a:gd name="csY428" fmla="*/ 274208 h 3836630"/>
              <a:gd name="csX429" fmla="*/ 1553481 w 3180231"/>
              <a:gd name="csY429" fmla="*/ 304295 h 3836630"/>
              <a:gd name="csX430" fmla="*/ 1552244 w 3180231"/>
              <a:gd name="csY430" fmla="*/ 324489 h 3836630"/>
              <a:gd name="csX431" fmla="*/ 1534113 w 3180231"/>
              <a:gd name="csY431" fmla="*/ 356224 h 3836630"/>
              <a:gd name="csX432" fmla="*/ 1526284 w 3180231"/>
              <a:gd name="csY432" fmla="*/ 479042 h 3836630"/>
              <a:gd name="csX433" fmla="*/ 1524635 w 3180231"/>
              <a:gd name="csY433" fmla="*/ 516546 h 3836630"/>
              <a:gd name="csX434" fmla="*/ 1508976 w 3180231"/>
              <a:gd name="csY434" fmla="*/ 619993 h 3836630"/>
              <a:gd name="csX435" fmla="*/ 1501147 w 3180231"/>
              <a:gd name="csY435" fmla="*/ 648843 h 3836630"/>
              <a:gd name="csX436" fmla="*/ 1499911 w 3180231"/>
              <a:gd name="csY436" fmla="*/ 671099 h 3836630"/>
              <a:gd name="csX437" fmla="*/ 1495378 w 3180231"/>
              <a:gd name="csY437" fmla="*/ 694178 h 3836630"/>
              <a:gd name="csX438" fmla="*/ 1491257 w 3180231"/>
              <a:gd name="csY438" fmla="*/ 710664 h 3836630"/>
              <a:gd name="csX439" fmla="*/ 1493729 w 3180231"/>
              <a:gd name="csY439" fmla="*/ 732507 h 3836630"/>
              <a:gd name="csX440" fmla="*/ 1485488 w 3180231"/>
              <a:gd name="csY440" fmla="*/ 819881 h 3836630"/>
              <a:gd name="csX441" fmla="*/ 1473538 w 3180231"/>
              <a:gd name="csY441" fmla="*/ 902721 h 3836630"/>
              <a:gd name="csX442" fmla="*/ 1450461 w 3180231"/>
              <a:gd name="csY442" fmla="*/ 903545 h 3836630"/>
              <a:gd name="csX443" fmla="*/ 1465708 w 3180231"/>
              <a:gd name="csY443" fmla="*/ 918794 h 3836630"/>
              <a:gd name="csX444" fmla="*/ 1476010 w 3180231"/>
              <a:gd name="csY444" fmla="*/ 918794 h 3836630"/>
              <a:gd name="csX445" fmla="*/ 1472713 w 3180231"/>
              <a:gd name="csY445" fmla="*/ 977730 h 3836630"/>
              <a:gd name="csX446" fmla="*/ 1469829 w 3180231"/>
              <a:gd name="csY446" fmla="*/ 1051916 h 3836630"/>
              <a:gd name="csX447" fmla="*/ 1470241 w 3180231"/>
              <a:gd name="csY447" fmla="*/ 1074583 h 3836630"/>
              <a:gd name="csX448" fmla="*/ 1463236 w 3180231"/>
              <a:gd name="csY448" fmla="*/ 1162781 h 3836630"/>
              <a:gd name="csX449" fmla="*/ 1464060 w 3180231"/>
              <a:gd name="csY449" fmla="*/ 1235318 h 3836630"/>
              <a:gd name="csX450" fmla="*/ 1459939 w 3180231"/>
              <a:gd name="csY450" fmla="*/ 1246445 h 3836630"/>
              <a:gd name="csX451" fmla="*/ 1455406 w 3180231"/>
              <a:gd name="csY451" fmla="*/ 1268289 h 3836630"/>
              <a:gd name="csX452" fmla="*/ 1469005 w 3180231"/>
              <a:gd name="csY452" fmla="*/ 1336704 h 3836630"/>
              <a:gd name="csX453" fmla="*/ 1464472 w 3180231"/>
              <a:gd name="csY453" fmla="*/ 1349892 h 3836630"/>
              <a:gd name="csX454" fmla="*/ 1466120 w 3180231"/>
              <a:gd name="csY454" fmla="*/ 1380391 h 3836630"/>
              <a:gd name="csX455" fmla="*/ 1490021 w 3180231"/>
              <a:gd name="csY455" fmla="*/ 1372148 h 3836630"/>
              <a:gd name="csX456" fmla="*/ 1536585 w 3180231"/>
              <a:gd name="csY456" fmla="*/ 1333407 h 3836630"/>
              <a:gd name="csX457" fmla="*/ 1603754 w 3180231"/>
              <a:gd name="csY457" fmla="*/ 1279416 h 3836630"/>
              <a:gd name="csX458" fmla="*/ 1643726 w 3180231"/>
              <a:gd name="csY458" fmla="*/ 1248094 h 3836630"/>
              <a:gd name="csX459" fmla="*/ 1663505 w 3180231"/>
              <a:gd name="csY459" fmla="*/ 1232020 h 3836630"/>
              <a:gd name="csX460" fmla="*/ 1686170 w 3180231"/>
              <a:gd name="csY460" fmla="*/ 1213062 h 3836630"/>
              <a:gd name="csX461" fmla="*/ 1705537 w 3180231"/>
              <a:gd name="csY461" fmla="*/ 1199049 h 3836630"/>
              <a:gd name="csX462" fmla="*/ 1736443 w 3180231"/>
              <a:gd name="csY462" fmla="*/ 1171436 h 3836630"/>
              <a:gd name="csX463" fmla="*/ 1762404 w 3180231"/>
              <a:gd name="csY463" fmla="*/ 1147120 h 3836630"/>
              <a:gd name="csX464" fmla="*/ 1791249 w 3180231"/>
              <a:gd name="csY464" fmla="*/ 1125276 h 3836630"/>
              <a:gd name="csX465" fmla="*/ 1825452 w 3180231"/>
              <a:gd name="csY465" fmla="*/ 1100136 h 3836630"/>
              <a:gd name="csX466" fmla="*/ 1872017 w 3180231"/>
              <a:gd name="csY466" fmla="*/ 1062219 h 3836630"/>
              <a:gd name="csX467" fmla="*/ 1953196 w 3180231"/>
              <a:gd name="csY467" fmla="*/ 988858 h 3836630"/>
              <a:gd name="csX468" fmla="*/ 1976272 w 3180231"/>
              <a:gd name="csY468" fmla="*/ 967015 h 3836630"/>
              <a:gd name="csX469" fmla="*/ 2011299 w 3180231"/>
              <a:gd name="csY469" fmla="*/ 932807 h 3836630"/>
              <a:gd name="csX470" fmla="*/ 2026958 w 3180231"/>
              <a:gd name="csY470" fmla="*/ 916734 h 3836630"/>
              <a:gd name="csX471" fmla="*/ 2040556 w 3180231"/>
              <a:gd name="csY471" fmla="*/ 904370 h 3836630"/>
              <a:gd name="csX472" fmla="*/ 2038908 w 3180231"/>
              <a:gd name="csY472" fmla="*/ 882526 h 3836630"/>
              <a:gd name="csX473" fmla="*/ 2016656 w 3180231"/>
              <a:gd name="csY473" fmla="*/ 873459 h 3836630"/>
              <a:gd name="csX474" fmla="*/ 1997288 w 3180231"/>
              <a:gd name="csY474" fmla="*/ 871811 h 3836630"/>
              <a:gd name="csX475" fmla="*/ 1961849 w 3180231"/>
              <a:gd name="csY475" fmla="*/ 869750 h 3836630"/>
              <a:gd name="csX476" fmla="*/ 1961437 w 3180231"/>
              <a:gd name="csY476" fmla="*/ 857386 h 3836630"/>
              <a:gd name="csX477" fmla="*/ 1961849 w 3180231"/>
              <a:gd name="csY477" fmla="*/ 840076 h 3836630"/>
              <a:gd name="csX478" fmla="*/ 1972563 w 3180231"/>
              <a:gd name="csY478" fmla="*/ 820705 h 3836630"/>
              <a:gd name="csX479" fmla="*/ 2003469 w 3180231"/>
              <a:gd name="csY479" fmla="*/ 800923 h 3836630"/>
              <a:gd name="csX480" fmla="*/ 2039732 w 3180231"/>
              <a:gd name="csY480" fmla="*/ 787734 h 3836630"/>
              <a:gd name="csX481" fmla="*/ 2073110 w 3180231"/>
              <a:gd name="csY481" fmla="*/ 763830 h 3836630"/>
              <a:gd name="csX482" fmla="*/ 2118439 w 3180231"/>
              <a:gd name="csY482" fmla="*/ 741574 h 3836630"/>
              <a:gd name="csX483" fmla="*/ 2141515 w 3180231"/>
              <a:gd name="csY483" fmla="*/ 731271 h 3836630"/>
              <a:gd name="csX484" fmla="*/ 2162119 w 3180231"/>
              <a:gd name="csY484" fmla="*/ 720968 h 3836630"/>
              <a:gd name="csX485" fmla="*/ 2187668 w 3180231"/>
              <a:gd name="csY485" fmla="*/ 706543 h 3836630"/>
              <a:gd name="csX486" fmla="*/ 2220634 w 3180231"/>
              <a:gd name="csY486" fmla="*/ 692118 h 3836630"/>
              <a:gd name="csX487" fmla="*/ 2247419 w 3180231"/>
              <a:gd name="csY487" fmla="*/ 678105 h 3836630"/>
              <a:gd name="csX488" fmla="*/ 2280385 w 3180231"/>
              <a:gd name="csY488" fmla="*/ 652552 h 3836630"/>
              <a:gd name="csX489" fmla="*/ 2316648 w 3180231"/>
              <a:gd name="csY489" fmla="*/ 647607 h 3836630"/>
              <a:gd name="csX490" fmla="*/ 2343845 w 3180231"/>
              <a:gd name="csY490" fmla="*/ 646370 h 3836630"/>
              <a:gd name="csX491" fmla="*/ 2405245 w 3180231"/>
              <a:gd name="csY491" fmla="*/ 645546 h 3836630"/>
              <a:gd name="csX492" fmla="*/ 2421728 w 3180231"/>
              <a:gd name="csY492" fmla="*/ 647195 h 3836630"/>
              <a:gd name="csX493" fmla="*/ 2441096 w 3180231"/>
              <a:gd name="csY493" fmla="*/ 634006 h 3836630"/>
              <a:gd name="csX494" fmla="*/ 2460463 w 3180231"/>
              <a:gd name="csY494" fmla="*/ 632770 h 3836630"/>
              <a:gd name="csX495" fmla="*/ 2511149 w 3180231"/>
              <a:gd name="csY495" fmla="*/ 624115 h 3836630"/>
              <a:gd name="csX496" fmla="*/ 2580378 w 3180231"/>
              <a:gd name="csY496" fmla="*/ 612163 h 3836630"/>
              <a:gd name="csX497" fmla="*/ 2633536 w 3180231"/>
              <a:gd name="csY497" fmla="*/ 617933 h 3836630"/>
              <a:gd name="csX498" fmla="*/ 2687106 w 3180231"/>
              <a:gd name="csY498" fmla="*/ 623290 h 3836630"/>
              <a:gd name="csX499" fmla="*/ 2735731 w 3180231"/>
              <a:gd name="csY499" fmla="*/ 624115 h 3836630"/>
              <a:gd name="csX500" fmla="*/ 2725429 w 3180231"/>
              <a:gd name="csY500" fmla="*/ 636891 h 3836630"/>
              <a:gd name="csX501" fmla="*/ 2765813 w 3180231"/>
              <a:gd name="csY501" fmla="*/ 655025 h 3836630"/>
              <a:gd name="csX502" fmla="*/ 2824740 w 3180231"/>
              <a:gd name="csY502" fmla="*/ 656674 h 3836630"/>
              <a:gd name="csX503" fmla="*/ 2840399 w 3180231"/>
              <a:gd name="csY503" fmla="*/ 663268 h 3836630"/>
              <a:gd name="csX504" fmla="*/ 2872953 w 3180231"/>
              <a:gd name="csY504" fmla="*/ 667802 h 3836630"/>
              <a:gd name="csX505" fmla="*/ 2896441 w 3180231"/>
              <a:gd name="csY505" fmla="*/ 680166 h 3836630"/>
              <a:gd name="csX506" fmla="*/ 2877898 w 3180231"/>
              <a:gd name="csY506" fmla="*/ 687996 h 3836630"/>
              <a:gd name="csX507" fmla="*/ 2823092 w 3180231"/>
              <a:gd name="csY507" fmla="*/ 702009 h 3836630"/>
              <a:gd name="csX508" fmla="*/ 2757571 w 3180231"/>
              <a:gd name="csY508" fmla="*/ 725089 h 3836630"/>
              <a:gd name="csX509" fmla="*/ 2727490 w 3180231"/>
              <a:gd name="csY509" fmla="*/ 742399 h 3836630"/>
              <a:gd name="csX510" fmla="*/ 2760044 w 3180231"/>
              <a:gd name="csY510" fmla="*/ 747344 h 3836630"/>
              <a:gd name="csX511" fmla="*/ 2799603 w 3180231"/>
              <a:gd name="csY511" fmla="*/ 751466 h 3836630"/>
              <a:gd name="csX512" fmla="*/ 2879546 w 3180231"/>
              <a:gd name="csY512" fmla="*/ 753939 h 3836630"/>
              <a:gd name="csX513" fmla="*/ 2926935 w 3180231"/>
              <a:gd name="csY513" fmla="*/ 767951 h 3836630"/>
              <a:gd name="csX514" fmla="*/ 2990395 w 3180231"/>
              <a:gd name="csY514" fmla="*/ 774958 h 3836630"/>
              <a:gd name="csX515" fmla="*/ 3022949 w 3180231"/>
              <a:gd name="csY515" fmla="*/ 781140 h 3836630"/>
              <a:gd name="csX516" fmla="*/ 3040256 w 3180231"/>
              <a:gd name="csY516" fmla="*/ 784437 h 3836630"/>
              <a:gd name="csX517" fmla="*/ 3071574 w 3180231"/>
              <a:gd name="csY517" fmla="*/ 782376 h 3836630"/>
              <a:gd name="csX518" fmla="*/ 3139567 w 3180231"/>
              <a:gd name="csY518" fmla="*/ 781140 h 3836630"/>
              <a:gd name="csX519" fmla="*/ 3160171 w 3180231"/>
              <a:gd name="csY519" fmla="*/ 782376 h 3836630"/>
              <a:gd name="csX520" fmla="*/ 3136683 w 3180231"/>
              <a:gd name="csY520" fmla="*/ 786910 h 3836630"/>
              <a:gd name="csX521" fmla="*/ 3118963 w 3180231"/>
              <a:gd name="csY521" fmla="*/ 793092 h 3836630"/>
              <a:gd name="csX522" fmla="*/ 3107013 w 3180231"/>
              <a:gd name="csY522" fmla="*/ 799274 h 3836630"/>
              <a:gd name="csX523" fmla="*/ 3068690 w 3180231"/>
              <a:gd name="csY523" fmla="*/ 807517 h 3836630"/>
              <a:gd name="csX524" fmla="*/ 3041905 w 3180231"/>
              <a:gd name="csY524" fmla="*/ 815760 h 3836630"/>
              <a:gd name="csX525" fmla="*/ 3040669 w 3180231"/>
              <a:gd name="csY525" fmla="*/ 809577 h 3836630"/>
              <a:gd name="csX526" fmla="*/ 3008939 w 3180231"/>
              <a:gd name="csY526" fmla="*/ 805868 h 3836630"/>
              <a:gd name="csX527" fmla="*/ 2957841 w 3180231"/>
              <a:gd name="csY527" fmla="*/ 821117 h 3836630"/>
              <a:gd name="csX528" fmla="*/ 2992868 w 3180231"/>
              <a:gd name="csY528" fmla="*/ 817408 h 3836630"/>
              <a:gd name="csX529" fmla="*/ 3026658 w 3180231"/>
              <a:gd name="csY529" fmla="*/ 812875 h 3836630"/>
              <a:gd name="csX530" fmla="*/ 2989983 w 3180231"/>
              <a:gd name="csY530" fmla="*/ 843785 h 3836630"/>
              <a:gd name="csX531" fmla="*/ 3000285 w 3180231"/>
              <a:gd name="csY531" fmla="*/ 853676 h 3836630"/>
              <a:gd name="csX532" fmla="*/ 2989159 w 3180231"/>
              <a:gd name="csY532" fmla="*/ 863568 h 3836630"/>
              <a:gd name="csX533" fmla="*/ 2919106 w 3180231"/>
              <a:gd name="csY533" fmla="*/ 890357 h 3836630"/>
              <a:gd name="csX534" fmla="*/ 2861827 w 3180231"/>
              <a:gd name="csY534" fmla="*/ 910964 h 3836630"/>
              <a:gd name="csX535" fmla="*/ 2815262 w 3180231"/>
              <a:gd name="csY535" fmla="*/ 935280 h 3836630"/>
              <a:gd name="csX536" fmla="*/ 2790537 w 3180231"/>
              <a:gd name="csY536" fmla="*/ 947644 h 3836630"/>
              <a:gd name="csX537" fmla="*/ 2748093 w 3180231"/>
              <a:gd name="csY537" fmla="*/ 972785 h 3836630"/>
              <a:gd name="csX538" fmla="*/ 2841223 w 3180231"/>
              <a:gd name="csY538" fmla="*/ 941050 h 3836630"/>
              <a:gd name="csX539" fmla="*/ 2879958 w 3180231"/>
              <a:gd name="csY539" fmla="*/ 935280 h 3836630"/>
              <a:gd name="csX540" fmla="*/ 2873365 w 3180231"/>
              <a:gd name="csY540" fmla="*/ 939401 h 3836630"/>
              <a:gd name="csX541" fmla="*/ 2855234 w 3180231"/>
              <a:gd name="csY541" fmla="*/ 955475 h 3836630"/>
              <a:gd name="csX542" fmla="*/ 2875013 w 3180231"/>
              <a:gd name="csY542" fmla="*/ 968663 h 3836630"/>
              <a:gd name="csX543" fmla="*/ 2995340 w 3180231"/>
              <a:gd name="csY543" fmla="*/ 937341 h 3836630"/>
              <a:gd name="csX544" fmla="*/ 3043965 w 3180231"/>
              <a:gd name="csY544" fmla="*/ 929098 h 3836630"/>
              <a:gd name="csX545" fmla="*/ 3057152 w 3180231"/>
              <a:gd name="csY545" fmla="*/ 929510 h 3836630"/>
              <a:gd name="csX546" fmla="*/ 3020889 w 3180231"/>
              <a:gd name="csY546" fmla="*/ 949705 h 3836630"/>
              <a:gd name="csX547" fmla="*/ 3005230 w 3180231"/>
              <a:gd name="csY547" fmla="*/ 957948 h 3836630"/>
              <a:gd name="csX548" fmla="*/ 2969791 w 3180231"/>
              <a:gd name="csY548" fmla="*/ 972373 h 3836630"/>
              <a:gd name="csX549" fmla="*/ 2940122 w 3180231"/>
              <a:gd name="csY549" fmla="*/ 980203 h 3836630"/>
              <a:gd name="csX550" fmla="*/ 2899326 w 3180231"/>
              <a:gd name="csY550" fmla="*/ 995452 h 3836630"/>
              <a:gd name="csX551" fmla="*/ 2863887 w 3180231"/>
              <a:gd name="csY551" fmla="*/ 1009877 h 3836630"/>
              <a:gd name="csX552" fmla="*/ 2832569 w 3180231"/>
              <a:gd name="csY552" fmla="*/ 1025951 h 3836630"/>
              <a:gd name="csX553" fmla="*/ 2797543 w 3180231"/>
              <a:gd name="csY553" fmla="*/ 1044085 h 3836630"/>
              <a:gd name="csX554" fmla="*/ 2776939 w 3180231"/>
              <a:gd name="csY554" fmla="*/ 1056861 h 3836630"/>
              <a:gd name="csX555" fmla="*/ 2746857 w 3180231"/>
              <a:gd name="csY555" fmla="*/ 1073759 h 3836630"/>
              <a:gd name="csX556" fmla="*/ 2722957 w 3180231"/>
              <a:gd name="csY556" fmla="*/ 1087772 h 3836630"/>
              <a:gd name="csX557" fmla="*/ 2701941 w 3180231"/>
              <a:gd name="csY557" fmla="*/ 1098487 h 3836630"/>
              <a:gd name="csX558" fmla="*/ 2655788 w 3180231"/>
              <a:gd name="csY558" fmla="*/ 1121567 h 3836630"/>
              <a:gd name="csX559" fmla="*/ 2610047 w 3180231"/>
              <a:gd name="csY559" fmla="*/ 1147532 h 3836630"/>
              <a:gd name="csX560" fmla="*/ 2468293 w 3180231"/>
              <a:gd name="csY560" fmla="*/ 1225426 h 3836630"/>
              <a:gd name="csX561" fmla="*/ 2338488 w 3180231"/>
              <a:gd name="csY561" fmla="*/ 1287247 h 3836630"/>
              <a:gd name="csX562" fmla="*/ 2305522 w 3180231"/>
              <a:gd name="csY562" fmla="*/ 1302084 h 3836630"/>
              <a:gd name="csX563" fmla="*/ 2258133 w 3180231"/>
              <a:gd name="csY563" fmla="*/ 1328049 h 3836630"/>
              <a:gd name="csX564" fmla="*/ 2181075 w 3180231"/>
              <a:gd name="csY564" fmla="*/ 1368851 h 3836630"/>
              <a:gd name="csX565" fmla="*/ 2156762 w 3180231"/>
              <a:gd name="csY565" fmla="*/ 1380391 h 3836630"/>
              <a:gd name="csX566" fmla="*/ 2135334 w 3180231"/>
              <a:gd name="csY566" fmla="*/ 1398525 h 3836630"/>
              <a:gd name="csX567" fmla="*/ 2113082 w 3180231"/>
              <a:gd name="csY567" fmla="*/ 1412538 h 3836630"/>
              <a:gd name="csX568" fmla="*/ 2087121 w 3180231"/>
              <a:gd name="csY568" fmla="*/ 1419544 h 3836630"/>
              <a:gd name="csX569" fmla="*/ 2067341 w 3180231"/>
              <a:gd name="csY569" fmla="*/ 1428199 h 3836630"/>
              <a:gd name="csX570" fmla="*/ 2035611 w 3180231"/>
              <a:gd name="csY570" fmla="*/ 1450454 h 3836630"/>
              <a:gd name="csX571" fmla="*/ 1991931 w 3180231"/>
              <a:gd name="csY571" fmla="*/ 1472298 h 3836630"/>
              <a:gd name="csX572" fmla="*/ 1950723 w 3180231"/>
              <a:gd name="csY572" fmla="*/ 1491668 h 3836630"/>
              <a:gd name="csX573" fmla="*/ 1903747 w 3180231"/>
              <a:gd name="csY573" fmla="*/ 1517633 h 3836630"/>
              <a:gd name="csX574" fmla="*/ 1873253 w 3180231"/>
              <a:gd name="csY574" fmla="*/ 1533706 h 3836630"/>
              <a:gd name="csX575" fmla="*/ 1860478 w 3180231"/>
              <a:gd name="csY575" fmla="*/ 1540301 h 3836630"/>
              <a:gd name="csX576" fmla="*/ 1723257 w 3180231"/>
              <a:gd name="csY576" fmla="*/ 1613662 h 3836630"/>
              <a:gd name="csX577" fmla="*/ 1705537 w 3180231"/>
              <a:gd name="csY577" fmla="*/ 1621492 h 3836630"/>
              <a:gd name="csX578" fmla="*/ 1681225 w 3180231"/>
              <a:gd name="csY578" fmla="*/ 1633032 h 3836630"/>
              <a:gd name="csX579" fmla="*/ 1635896 w 3180231"/>
              <a:gd name="csY579" fmla="*/ 1656112 h 3836630"/>
              <a:gd name="csX580" fmla="*/ 1580266 w 3180231"/>
              <a:gd name="csY580" fmla="*/ 1674658 h 3836630"/>
              <a:gd name="csX581" fmla="*/ 1540294 w 3180231"/>
              <a:gd name="csY581" fmla="*/ 1683313 h 3836630"/>
              <a:gd name="csX582" fmla="*/ 1520102 w 3180231"/>
              <a:gd name="csY582" fmla="*/ 1689495 h 3836630"/>
              <a:gd name="csX583" fmla="*/ 1495378 w 3180231"/>
              <a:gd name="csY583" fmla="*/ 1706393 h 3836630"/>
              <a:gd name="csX584" fmla="*/ 1487548 w 3180231"/>
              <a:gd name="csY584" fmla="*/ 1725351 h 3836630"/>
              <a:gd name="csX585" fmla="*/ 1491669 w 3180231"/>
              <a:gd name="csY585" fmla="*/ 1751728 h 3836630"/>
              <a:gd name="csX586" fmla="*/ 1488372 w 3180231"/>
              <a:gd name="csY586" fmla="*/ 1775220 h 3836630"/>
              <a:gd name="csX587" fmla="*/ 1482603 w 3180231"/>
              <a:gd name="csY587" fmla="*/ 1790057 h 3836630"/>
              <a:gd name="csX588" fmla="*/ 1494141 w 3180231"/>
              <a:gd name="csY588" fmla="*/ 1796651 h 3836630"/>
              <a:gd name="csX589" fmla="*/ 1497850 w 3180231"/>
              <a:gd name="csY589" fmla="*/ 1811488 h 3836630"/>
              <a:gd name="csX590" fmla="*/ 1499911 w 3180231"/>
              <a:gd name="csY590" fmla="*/ 1832095 h 3836630"/>
              <a:gd name="csX591" fmla="*/ 1499086 w 3180231"/>
              <a:gd name="csY591" fmla="*/ 1850642 h 3836630"/>
              <a:gd name="csX592" fmla="*/ 1501559 w 3180231"/>
              <a:gd name="csY592" fmla="*/ 1869188 h 3836630"/>
              <a:gd name="csX593" fmla="*/ 1516806 w 3180231"/>
              <a:gd name="csY593" fmla="*/ 1874958 h 3836630"/>
              <a:gd name="csX594" fmla="*/ 1549772 w 3180231"/>
              <a:gd name="csY594" fmla="*/ 1884849 h 3836630"/>
              <a:gd name="csX595" fmla="*/ 1600457 w 3180231"/>
              <a:gd name="csY595" fmla="*/ 1901747 h 3836630"/>
              <a:gd name="csX596" fmla="*/ 1633424 w 3180231"/>
              <a:gd name="csY596" fmla="*/ 1912050 h 3836630"/>
              <a:gd name="csX597" fmla="*/ 1732322 w 3180231"/>
              <a:gd name="csY597" fmla="*/ 1937191 h 3836630"/>
              <a:gd name="csX598" fmla="*/ 1765289 w 3180231"/>
              <a:gd name="csY598" fmla="*/ 1945022 h 3836630"/>
              <a:gd name="csX599" fmla="*/ 1797843 w 3180231"/>
              <a:gd name="csY599" fmla="*/ 1956974 h 3836630"/>
              <a:gd name="csX600" fmla="*/ 1832045 w 3180231"/>
              <a:gd name="csY600" fmla="*/ 1970574 h 3836630"/>
              <a:gd name="csX601" fmla="*/ 1862127 w 3180231"/>
              <a:gd name="csY601" fmla="*/ 1972635 h 3836630"/>
              <a:gd name="csX602" fmla="*/ 1888912 w 3180231"/>
              <a:gd name="csY602" fmla="*/ 1973871 h 3836630"/>
              <a:gd name="csX603" fmla="*/ 1956905 w 3180231"/>
              <a:gd name="csY603" fmla="*/ 1996539 h 3836630"/>
              <a:gd name="csX604" fmla="*/ 1979569 w 3180231"/>
              <a:gd name="csY604" fmla="*/ 1992418 h 3836630"/>
              <a:gd name="csX605" fmla="*/ 1949899 w 3180231"/>
              <a:gd name="csY605" fmla="*/ 1979641 h 3836630"/>
              <a:gd name="csX606" fmla="*/ 1925999 w 3180231"/>
              <a:gd name="csY606" fmla="*/ 1969338 h 3836630"/>
              <a:gd name="csX607" fmla="*/ 1909516 w 3180231"/>
              <a:gd name="csY607" fmla="*/ 1965629 h 3836630"/>
              <a:gd name="csX608" fmla="*/ 1877786 w 3180231"/>
              <a:gd name="csY608" fmla="*/ 1948731 h 3836630"/>
              <a:gd name="csX609" fmla="*/ 1868308 w 3180231"/>
              <a:gd name="csY609" fmla="*/ 1934718 h 3836630"/>
              <a:gd name="csX610" fmla="*/ 1897153 w 3180231"/>
              <a:gd name="csY610" fmla="*/ 1941725 h 3836630"/>
              <a:gd name="csX611" fmla="*/ 1923938 w 3180231"/>
              <a:gd name="csY611" fmla="*/ 1947907 h 3836630"/>
              <a:gd name="csX612" fmla="*/ 1987810 w 3180231"/>
              <a:gd name="csY612" fmla="*/ 1954913 h 3836630"/>
              <a:gd name="csX613" fmla="*/ 2043441 w 3180231"/>
              <a:gd name="csY613" fmla="*/ 1961095 h 3836630"/>
              <a:gd name="csX614" fmla="*/ 2094951 w 3180231"/>
              <a:gd name="csY614" fmla="*/ 1965629 h 3836630"/>
              <a:gd name="csX615" fmla="*/ 2146460 w 3180231"/>
              <a:gd name="csY615" fmla="*/ 1966865 h 3836630"/>
              <a:gd name="csX616" fmla="*/ 2200030 w 3180231"/>
              <a:gd name="csY616" fmla="*/ 1966453 h 3836630"/>
              <a:gd name="csX617" fmla="*/ 2251540 w 3180231"/>
              <a:gd name="csY617" fmla="*/ 1965216 h 3836630"/>
              <a:gd name="csX618" fmla="*/ 2347142 w 3180231"/>
              <a:gd name="csY618" fmla="*/ 2011788 h 3836630"/>
              <a:gd name="csX619" fmla="*/ 2344257 w 3180231"/>
              <a:gd name="csY619" fmla="*/ 2033632 h 3836630"/>
              <a:gd name="csX620" fmla="*/ 2323654 w 3180231"/>
              <a:gd name="csY620" fmla="*/ 2055475 h 3836630"/>
              <a:gd name="csX621" fmla="*/ 2349614 w 3180231"/>
              <a:gd name="csY621" fmla="*/ 2068663 h 3836630"/>
              <a:gd name="csX622" fmla="*/ 2368982 w 3180231"/>
              <a:gd name="csY622" fmla="*/ 2106992 h 3836630"/>
              <a:gd name="csX623" fmla="*/ 2385053 w 3180231"/>
              <a:gd name="csY623" fmla="*/ 2134194 h 3836630"/>
              <a:gd name="csX624" fmla="*/ 2453870 w 3180231"/>
              <a:gd name="csY624" fmla="*/ 2130897 h 3836630"/>
              <a:gd name="csX625" fmla="*/ 2414311 w 3180231"/>
              <a:gd name="csY625" fmla="*/ 2161395 h 3836630"/>
              <a:gd name="csX626" fmla="*/ 2393295 w 3180231"/>
              <a:gd name="csY626" fmla="*/ 2170050 h 3836630"/>
              <a:gd name="csX627" fmla="*/ 2390822 w 3180231"/>
              <a:gd name="csY627" fmla="*/ 2197663 h 3836630"/>
              <a:gd name="csX628" fmla="*/ 2399888 w 3180231"/>
              <a:gd name="csY628" fmla="*/ 2203845 h 3836630"/>
              <a:gd name="csX629" fmla="*/ 2385465 w 3180231"/>
              <a:gd name="csY629" fmla="*/ 2216622 h 3836630"/>
              <a:gd name="csX630" fmla="*/ 2354559 w 3180231"/>
              <a:gd name="csY630" fmla="*/ 2233519 h 3836630"/>
              <a:gd name="csX631" fmla="*/ 2331071 w 3180231"/>
              <a:gd name="csY631" fmla="*/ 2240114 h 3836630"/>
              <a:gd name="csX632" fmla="*/ 2331483 w 3180231"/>
              <a:gd name="csY632" fmla="*/ 2256187 h 3836630"/>
              <a:gd name="csX633" fmla="*/ 2342609 w 3180231"/>
              <a:gd name="csY633" fmla="*/ 2278442 h 3836630"/>
              <a:gd name="csX634" fmla="*/ 2268435 w 3180231"/>
              <a:gd name="csY634" fmla="*/ 2299462 h 3836630"/>
              <a:gd name="csX635" fmla="*/ 2241238 w 3180231"/>
              <a:gd name="csY635" fmla="*/ 2328311 h 3836630"/>
              <a:gd name="csX636" fmla="*/ 2230112 w 3180231"/>
              <a:gd name="csY636" fmla="*/ 2340676 h 3836630"/>
              <a:gd name="csX637" fmla="*/ 2208272 w 3180231"/>
              <a:gd name="csY637" fmla="*/ 2334493 h 3836630"/>
              <a:gd name="csX638" fmla="*/ 2172009 w 3180231"/>
              <a:gd name="csY638" fmla="*/ 2340676 h 3836630"/>
              <a:gd name="csX639" fmla="*/ 2148109 w 3180231"/>
              <a:gd name="csY639" fmla="*/ 2353040 h 3836630"/>
              <a:gd name="csX640" fmla="*/ 2129153 w 3180231"/>
              <a:gd name="csY640" fmla="*/ 2357573 h 3836630"/>
              <a:gd name="csX641" fmla="*/ 2120911 w 3180231"/>
              <a:gd name="csY641" fmla="*/ 2339439 h 3836630"/>
              <a:gd name="csX642" fmla="*/ 2111434 w 3180231"/>
              <a:gd name="csY642" fmla="*/ 2308529 h 3836630"/>
              <a:gd name="csX643" fmla="*/ 2090830 w 3180231"/>
              <a:gd name="csY643" fmla="*/ 2320481 h 3836630"/>
              <a:gd name="csX644" fmla="*/ 2079704 w 3180231"/>
              <a:gd name="csY644" fmla="*/ 2334081 h 3836630"/>
              <a:gd name="csX645" fmla="*/ 2039320 w 3180231"/>
              <a:gd name="csY645" fmla="*/ 2357985 h 3836630"/>
              <a:gd name="csX646" fmla="*/ 1994816 w 3180231"/>
              <a:gd name="csY646" fmla="*/ 2381477 h 3836630"/>
              <a:gd name="csX647" fmla="*/ 1960201 w 3180231"/>
              <a:gd name="csY647" fmla="*/ 2403321 h 3836630"/>
              <a:gd name="csX648" fmla="*/ 1937537 w 3180231"/>
              <a:gd name="csY648" fmla="*/ 2418982 h 3836630"/>
              <a:gd name="csX649" fmla="*/ 1932180 w 3180231"/>
              <a:gd name="csY649" fmla="*/ 2422279 h 3836630"/>
              <a:gd name="csX650" fmla="*/ 1920642 w 3180231"/>
              <a:gd name="csY650" fmla="*/ 2437940 h 3836630"/>
              <a:gd name="csX651" fmla="*/ 1901274 w 3180231"/>
              <a:gd name="csY651" fmla="*/ 2461432 h 3836630"/>
              <a:gd name="csX652" fmla="*/ 1902922 w 3180231"/>
              <a:gd name="csY652" fmla="*/ 2484924 h 3836630"/>
              <a:gd name="csX653" fmla="*/ 1911576 w 3180231"/>
              <a:gd name="csY653" fmla="*/ 2502646 h 3836630"/>
              <a:gd name="csX654" fmla="*/ 1939185 w 3180231"/>
              <a:gd name="csY654" fmla="*/ 2520780 h 3836630"/>
              <a:gd name="csX655" fmla="*/ 1984514 w 3180231"/>
              <a:gd name="csY655" fmla="*/ 2556637 h 3836630"/>
              <a:gd name="csX656" fmla="*/ 2007590 w 3180231"/>
              <a:gd name="csY656" fmla="*/ 2591256 h 3836630"/>
              <a:gd name="csX657" fmla="*/ 2021601 w 3180231"/>
              <a:gd name="csY657" fmla="*/ 2634119 h 3836630"/>
              <a:gd name="csX658" fmla="*/ 2017480 w 3180231"/>
              <a:gd name="csY658" fmla="*/ 2672036 h 3836630"/>
              <a:gd name="csX659" fmla="*/ 2003881 w 3180231"/>
              <a:gd name="csY659" fmla="*/ 2702946 h 3836630"/>
              <a:gd name="csX660" fmla="*/ 1981629 w 3180231"/>
              <a:gd name="csY660" fmla="*/ 2731796 h 3836630"/>
              <a:gd name="csX661" fmla="*/ 1963086 w 3180231"/>
              <a:gd name="csY661" fmla="*/ 2751579 h 3836630"/>
              <a:gd name="csX662" fmla="*/ 1939597 w 3180231"/>
              <a:gd name="csY662" fmla="*/ 2773010 h 3836630"/>
              <a:gd name="csX663" fmla="*/ 1927235 w 3180231"/>
              <a:gd name="csY663" fmla="*/ 2778780 h 3836630"/>
              <a:gd name="csX664" fmla="*/ 1917345 w 3180231"/>
              <a:gd name="csY664" fmla="*/ 2801860 h 3836630"/>
              <a:gd name="csX665" fmla="*/ 1852649 w 3180231"/>
              <a:gd name="csY665" fmla="*/ 2833182 h 3836630"/>
              <a:gd name="csX666" fmla="*/ 1818447 w 3180231"/>
              <a:gd name="csY666" fmla="*/ 2843074 h 3836630"/>
              <a:gd name="csX667" fmla="*/ 1783832 w 3180231"/>
              <a:gd name="csY667" fmla="*/ 2855850 h 3836630"/>
              <a:gd name="csX668" fmla="*/ 1754987 w 3180231"/>
              <a:gd name="csY668" fmla="*/ 2849668 h 3836630"/>
              <a:gd name="csX669" fmla="*/ 1713779 w 3180231"/>
              <a:gd name="csY669" fmla="*/ 2851728 h 3836630"/>
              <a:gd name="csX670" fmla="*/ 1697296 w 3180231"/>
              <a:gd name="csY670" fmla="*/ 2859971 h 3836630"/>
              <a:gd name="csX671" fmla="*/ 1680401 w 3180231"/>
              <a:gd name="csY671" fmla="*/ 2851728 h 3836630"/>
              <a:gd name="csX672" fmla="*/ 1668450 w 3180231"/>
              <a:gd name="csY672" fmla="*/ 2837304 h 3836630"/>
              <a:gd name="csX673" fmla="*/ 1671747 w 3180231"/>
              <a:gd name="csY673" fmla="*/ 2822054 h 3836630"/>
              <a:gd name="csX674" fmla="*/ 1637544 w 3180231"/>
              <a:gd name="csY674" fmla="*/ 2801447 h 3836630"/>
              <a:gd name="csX675" fmla="*/ 1593452 w 3180231"/>
              <a:gd name="csY675" fmla="*/ 2781665 h 3836630"/>
              <a:gd name="csX676" fmla="*/ 1577793 w 3180231"/>
              <a:gd name="csY676" fmla="*/ 2773422 h 3836630"/>
              <a:gd name="csX677" fmla="*/ 1573672 w 3180231"/>
              <a:gd name="csY677" fmla="*/ 2770125 h 3836630"/>
              <a:gd name="csX678" fmla="*/ 1499086 w 3180231"/>
              <a:gd name="csY678" fmla="*/ 2742511 h 3836630"/>
              <a:gd name="csX679" fmla="*/ 1501559 w 3180231"/>
              <a:gd name="csY679" fmla="*/ 2765179 h 3836630"/>
              <a:gd name="csX680" fmla="*/ 1501559 w 3180231"/>
              <a:gd name="csY680" fmla="*/ 2784550 h 3836630"/>
              <a:gd name="csX681" fmla="*/ 1503619 w 3180231"/>
              <a:gd name="csY681" fmla="*/ 2831121 h 3836630"/>
              <a:gd name="csX682" fmla="*/ 1508976 w 3180231"/>
              <a:gd name="csY682" fmla="*/ 2839364 h 3836630"/>
              <a:gd name="csX683" fmla="*/ 1518866 w 3180231"/>
              <a:gd name="csY683" fmla="*/ 2847607 h 3836630"/>
              <a:gd name="csX684" fmla="*/ 1531228 w 3180231"/>
              <a:gd name="csY684" fmla="*/ 2855438 h 3836630"/>
              <a:gd name="csX685" fmla="*/ 1554717 w 3180231"/>
              <a:gd name="csY685" fmla="*/ 2872335 h 3836630"/>
              <a:gd name="csX686" fmla="*/ 1573672 w 3180231"/>
              <a:gd name="csY686" fmla="*/ 2885112 h 3836630"/>
              <a:gd name="csX687" fmla="*/ 1588507 w 3180231"/>
              <a:gd name="csY687" fmla="*/ 2886348 h 3836630"/>
              <a:gd name="csX688" fmla="*/ 1614880 w 3180231"/>
              <a:gd name="csY688" fmla="*/ 2892118 h 3836630"/>
              <a:gd name="csX689" fmla="*/ 1662681 w 3180231"/>
              <a:gd name="csY689" fmla="*/ 2909428 h 3836630"/>
              <a:gd name="csX690" fmla="*/ 1715839 w 3180231"/>
              <a:gd name="csY690" fmla="*/ 2925501 h 3836630"/>
              <a:gd name="csX691" fmla="*/ 1754987 w 3180231"/>
              <a:gd name="csY691" fmla="*/ 2938278 h 3836630"/>
              <a:gd name="csX692" fmla="*/ 1799491 w 3180231"/>
              <a:gd name="csY692" fmla="*/ 2959709 h 3836630"/>
              <a:gd name="csX693" fmla="*/ 1844407 w 3180231"/>
              <a:gd name="csY693" fmla="*/ 2981964 h 3836630"/>
              <a:gd name="csX694" fmla="*/ 1876549 w 3180231"/>
              <a:gd name="csY694" fmla="*/ 2997214 h 3836630"/>
              <a:gd name="csX695" fmla="*/ 1870368 w 3180231"/>
              <a:gd name="csY695" fmla="*/ 3007929 h 3836630"/>
              <a:gd name="csX696" fmla="*/ 1935477 w 3180231"/>
              <a:gd name="csY696" fmla="*/ 3044198 h 3836630"/>
              <a:gd name="csX697" fmla="*/ 1926411 w 3180231"/>
              <a:gd name="csY697" fmla="*/ 3073459 h 3836630"/>
              <a:gd name="csX698" fmla="*/ 1902098 w 3180231"/>
              <a:gd name="csY698" fmla="*/ 3088296 h 3836630"/>
              <a:gd name="csX699" fmla="*/ 1876549 w 3180231"/>
              <a:gd name="csY699" fmla="*/ 3099012 h 3836630"/>
              <a:gd name="csX700" fmla="*/ 1862127 w 3180231"/>
              <a:gd name="csY700" fmla="*/ 3106431 h 3836630"/>
              <a:gd name="csX701" fmla="*/ 1892208 w 3180231"/>
              <a:gd name="csY701" fmla="*/ 3131983 h 3836630"/>
              <a:gd name="csX702" fmla="*/ 1903747 w 3180231"/>
              <a:gd name="csY702" fmla="*/ 3138990 h 3836630"/>
              <a:gd name="csX703" fmla="*/ 1892208 w 3180231"/>
              <a:gd name="csY703" fmla="*/ 3143523 h 3836630"/>
              <a:gd name="csX704" fmla="*/ 1867484 w 3180231"/>
              <a:gd name="csY704" fmla="*/ 3153002 h 3836630"/>
              <a:gd name="csX705" fmla="*/ 1853473 w 3180231"/>
              <a:gd name="csY705" fmla="*/ 3164954 h 3836630"/>
              <a:gd name="csX706" fmla="*/ 1839462 w 3180231"/>
              <a:gd name="csY706" fmla="*/ 3181440 h 3836630"/>
              <a:gd name="csX707" fmla="*/ 1860478 w 3180231"/>
              <a:gd name="csY707" fmla="*/ 3181440 h 3836630"/>
              <a:gd name="csX708" fmla="*/ 1890972 w 3180231"/>
              <a:gd name="csY708" fmla="*/ 3209878 h 3836630"/>
              <a:gd name="csX709" fmla="*/ 1855946 w 3180231"/>
              <a:gd name="csY709" fmla="*/ 3241612 h 3836630"/>
              <a:gd name="csX710" fmla="*/ 1815562 w 3180231"/>
              <a:gd name="csY710" fmla="*/ 3251916 h 3836630"/>
              <a:gd name="csX711" fmla="*/ 1803612 w 3180231"/>
              <a:gd name="csY711" fmla="*/ 3263456 h 3836630"/>
              <a:gd name="csX712" fmla="*/ 1777651 w 3180231"/>
              <a:gd name="csY712" fmla="*/ 3280353 h 3836630"/>
              <a:gd name="csX713" fmla="*/ 1693999 w 3180231"/>
              <a:gd name="csY713" fmla="*/ 3317858 h 3836630"/>
              <a:gd name="csX714" fmla="*/ 1658148 w 3180231"/>
              <a:gd name="csY714" fmla="*/ 3318270 h 3836630"/>
              <a:gd name="csX715" fmla="*/ 1614056 w 3180231"/>
              <a:gd name="csY715" fmla="*/ 3311676 h 3836630"/>
              <a:gd name="csX716" fmla="*/ 1575733 w 3180231"/>
              <a:gd name="csY716" fmla="*/ 3312500 h 3836630"/>
              <a:gd name="csX717" fmla="*/ 1554717 w 3180231"/>
              <a:gd name="csY717" fmla="*/ 3315385 h 3836630"/>
              <a:gd name="csX718" fmla="*/ 1521339 w 3180231"/>
              <a:gd name="csY718" fmla="*/ 3332695 h 3836630"/>
              <a:gd name="csX719" fmla="*/ 1534937 w 3180231"/>
              <a:gd name="csY719" fmla="*/ 3357424 h 3836630"/>
              <a:gd name="csX720" fmla="*/ 1537410 w 3180231"/>
              <a:gd name="csY720" fmla="*/ 3370612 h 3836630"/>
              <a:gd name="csX721" fmla="*/ 1542767 w 3180231"/>
              <a:gd name="csY721" fmla="*/ 3406056 h 3836630"/>
              <a:gd name="csX722" fmla="*/ 1554305 w 3180231"/>
              <a:gd name="csY722" fmla="*/ 3453452 h 3836630"/>
              <a:gd name="csX723" fmla="*/ 1567903 w 3180231"/>
              <a:gd name="csY723" fmla="*/ 3492605 h 3836630"/>
              <a:gd name="csX724" fmla="*/ 1580678 w 3180231"/>
              <a:gd name="csY724" fmla="*/ 3530522 h 3836630"/>
              <a:gd name="csX725" fmla="*/ 1583974 w 3180231"/>
              <a:gd name="csY725" fmla="*/ 3567202 h 3836630"/>
              <a:gd name="csX726" fmla="*/ 1577793 w 3180231"/>
              <a:gd name="csY726" fmla="*/ 3596052 h 3836630"/>
              <a:gd name="csX727" fmla="*/ 1573672 w 3180231"/>
              <a:gd name="csY727" fmla="*/ 3612126 h 3836630"/>
              <a:gd name="csX728" fmla="*/ 1569552 w 3180231"/>
              <a:gd name="csY728" fmla="*/ 3628199 h 3836630"/>
              <a:gd name="csX729" fmla="*/ 1476422 w 3180231"/>
              <a:gd name="csY729" fmla="*/ 3722991 h 3836630"/>
              <a:gd name="csX730" fmla="*/ 1434390 w 3180231"/>
              <a:gd name="csY730" fmla="*/ 3750192 h 3836630"/>
              <a:gd name="csX731" fmla="*/ 1368870 w 3180231"/>
              <a:gd name="csY731" fmla="*/ 3785636 h 3836630"/>
              <a:gd name="csX732" fmla="*/ 1342909 w 3180231"/>
              <a:gd name="csY732" fmla="*/ 3797588 h 3836630"/>
              <a:gd name="csX733" fmla="*/ 1324366 w 3180231"/>
              <a:gd name="csY733" fmla="*/ 3806243 h 3836630"/>
              <a:gd name="csX734" fmla="*/ 1296756 w 3180231"/>
              <a:gd name="csY734" fmla="*/ 3819020 h 3836630"/>
              <a:gd name="csX735" fmla="*/ 1260081 w 3180231"/>
              <a:gd name="csY735" fmla="*/ 3803771 h 3836630"/>
              <a:gd name="csX736" fmla="*/ 1804436 w 3180231"/>
              <a:gd name="csY736" fmla="*/ 3033894 h 3836630"/>
              <a:gd name="csX737" fmla="*/ 1791249 w 3180231"/>
              <a:gd name="csY737" fmla="*/ 3020706 h 3836630"/>
              <a:gd name="csX738" fmla="*/ 1787953 w 3180231"/>
              <a:gd name="csY738" fmla="*/ 3028948 h 3836630"/>
              <a:gd name="csX739" fmla="*/ 1796194 w 3180231"/>
              <a:gd name="csY739" fmla="*/ 3037191 h 3836630"/>
              <a:gd name="csX740" fmla="*/ 1804436 w 3180231"/>
              <a:gd name="csY740" fmla="*/ 3033894 h 3836630"/>
              <a:gd name="csX741" fmla="*/ 1654028 w 3180231"/>
              <a:gd name="csY741" fmla="*/ 2744572 h 3836630"/>
              <a:gd name="csX742" fmla="*/ 1663505 w 3180231"/>
              <a:gd name="csY742" fmla="*/ 2725202 h 3836630"/>
              <a:gd name="csX743" fmla="*/ 1672571 w 3180231"/>
              <a:gd name="csY743" fmla="*/ 2709128 h 3836630"/>
              <a:gd name="csX744" fmla="*/ 1660209 w 3180231"/>
              <a:gd name="csY744" fmla="*/ 2682751 h 3836630"/>
              <a:gd name="csX745" fmla="*/ 1642077 w 3180231"/>
              <a:gd name="csY745" fmla="*/ 2653077 h 3836630"/>
              <a:gd name="csX746" fmla="*/ 1622710 w 3180231"/>
              <a:gd name="csY746" fmla="*/ 2622579 h 3836630"/>
              <a:gd name="csX747" fmla="*/ 1608699 w 3180231"/>
              <a:gd name="csY747" fmla="*/ 2604445 h 3836630"/>
              <a:gd name="csX748" fmla="*/ 1579854 w 3180231"/>
              <a:gd name="csY748" fmla="*/ 2565704 h 3836630"/>
              <a:gd name="csX749" fmla="*/ 1562958 w 3180231"/>
              <a:gd name="csY749" fmla="*/ 2542624 h 3836630"/>
              <a:gd name="csX750" fmla="*/ 1517630 w 3180231"/>
              <a:gd name="csY750" fmla="*/ 2494816 h 3836630"/>
              <a:gd name="csX751" fmla="*/ 1465296 w 3180231"/>
              <a:gd name="csY751" fmla="*/ 2449068 h 3836630"/>
              <a:gd name="csX752" fmla="*/ 1461175 w 3180231"/>
              <a:gd name="csY752" fmla="*/ 2466378 h 3836630"/>
              <a:gd name="csX753" fmla="*/ 1458291 w 3180231"/>
              <a:gd name="csY753" fmla="*/ 2488634 h 3836630"/>
              <a:gd name="csX754" fmla="*/ 1460763 w 3180231"/>
              <a:gd name="csY754" fmla="*/ 2505119 h 3836630"/>
              <a:gd name="csX755" fmla="*/ 1462412 w 3180231"/>
              <a:gd name="csY755" fmla="*/ 2528199 h 3836630"/>
              <a:gd name="csX756" fmla="*/ 1473538 w 3180231"/>
              <a:gd name="csY756" fmla="*/ 2611451 h 3836630"/>
              <a:gd name="csX757" fmla="*/ 1480955 w 3180231"/>
              <a:gd name="csY757" fmla="*/ 2639064 h 3836630"/>
              <a:gd name="csX758" fmla="*/ 1484252 w 3180231"/>
              <a:gd name="csY758" fmla="*/ 2664617 h 3836630"/>
              <a:gd name="csX759" fmla="*/ 1488372 w 3180231"/>
              <a:gd name="csY759" fmla="*/ 2688109 h 3836630"/>
              <a:gd name="csX760" fmla="*/ 1498262 w 3180231"/>
              <a:gd name="csY760" fmla="*/ 2710777 h 3836630"/>
              <a:gd name="csX761" fmla="*/ 1627243 w 3180231"/>
              <a:gd name="csY761" fmla="*/ 2755700 h 3836630"/>
              <a:gd name="csX762" fmla="*/ 1654028 w 3180231"/>
              <a:gd name="csY762" fmla="*/ 2744572 h 3836630"/>
              <a:gd name="csX763" fmla="*/ 1166128 w 3180231"/>
              <a:gd name="csY763" fmla="*/ 2722317 h 3836630"/>
              <a:gd name="csX764" fmla="*/ 1167364 w 3180231"/>
              <a:gd name="csY764" fmla="*/ 2696352 h 3836630"/>
              <a:gd name="csX765" fmla="*/ 1164892 w 3180231"/>
              <a:gd name="csY765" fmla="*/ 2674508 h 3836630"/>
              <a:gd name="csX766" fmla="*/ 1162419 w 3180231"/>
              <a:gd name="csY766" fmla="*/ 2606505 h 3836630"/>
              <a:gd name="csX767" fmla="*/ 1159535 w 3180231"/>
              <a:gd name="csY767" fmla="*/ 2561170 h 3836630"/>
              <a:gd name="csX768" fmla="*/ 1100607 w 3180231"/>
              <a:gd name="csY768" fmla="*/ 2525726 h 3836630"/>
              <a:gd name="csX769" fmla="*/ 913936 w 3180231"/>
              <a:gd name="csY769" fmla="*/ 2434231 h 3836630"/>
              <a:gd name="csX770" fmla="*/ 922590 w 3180231"/>
              <a:gd name="csY770" fmla="*/ 2461432 h 3836630"/>
              <a:gd name="csX771" fmla="*/ 932480 w 3180231"/>
              <a:gd name="csY771" fmla="*/ 2491106 h 3836630"/>
              <a:gd name="csX772" fmla="*/ 939485 w 3180231"/>
              <a:gd name="csY772" fmla="*/ 2516659 h 3836630"/>
              <a:gd name="csX773" fmla="*/ 948551 w 3180231"/>
              <a:gd name="csY773" fmla="*/ 2552927 h 3836630"/>
              <a:gd name="csX774" fmla="*/ 942370 w 3180231"/>
              <a:gd name="csY774" fmla="*/ 2619282 h 3836630"/>
              <a:gd name="csX775" fmla="*/ 946490 w 3180231"/>
              <a:gd name="csY775" fmla="*/ 2658023 h 3836630"/>
              <a:gd name="csX776" fmla="*/ 978632 w 3180231"/>
              <a:gd name="csY776" fmla="*/ 2669563 h 3836630"/>
              <a:gd name="csX777" fmla="*/ 1012835 w 3180231"/>
              <a:gd name="csY777" fmla="*/ 2679042 h 3836630"/>
              <a:gd name="csX778" fmla="*/ 1031378 w 3180231"/>
              <a:gd name="csY778" fmla="*/ 2686873 h 3836630"/>
              <a:gd name="csX779" fmla="*/ 1052394 w 3180231"/>
              <a:gd name="csY779" fmla="*/ 2694291 h 3836630"/>
              <a:gd name="csX780" fmla="*/ 1078767 w 3180231"/>
              <a:gd name="csY780" fmla="*/ 2704595 h 3836630"/>
              <a:gd name="csX781" fmla="*/ 1099783 w 3180231"/>
              <a:gd name="csY781" fmla="*/ 2713662 h 3836630"/>
              <a:gd name="csX782" fmla="*/ 1150469 w 3180231"/>
              <a:gd name="csY782" fmla="*/ 2731796 h 3836630"/>
              <a:gd name="csX783" fmla="*/ 1166128 w 3180231"/>
              <a:gd name="csY783" fmla="*/ 2722317 h 3836630"/>
              <a:gd name="csX784" fmla="*/ 1425737 w 3180231"/>
              <a:gd name="csY784" fmla="*/ 2491931 h 3836630"/>
              <a:gd name="csX785" fmla="*/ 1417907 w 3180231"/>
              <a:gd name="csY785" fmla="*/ 2493579 h 3836630"/>
              <a:gd name="csX786" fmla="*/ 1421204 w 3180231"/>
              <a:gd name="csY786" fmla="*/ 2496876 h 3836630"/>
              <a:gd name="csX787" fmla="*/ 1425737 w 3180231"/>
              <a:gd name="csY787" fmla="*/ 2491931 h 3836630"/>
              <a:gd name="csX788" fmla="*/ 1910752 w 3180231"/>
              <a:gd name="csY788" fmla="*/ 2437116 h 3836630"/>
              <a:gd name="csX789" fmla="*/ 1923938 w 3180231"/>
              <a:gd name="csY789" fmla="*/ 2419806 h 3836630"/>
              <a:gd name="csX790" fmla="*/ 1942482 w 3180231"/>
              <a:gd name="csY790" fmla="*/ 2399199 h 3836630"/>
              <a:gd name="csX791" fmla="*/ 1952784 w 3180231"/>
              <a:gd name="csY791" fmla="*/ 2377768 h 3836630"/>
              <a:gd name="csX792" fmla="*/ 1954844 w 3180231"/>
              <a:gd name="csY792" fmla="*/ 2365404 h 3836630"/>
              <a:gd name="csX793" fmla="*/ 1965146 w 3180231"/>
              <a:gd name="csY793" fmla="*/ 2355513 h 3836630"/>
              <a:gd name="csX794" fmla="*/ 1983690 w 3180231"/>
              <a:gd name="csY794" fmla="*/ 2336966 h 3836630"/>
              <a:gd name="csX795" fmla="*/ 2002233 w 3180231"/>
              <a:gd name="csY795" fmla="*/ 2318832 h 3836630"/>
              <a:gd name="csX796" fmla="*/ 2013359 w 3180231"/>
              <a:gd name="csY796" fmla="*/ 2302759 h 3836630"/>
              <a:gd name="csX797" fmla="*/ 1996464 w 3180231"/>
              <a:gd name="csY797" fmla="*/ 2280091 h 3836630"/>
              <a:gd name="csX798" fmla="*/ 1977508 w 3180231"/>
              <a:gd name="csY798" fmla="*/ 2277618 h 3836630"/>
              <a:gd name="csX799" fmla="*/ 1991107 w 3180231"/>
              <a:gd name="csY799" fmla="*/ 2271024 h 3836630"/>
              <a:gd name="csX800" fmla="*/ 1996464 w 3180231"/>
              <a:gd name="csY800" fmla="*/ 2252066 h 3836630"/>
              <a:gd name="csX801" fmla="*/ 1974212 w 3180231"/>
              <a:gd name="csY801" fmla="*/ 2265254 h 3836630"/>
              <a:gd name="csX802" fmla="*/ 1941246 w 3180231"/>
              <a:gd name="csY802" fmla="*/ 2275970 h 3836630"/>
              <a:gd name="csX803" fmla="*/ 1902098 w 3180231"/>
              <a:gd name="csY803" fmla="*/ 2281327 h 3836630"/>
              <a:gd name="csX804" fmla="*/ 1895093 w 3180231"/>
              <a:gd name="csY804" fmla="*/ 2277206 h 3836630"/>
              <a:gd name="csX805" fmla="*/ 1870368 w 3180231"/>
              <a:gd name="csY805" fmla="*/ 2264430 h 3836630"/>
              <a:gd name="csX806" fmla="*/ 1860066 w 3180231"/>
              <a:gd name="csY806" fmla="*/ 2262369 h 3836630"/>
              <a:gd name="csX807" fmla="*/ 1815150 w 3180231"/>
              <a:gd name="csY807" fmla="*/ 2263605 h 3836630"/>
              <a:gd name="csX808" fmla="*/ 1822979 w 3180231"/>
              <a:gd name="csY808" fmla="*/ 2275970 h 3836630"/>
              <a:gd name="csX809" fmla="*/ 1846468 w 3180231"/>
              <a:gd name="csY809" fmla="*/ 2280503 h 3836630"/>
              <a:gd name="csX810" fmla="*/ 1867896 w 3180231"/>
              <a:gd name="csY810" fmla="*/ 2295752 h 3836630"/>
              <a:gd name="csX811" fmla="*/ 1825864 w 3180231"/>
              <a:gd name="csY811" fmla="*/ 2293692 h 3836630"/>
              <a:gd name="csX812" fmla="*/ 1782596 w 3180231"/>
              <a:gd name="csY812" fmla="*/ 2278030 h 3836630"/>
              <a:gd name="csX813" fmla="*/ 1750454 w 3180231"/>
              <a:gd name="csY813" fmla="*/ 2264430 h 3836630"/>
              <a:gd name="csX814" fmla="*/ 1775590 w 3180231"/>
              <a:gd name="csY814" fmla="*/ 2257836 h 3836630"/>
              <a:gd name="csX815" fmla="*/ 1798667 w 3180231"/>
              <a:gd name="csY815" fmla="*/ 2243411 h 3836630"/>
              <a:gd name="csX816" fmla="*/ 1702653 w 3180231"/>
              <a:gd name="csY816" fmla="*/ 2237229 h 3836630"/>
              <a:gd name="csX817" fmla="*/ 1689054 w 3180231"/>
              <a:gd name="csY817" fmla="*/ 2233931 h 3836630"/>
              <a:gd name="csX818" fmla="*/ 1621473 w 3180231"/>
              <a:gd name="csY818" fmla="*/ 2212912 h 3836630"/>
              <a:gd name="csX819" fmla="*/ 1606639 w 3180231"/>
              <a:gd name="csY819" fmla="*/ 2223628 h 3836630"/>
              <a:gd name="csX820" fmla="*/ 1589331 w 3180231"/>
              <a:gd name="csY820" fmla="*/ 2231871 h 3836630"/>
              <a:gd name="csX821" fmla="*/ 1572436 w 3180231"/>
              <a:gd name="csY821" fmla="*/ 2223216 h 3836630"/>
              <a:gd name="csX822" fmla="*/ 1562134 w 3180231"/>
              <a:gd name="csY822" fmla="*/ 2217034 h 3836630"/>
              <a:gd name="csX823" fmla="*/ 1550596 w 3180231"/>
              <a:gd name="csY823" fmla="*/ 2212912 h 3836630"/>
              <a:gd name="csX824" fmla="*/ 1528344 w 3180231"/>
              <a:gd name="csY824" fmla="*/ 2205082 h 3836630"/>
              <a:gd name="csX825" fmla="*/ 1492081 w 3180231"/>
              <a:gd name="csY825" fmla="*/ 2195602 h 3836630"/>
              <a:gd name="csX826" fmla="*/ 1468181 w 3180231"/>
              <a:gd name="csY826" fmla="*/ 2196839 h 3836630"/>
              <a:gd name="csX827" fmla="*/ 1469829 w 3180231"/>
              <a:gd name="csY827" fmla="*/ 2212912 h 3836630"/>
              <a:gd name="csX828" fmla="*/ 1469829 w 3180231"/>
              <a:gd name="csY828" fmla="*/ 2233519 h 3836630"/>
              <a:gd name="csX829" fmla="*/ 1469005 w 3180231"/>
              <a:gd name="csY829" fmla="*/ 2259072 h 3836630"/>
              <a:gd name="csX830" fmla="*/ 1467356 w 3180231"/>
              <a:gd name="csY830" fmla="*/ 2285037 h 3836630"/>
              <a:gd name="csX831" fmla="*/ 1460351 w 3180231"/>
              <a:gd name="csY831" fmla="*/ 2299462 h 3836630"/>
              <a:gd name="csX832" fmla="*/ 1497438 w 3180231"/>
              <a:gd name="csY832" fmla="*/ 2319656 h 3836630"/>
              <a:gd name="csX833" fmla="*/ 1532465 w 3180231"/>
              <a:gd name="csY833" fmla="*/ 2341088 h 3836630"/>
              <a:gd name="csX834" fmla="*/ 1567903 w 3180231"/>
              <a:gd name="csY834" fmla="*/ 2357161 h 3836630"/>
              <a:gd name="csX835" fmla="*/ 1576145 w 3180231"/>
              <a:gd name="csY835" fmla="*/ 2350979 h 3836630"/>
              <a:gd name="csX836" fmla="*/ 1596749 w 3180231"/>
              <a:gd name="csY836" fmla="*/ 2351391 h 3836630"/>
              <a:gd name="csX837" fmla="*/ 1619001 w 3180231"/>
              <a:gd name="csY837" fmla="*/ 2359222 h 3836630"/>
              <a:gd name="csX838" fmla="*/ 1641665 w 3180231"/>
              <a:gd name="csY838" fmla="*/ 2367465 h 3836630"/>
              <a:gd name="csX839" fmla="*/ 1686994 w 3180231"/>
              <a:gd name="csY839" fmla="*/ 2378180 h 3836630"/>
              <a:gd name="csX840" fmla="*/ 1726553 w 3180231"/>
              <a:gd name="csY840" fmla="*/ 2371174 h 3836630"/>
              <a:gd name="csX841" fmla="*/ 1754162 w 3180231"/>
              <a:gd name="csY841" fmla="*/ 2373647 h 3836630"/>
              <a:gd name="csX842" fmla="*/ 1803200 w 3180231"/>
              <a:gd name="csY842" fmla="*/ 2410739 h 3836630"/>
              <a:gd name="csX843" fmla="*/ 1826276 w 3180231"/>
              <a:gd name="csY843" fmla="*/ 2427637 h 3836630"/>
              <a:gd name="csX844" fmla="*/ 1846056 w 3180231"/>
              <a:gd name="csY844" fmla="*/ 2439177 h 3836630"/>
              <a:gd name="csX845" fmla="*/ 1862127 w 3180231"/>
              <a:gd name="csY845" fmla="*/ 2446595 h 3836630"/>
              <a:gd name="csX846" fmla="*/ 1886027 w 3180231"/>
              <a:gd name="csY846" fmla="*/ 2455250 h 3836630"/>
              <a:gd name="csX847" fmla="*/ 1910752 w 3180231"/>
              <a:gd name="csY847" fmla="*/ 2437116 h 3836630"/>
              <a:gd name="csX848" fmla="*/ 1367634 w 3180231"/>
              <a:gd name="csY848" fmla="*/ 2293280 h 3836630"/>
              <a:gd name="csX849" fmla="*/ 1361453 w 3180231"/>
              <a:gd name="csY849" fmla="*/ 2287097 h 3836630"/>
              <a:gd name="csX850" fmla="*/ 1358156 w 3180231"/>
              <a:gd name="csY850" fmla="*/ 2296577 h 3836630"/>
              <a:gd name="csX851" fmla="*/ 1367634 w 3180231"/>
              <a:gd name="csY851" fmla="*/ 2293280 h 3836630"/>
              <a:gd name="csX852" fmla="*/ 1404721 w 3180231"/>
              <a:gd name="csY852" fmla="*/ 2230634 h 3836630"/>
              <a:gd name="csX853" fmla="*/ 1394831 w 3180231"/>
              <a:gd name="csY853" fmla="*/ 2220743 h 3836630"/>
              <a:gd name="csX854" fmla="*/ 1394419 w 3180231"/>
              <a:gd name="csY854" fmla="*/ 2229398 h 3836630"/>
              <a:gd name="csX855" fmla="*/ 1404721 w 3180231"/>
              <a:gd name="csY855" fmla="*/ 2230634 h 3836630"/>
              <a:gd name="csX856" fmla="*/ 1547712 w 3180231"/>
              <a:gd name="csY856" fmla="*/ 2193954 h 3836630"/>
              <a:gd name="csX857" fmla="*/ 1539882 w 3180231"/>
              <a:gd name="csY857" fmla="*/ 2193542 h 3836630"/>
              <a:gd name="csX858" fmla="*/ 1542355 w 3180231"/>
              <a:gd name="csY858" fmla="*/ 2196015 h 3836630"/>
              <a:gd name="csX859" fmla="*/ 1547712 w 3180231"/>
              <a:gd name="csY859" fmla="*/ 2193954 h 3836630"/>
              <a:gd name="csX860" fmla="*/ 1730262 w 3180231"/>
              <a:gd name="csY860" fmla="*/ 2182826 h 3836630"/>
              <a:gd name="csX861" fmla="*/ 1682873 w 3180231"/>
              <a:gd name="csY861" fmla="*/ 2171286 h 3836630"/>
              <a:gd name="csX862" fmla="*/ 1686994 w 3180231"/>
              <a:gd name="csY862" fmla="*/ 2181178 h 3836630"/>
              <a:gd name="csX863" fmla="*/ 1730262 w 3180231"/>
              <a:gd name="csY863" fmla="*/ 2182826 h 3836630"/>
              <a:gd name="csX864" fmla="*/ 1496614 w 3180231"/>
              <a:gd name="csY864" fmla="*/ 2170874 h 3836630"/>
              <a:gd name="csX865" fmla="*/ 1494554 w 3180231"/>
              <a:gd name="csY865" fmla="*/ 2158922 h 3836630"/>
              <a:gd name="csX866" fmla="*/ 1481779 w 3180231"/>
              <a:gd name="csY866" fmla="*/ 2165104 h 3836630"/>
              <a:gd name="csX867" fmla="*/ 1485488 w 3180231"/>
              <a:gd name="csY867" fmla="*/ 2172935 h 3836630"/>
              <a:gd name="csX868" fmla="*/ 1490845 w 3180231"/>
              <a:gd name="csY868" fmla="*/ 2179941 h 3836630"/>
              <a:gd name="csX869" fmla="*/ 1496614 w 3180231"/>
              <a:gd name="csY869" fmla="*/ 2170874 h 3836630"/>
              <a:gd name="csX870" fmla="*/ 2212393 w 3180231"/>
              <a:gd name="csY870" fmla="*/ 2037753 h 3836630"/>
              <a:gd name="csX871" fmla="*/ 2206624 w 3180231"/>
              <a:gd name="csY871" fmla="*/ 2031571 h 3836630"/>
              <a:gd name="csX872" fmla="*/ 2198794 w 3180231"/>
              <a:gd name="csY872" fmla="*/ 2041462 h 3836630"/>
              <a:gd name="csX873" fmla="*/ 2212393 w 3180231"/>
              <a:gd name="csY873" fmla="*/ 2037753 h 3836630"/>
              <a:gd name="csX874" fmla="*/ 2295220 w 3180231"/>
              <a:gd name="csY874" fmla="*/ 2033632 h 3836630"/>
              <a:gd name="csX875" fmla="*/ 2283270 w 3180231"/>
              <a:gd name="csY875" fmla="*/ 2034868 h 3836630"/>
              <a:gd name="csX876" fmla="*/ 2288215 w 3180231"/>
              <a:gd name="csY876" fmla="*/ 2038989 h 3836630"/>
              <a:gd name="csX877" fmla="*/ 2295220 w 3180231"/>
              <a:gd name="csY877" fmla="*/ 2033632 h 3836630"/>
              <a:gd name="csX878" fmla="*/ 1723669 w 3180231"/>
              <a:gd name="csY878" fmla="*/ 1982526 h 3836630"/>
              <a:gd name="csX879" fmla="*/ 1717900 w 3180231"/>
              <a:gd name="csY879" fmla="*/ 1971811 h 3836630"/>
              <a:gd name="csX880" fmla="*/ 1712131 w 3180231"/>
              <a:gd name="csY880" fmla="*/ 1959859 h 3836630"/>
              <a:gd name="csX881" fmla="*/ 1708834 w 3180231"/>
              <a:gd name="csY881" fmla="*/ 1950379 h 3836630"/>
              <a:gd name="csX882" fmla="*/ 1656088 w 3180231"/>
              <a:gd name="csY882" fmla="*/ 1944610 h 3836630"/>
              <a:gd name="csX883" fmla="*/ 1672571 w 3180231"/>
              <a:gd name="csY883" fmla="*/ 1955325 h 3836630"/>
              <a:gd name="csX884" fmla="*/ 1689878 w 3180231"/>
              <a:gd name="csY884" fmla="*/ 1961095 h 3836630"/>
              <a:gd name="csX885" fmla="*/ 1674219 w 3180231"/>
              <a:gd name="csY885" fmla="*/ 1962331 h 3836630"/>
              <a:gd name="csX886" fmla="*/ 1668862 w 3180231"/>
              <a:gd name="csY886" fmla="*/ 1972223 h 3836630"/>
              <a:gd name="csX887" fmla="*/ 1716663 w 3180231"/>
              <a:gd name="csY887" fmla="*/ 1985823 h 3836630"/>
              <a:gd name="csX888" fmla="*/ 1723669 w 3180231"/>
              <a:gd name="csY888" fmla="*/ 1982526 h 3836630"/>
              <a:gd name="csX889" fmla="*/ 1647022 w 3180231"/>
              <a:gd name="csY889" fmla="*/ 1932245 h 3836630"/>
              <a:gd name="csX890" fmla="*/ 1635072 w 3180231"/>
              <a:gd name="csY890" fmla="*/ 1928536 h 3836630"/>
              <a:gd name="csX891" fmla="*/ 1614880 w 3180231"/>
              <a:gd name="csY891" fmla="*/ 1918233 h 3836630"/>
              <a:gd name="csX892" fmla="*/ 1587271 w 3180231"/>
              <a:gd name="csY892" fmla="*/ 1910402 h 3836630"/>
              <a:gd name="csX893" fmla="*/ 1571200 w 3180231"/>
              <a:gd name="csY893" fmla="*/ 1906693 h 3836630"/>
              <a:gd name="csX894" fmla="*/ 1500735 w 3180231"/>
              <a:gd name="csY894" fmla="*/ 1897626 h 3836630"/>
              <a:gd name="csX895" fmla="*/ 1504856 w 3180231"/>
              <a:gd name="csY895" fmla="*/ 1906281 h 3836630"/>
              <a:gd name="csX896" fmla="*/ 1546063 w 3180231"/>
              <a:gd name="csY896" fmla="*/ 1918233 h 3836630"/>
              <a:gd name="csX897" fmla="*/ 1589743 w 3180231"/>
              <a:gd name="csY897" fmla="*/ 1929772 h 3836630"/>
              <a:gd name="csX898" fmla="*/ 1647022 w 3180231"/>
              <a:gd name="csY898" fmla="*/ 1932245 h 3836630"/>
              <a:gd name="csX899" fmla="*/ 1186320 w 3180231"/>
              <a:gd name="csY899" fmla="*/ 1433969 h 3836630"/>
              <a:gd name="csX900" fmla="*/ 1181787 w 3180231"/>
              <a:gd name="csY900" fmla="*/ 1429847 h 3836630"/>
              <a:gd name="csX901" fmla="*/ 1180138 w 3180231"/>
              <a:gd name="csY901" fmla="*/ 1433969 h 3836630"/>
              <a:gd name="csX902" fmla="*/ 1184671 w 3180231"/>
              <a:gd name="csY902" fmla="*/ 1438090 h 3836630"/>
              <a:gd name="csX903" fmla="*/ 1186320 w 3180231"/>
              <a:gd name="csY903" fmla="*/ 1433969 h 3836630"/>
              <a:gd name="csX904" fmla="*/ 1180963 w 3180231"/>
              <a:gd name="csY904" fmla="*/ 1404295 h 3836630"/>
              <a:gd name="csX905" fmla="*/ 1178490 w 3180231"/>
              <a:gd name="csY905" fmla="*/ 1406768 h 3836630"/>
              <a:gd name="csX906" fmla="*/ 1180550 w 3180231"/>
              <a:gd name="csY906" fmla="*/ 1412125 h 3836630"/>
              <a:gd name="csX907" fmla="*/ 1180963 w 3180231"/>
              <a:gd name="csY907" fmla="*/ 1404295 h 3836630"/>
              <a:gd name="csX908" fmla="*/ 1399776 w 3180231"/>
              <a:gd name="csY908" fmla="*/ 1324752 h 3836630"/>
              <a:gd name="csX909" fmla="*/ 1385765 w 3180231"/>
              <a:gd name="csY909" fmla="*/ 1303733 h 3836630"/>
              <a:gd name="csX910" fmla="*/ 1383293 w 3180231"/>
              <a:gd name="csY910" fmla="*/ 1311151 h 3836630"/>
              <a:gd name="csX911" fmla="*/ 1388238 w 3180231"/>
              <a:gd name="csY911" fmla="*/ 1330110 h 3836630"/>
              <a:gd name="csX912" fmla="*/ 1399776 w 3180231"/>
              <a:gd name="csY912" fmla="*/ 1324752 h 3836630"/>
              <a:gd name="csX913" fmla="*/ 930831 w 3180231"/>
              <a:gd name="csY913" fmla="*/ 1228311 h 3836630"/>
              <a:gd name="csX914" fmla="*/ 911052 w 3180231"/>
              <a:gd name="csY914" fmla="*/ 1221717 h 3836630"/>
              <a:gd name="csX915" fmla="*/ 925887 w 3180231"/>
              <a:gd name="csY915" fmla="*/ 1232020 h 3836630"/>
              <a:gd name="csX916" fmla="*/ 930831 w 3180231"/>
              <a:gd name="csY916" fmla="*/ 1228311 h 3836630"/>
              <a:gd name="csX917" fmla="*/ 934952 w 3180231"/>
              <a:gd name="csY917" fmla="*/ 1193279 h 3836630"/>
              <a:gd name="csX918" fmla="*/ 930831 w 3180231"/>
              <a:gd name="csY918" fmla="*/ 1188746 h 3836630"/>
              <a:gd name="csX919" fmla="*/ 926711 w 3180231"/>
              <a:gd name="csY919" fmla="*/ 1190394 h 3836630"/>
              <a:gd name="csX920" fmla="*/ 930831 w 3180231"/>
              <a:gd name="csY920" fmla="*/ 1194928 h 3836630"/>
              <a:gd name="csX921" fmla="*/ 934952 w 3180231"/>
              <a:gd name="csY921" fmla="*/ 1193279 h 3836630"/>
              <a:gd name="csX922" fmla="*/ 580566 w 3180231"/>
              <a:gd name="csY922" fmla="*/ 1178854 h 3836630"/>
              <a:gd name="csX923" fmla="*/ 569852 w 3180231"/>
              <a:gd name="csY923" fmla="*/ 1161957 h 3836630"/>
              <a:gd name="csX924" fmla="*/ 569027 w 3180231"/>
              <a:gd name="csY924" fmla="*/ 1177618 h 3836630"/>
              <a:gd name="csX925" fmla="*/ 580566 w 3180231"/>
              <a:gd name="csY925" fmla="*/ 1178854 h 3836630"/>
              <a:gd name="csX926" fmla="*/ 930831 w 3180231"/>
              <a:gd name="csY926" fmla="*/ 1178442 h 3836630"/>
              <a:gd name="csX927" fmla="*/ 911876 w 3180231"/>
              <a:gd name="csY927" fmla="*/ 1156599 h 3836630"/>
              <a:gd name="csX928" fmla="*/ 889212 w 3180231"/>
              <a:gd name="csY928" fmla="*/ 1131046 h 3836630"/>
              <a:gd name="csX929" fmla="*/ 860778 w 3180231"/>
              <a:gd name="csY929" fmla="*/ 1105081 h 3836630"/>
              <a:gd name="csX930" fmla="*/ 889624 w 3180231"/>
              <a:gd name="csY930" fmla="*/ 1145471 h 3836630"/>
              <a:gd name="csX931" fmla="*/ 918469 w 3180231"/>
              <a:gd name="csY931" fmla="*/ 1179679 h 3836630"/>
              <a:gd name="csX932" fmla="*/ 930831 w 3180231"/>
              <a:gd name="csY932" fmla="*/ 1178442 h 3836630"/>
              <a:gd name="csX933" fmla="*/ 1178078 w 3180231"/>
              <a:gd name="csY933" fmla="*/ 1159896 h 3836630"/>
              <a:gd name="csX934" fmla="*/ 1171897 w 3180231"/>
              <a:gd name="csY934" fmla="*/ 1153714 h 3836630"/>
              <a:gd name="csX935" fmla="*/ 1168600 w 3180231"/>
              <a:gd name="csY935" fmla="*/ 1163193 h 3836630"/>
              <a:gd name="csX936" fmla="*/ 1178078 w 3180231"/>
              <a:gd name="csY936" fmla="*/ 1159896 h 3836630"/>
              <a:gd name="csX937" fmla="*/ 1223407 w 3180231"/>
              <a:gd name="csY937" fmla="*/ 1118682 h 3836630"/>
              <a:gd name="csX938" fmla="*/ 1208160 w 3180231"/>
              <a:gd name="csY938" fmla="*/ 1110027 h 3836630"/>
              <a:gd name="csX939" fmla="*/ 1219698 w 3180231"/>
              <a:gd name="csY939" fmla="*/ 1124864 h 3836630"/>
              <a:gd name="csX940" fmla="*/ 1223407 w 3180231"/>
              <a:gd name="csY940" fmla="*/ 1118682 h 3836630"/>
              <a:gd name="csX941" fmla="*/ 1430269 w 3180231"/>
              <a:gd name="csY941" fmla="*/ 1071286 h 3836630"/>
              <a:gd name="csX942" fmla="*/ 1423264 w 3180231"/>
              <a:gd name="csY942" fmla="*/ 1044497 h 3836630"/>
              <a:gd name="csX943" fmla="*/ 1413786 w 3180231"/>
              <a:gd name="csY943" fmla="*/ 1063043 h 3836630"/>
              <a:gd name="csX944" fmla="*/ 1415023 w 3180231"/>
              <a:gd name="csY944" fmla="*/ 1095602 h 3836630"/>
              <a:gd name="csX945" fmla="*/ 1430269 w 3180231"/>
              <a:gd name="csY945" fmla="*/ 1071286 h 3836630"/>
              <a:gd name="csX946" fmla="*/ 1166952 w 3180231"/>
              <a:gd name="csY946" fmla="*/ 1095190 h 3836630"/>
              <a:gd name="csX947" fmla="*/ 1165716 w 3180231"/>
              <a:gd name="csY947" fmla="*/ 1069225 h 3836630"/>
              <a:gd name="csX948" fmla="*/ 1161183 w 3180231"/>
              <a:gd name="csY948" fmla="*/ 1067989 h 3836630"/>
              <a:gd name="csX949" fmla="*/ 1157062 w 3180231"/>
              <a:gd name="csY949" fmla="*/ 1082002 h 3836630"/>
              <a:gd name="csX950" fmla="*/ 1161183 w 3180231"/>
              <a:gd name="csY950" fmla="*/ 1104257 h 3836630"/>
              <a:gd name="csX951" fmla="*/ 1166952 w 3180231"/>
              <a:gd name="csY951" fmla="*/ 1095190 h 3836630"/>
              <a:gd name="csX952" fmla="*/ 847592 w 3180231"/>
              <a:gd name="csY952" fmla="*/ 1079117 h 3836630"/>
              <a:gd name="csX953" fmla="*/ 842647 w 3180231"/>
              <a:gd name="csY953" fmla="*/ 1060158 h 3836630"/>
              <a:gd name="csX954" fmla="*/ 840999 w 3180231"/>
              <a:gd name="csY954" fmla="*/ 1048206 h 3836630"/>
              <a:gd name="csX955" fmla="*/ 829460 w 3180231"/>
              <a:gd name="csY955" fmla="*/ 1031309 h 3836630"/>
              <a:gd name="csX956" fmla="*/ 816686 w 3180231"/>
              <a:gd name="csY956" fmla="*/ 1022654 h 3836630"/>
              <a:gd name="csX957" fmla="*/ 811329 w 3180231"/>
              <a:gd name="csY957" fmla="*/ 1020181 h 3836630"/>
              <a:gd name="csX958" fmla="*/ 789489 w 3180231"/>
              <a:gd name="csY958" fmla="*/ 1022654 h 3836630"/>
              <a:gd name="csX959" fmla="*/ 808032 w 3180231"/>
              <a:gd name="csY959" fmla="*/ 1055625 h 3836630"/>
              <a:gd name="csX960" fmla="*/ 831109 w 3180231"/>
              <a:gd name="csY960" fmla="*/ 1077880 h 3836630"/>
              <a:gd name="csX961" fmla="*/ 827400 w 3180231"/>
              <a:gd name="csY961" fmla="*/ 1068401 h 3836630"/>
              <a:gd name="csX962" fmla="*/ 829460 w 3180231"/>
              <a:gd name="csY962" fmla="*/ 1067165 h 3836630"/>
              <a:gd name="csX963" fmla="*/ 840587 w 3180231"/>
              <a:gd name="csY963" fmla="*/ 1083238 h 3836630"/>
              <a:gd name="csX964" fmla="*/ 849652 w 3180231"/>
              <a:gd name="csY964" fmla="*/ 1088184 h 3836630"/>
              <a:gd name="csX965" fmla="*/ 847592 w 3180231"/>
              <a:gd name="csY965" fmla="*/ 1079117 h 3836630"/>
              <a:gd name="csX966" fmla="*/ 587983 w 3180231"/>
              <a:gd name="csY966" fmla="*/ 1070462 h 3836630"/>
              <a:gd name="csX967" fmla="*/ 572324 w 3180231"/>
              <a:gd name="csY967" fmla="*/ 1068813 h 3836630"/>
              <a:gd name="csX968" fmla="*/ 580978 w 3180231"/>
              <a:gd name="csY968" fmla="*/ 1075407 h 3836630"/>
              <a:gd name="csX969" fmla="*/ 587983 w 3180231"/>
              <a:gd name="csY969" fmla="*/ 1070462 h 3836630"/>
              <a:gd name="csX970" fmla="*/ 435926 w 3180231"/>
              <a:gd name="csY970" fmla="*/ 997101 h 3836630"/>
              <a:gd name="csX971" fmla="*/ 411614 w 3180231"/>
              <a:gd name="csY971" fmla="*/ 991331 h 3836630"/>
              <a:gd name="csX972" fmla="*/ 425624 w 3180231"/>
              <a:gd name="csY972" fmla="*/ 1003283 h 3836630"/>
              <a:gd name="csX973" fmla="*/ 442932 w 3180231"/>
              <a:gd name="csY973" fmla="*/ 1014411 h 3836630"/>
              <a:gd name="csX974" fmla="*/ 447877 w 3180231"/>
              <a:gd name="csY974" fmla="*/ 1013999 h 3836630"/>
              <a:gd name="csX975" fmla="*/ 435926 w 3180231"/>
              <a:gd name="csY975" fmla="*/ 997101 h 3836630"/>
              <a:gd name="csX976" fmla="*/ 518754 w 3180231"/>
              <a:gd name="csY976" fmla="*/ 988858 h 3836630"/>
              <a:gd name="csX977" fmla="*/ 491557 w 3180231"/>
              <a:gd name="csY977" fmla="*/ 973197 h 3836630"/>
              <a:gd name="csX978" fmla="*/ 498150 w 3180231"/>
              <a:gd name="csY978" fmla="*/ 983912 h 3836630"/>
              <a:gd name="csX979" fmla="*/ 518754 w 3180231"/>
              <a:gd name="csY979" fmla="*/ 988858 h 3836630"/>
              <a:gd name="csX980" fmla="*/ 2892321 w 3180231"/>
              <a:gd name="csY980" fmla="*/ 984737 h 3836630"/>
              <a:gd name="csX981" fmla="*/ 2877898 w 3180231"/>
              <a:gd name="csY981" fmla="*/ 984737 h 3836630"/>
              <a:gd name="csX982" fmla="*/ 2881195 w 3180231"/>
              <a:gd name="csY982" fmla="*/ 988446 h 3836630"/>
              <a:gd name="csX983" fmla="*/ 2892321 w 3180231"/>
              <a:gd name="csY983" fmla="*/ 984737 h 3836630"/>
              <a:gd name="csX984" fmla="*/ 1436863 w 3180231"/>
              <a:gd name="csY984" fmla="*/ 975670 h 3836630"/>
              <a:gd name="csX985" fmla="*/ 1438923 w 3180231"/>
              <a:gd name="csY985" fmla="*/ 950529 h 3836630"/>
              <a:gd name="csX986" fmla="*/ 1421204 w 3180231"/>
              <a:gd name="csY986" fmla="*/ 971136 h 3836630"/>
              <a:gd name="csX987" fmla="*/ 1436863 w 3180231"/>
              <a:gd name="csY987" fmla="*/ 975670 h 3836630"/>
              <a:gd name="csX988" fmla="*/ 485788 w 3180231"/>
              <a:gd name="csY988" fmla="*/ 962069 h 3836630"/>
              <a:gd name="csX989" fmla="*/ 478782 w 3180231"/>
              <a:gd name="csY989" fmla="*/ 957536 h 3836630"/>
              <a:gd name="csX990" fmla="*/ 486612 w 3180231"/>
              <a:gd name="csY990" fmla="*/ 968251 h 3836630"/>
              <a:gd name="csX991" fmla="*/ 485788 w 3180231"/>
              <a:gd name="csY991" fmla="*/ 962069 h 3836630"/>
              <a:gd name="csX992" fmla="*/ 1163243 w 3180231"/>
              <a:gd name="csY992" fmla="*/ 943111 h 3836630"/>
              <a:gd name="csX993" fmla="*/ 1158710 w 3180231"/>
              <a:gd name="csY993" fmla="*/ 907255 h 3836630"/>
              <a:gd name="csX994" fmla="*/ 1156650 w 3180231"/>
              <a:gd name="csY994" fmla="*/ 955887 h 3836630"/>
              <a:gd name="csX995" fmla="*/ 1163243 w 3180231"/>
              <a:gd name="csY995" fmla="*/ 943111 h 3836630"/>
              <a:gd name="csX996" fmla="*/ 734683 w 3180231"/>
              <a:gd name="csY996" fmla="*/ 943111 h 3836630"/>
              <a:gd name="csX997" fmla="*/ 728501 w 3180231"/>
              <a:gd name="csY997" fmla="*/ 941874 h 3836630"/>
              <a:gd name="csX998" fmla="*/ 727265 w 3180231"/>
              <a:gd name="csY998" fmla="*/ 948056 h 3836630"/>
              <a:gd name="csX999" fmla="*/ 733446 w 3180231"/>
              <a:gd name="csY999" fmla="*/ 949293 h 3836630"/>
              <a:gd name="csX1000" fmla="*/ 734683 w 3180231"/>
              <a:gd name="csY1000" fmla="*/ 943111 h 3836630"/>
              <a:gd name="csX1001" fmla="*/ 1439747 w 3180231"/>
              <a:gd name="csY1001" fmla="*/ 928686 h 3836630"/>
              <a:gd name="csX1002" fmla="*/ 1432330 w 3180231"/>
              <a:gd name="csY1002" fmla="*/ 908903 h 3836630"/>
              <a:gd name="csX1003" fmla="*/ 1422028 w 3180231"/>
              <a:gd name="csY1003" fmla="*/ 931571 h 3836630"/>
              <a:gd name="csX1004" fmla="*/ 1439747 w 3180231"/>
              <a:gd name="csY1004" fmla="*/ 928686 h 3836630"/>
              <a:gd name="csX1005" fmla="*/ 712430 w 3180231"/>
              <a:gd name="csY1005" fmla="*/ 935280 h 3836630"/>
              <a:gd name="csX1006" fmla="*/ 708310 w 3180231"/>
              <a:gd name="csY1006" fmla="*/ 931159 h 3836630"/>
              <a:gd name="csX1007" fmla="*/ 704189 w 3180231"/>
              <a:gd name="csY1007" fmla="*/ 935280 h 3836630"/>
              <a:gd name="csX1008" fmla="*/ 708310 w 3180231"/>
              <a:gd name="csY1008" fmla="*/ 939401 h 3836630"/>
              <a:gd name="csX1009" fmla="*/ 712430 w 3180231"/>
              <a:gd name="csY1009" fmla="*/ 935280 h 3836630"/>
              <a:gd name="csX1010" fmla="*/ 764352 w 3180231"/>
              <a:gd name="csY1010" fmla="*/ 934868 h 3836630"/>
              <a:gd name="csX1011" fmla="*/ 751990 w 3180231"/>
              <a:gd name="csY1011" fmla="*/ 925389 h 3836630"/>
              <a:gd name="csX1012" fmla="*/ 749929 w 3180231"/>
              <a:gd name="csY1012" fmla="*/ 933631 h 3836630"/>
              <a:gd name="csX1013" fmla="*/ 764352 w 3180231"/>
              <a:gd name="csY1013" fmla="*/ 934868 h 3836630"/>
              <a:gd name="csX1014" fmla="*/ 687706 w 3180231"/>
              <a:gd name="csY1014" fmla="*/ 925801 h 3836630"/>
              <a:gd name="csX1015" fmla="*/ 676992 w 3180231"/>
              <a:gd name="csY1015" fmla="*/ 909315 h 3836630"/>
              <a:gd name="csX1016" fmla="*/ 667514 w 3180231"/>
              <a:gd name="csY1016" fmla="*/ 888708 h 3836630"/>
              <a:gd name="csX1017" fmla="*/ 653503 w 3180231"/>
              <a:gd name="csY1017" fmla="*/ 861095 h 3836630"/>
              <a:gd name="csX1018" fmla="*/ 652679 w 3180231"/>
              <a:gd name="csY1018" fmla="*/ 869338 h 3836630"/>
              <a:gd name="csX1019" fmla="*/ 644850 w 3180231"/>
              <a:gd name="csY1019" fmla="*/ 880053 h 3836630"/>
              <a:gd name="csX1020" fmla="*/ 634136 w 3180231"/>
              <a:gd name="csY1020" fmla="*/ 884999 h 3836630"/>
              <a:gd name="csX1021" fmla="*/ 655564 w 3180231"/>
              <a:gd name="csY1021" fmla="*/ 902309 h 3836630"/>
              <a:gd name="csX1022" fmla="*/ 662981 w 3180231"/>
              <a:gd name="csY1022" fmla="*/ 909315 h 3836630"/>
              <a:gd name="csX1023" fmla="*/ 682761 w 3180231"/>
              <a:gd name="csY1023" fmla="*/ 930746 h 3836630"/>
              <a:gd name="csX1024" fmla="*/ 687706 w 3180231"/>
              <a:gd name="csY1024" fmla="*/ 925801 h 3836630"/>
              <a:gd name="csX1025" fmla="*/ 687706 w 3180231"/>
              <a:gd name="csY1025" fmla="*/ 885823 h 3836630"/>
              <a:gd name="csX1026" fmla="*/ 677404 w 3180231"/>
              <a:gd name="csY1026" fmla="*/ 885823 h 3836630"/>
              <a:gd name="csX1027" fmla="*/ 686882 w 3180231"/>
              <a:gd name="csY1027" fmla="*/ 889945 h 3836630"/>
              <a:gd name="csX1028" fmla="*/ 687706 w 3180231"/>
              <a:gd name="csY1028" fmla="*/ 885823 h 3836630"/>
              <a:gd name="csX1029" fmla="*/ 1433978 w 3180231"/>
              <a:gd name="csY1029" fmla="*/ 870574 h 3836630"/>
              <a:gd name="csX1030" fmla="*/ 1436039 w 3180231"/>
              <a:gd name="csY1030" fmla="*/ 843785 h 3836630"/>
              <a:gd name="csX1031" fmla="*/ 1433978 w 3180231"/>
              <a:gd name="csY1031" fmla="*/ 828124 h 3836630"/>
              <a:gd name="csX1032" fmla="*/ 1425325 w 3180231"/>
              <a:gd name="csY1032" fmla="*/ 867689 h 3836630"/>
              <a:gd name="csX1033" fmla="*/ 1433978 w 3180231"/>
              <a:gd name="csY1033" fmla="*/ 870574 h 3836630"/>
              <a:gd name="csX1034" fmla="*/ 639081 w 3180231"/>
              <a:gd name="csY1034" fmla="*/ 864804 h 3836630"/>
              <a:gd name="csX1035" fmla="*/ 613532 w 3180231"/>
              <a:gd name="csY1035" fmla="*/ 852852 h 3836630"/>
              <a:gd name="csX1036" fmla="*/ 634136 w 3180231"/>
              <a:gd name="csY1036" fmla="*/ 870986 h 3836630"/>
              <a:gd name="csX1037" fmla="*/ 639081 w 3180231"/>
              <a:gd name="csY1037" fmla="*/ 864804 h 3836630"/>
              <a:gd name="csX1038" fmla="*/ 2968555 w 3180231"/>
              <a:gd name="csY1038" fmla="*/ 844609 h 3836630"/>
              <a:gd name="csX1039" fmla="*/ 2956193 w 3180231"/>
              <a:gd name="csY1039" fmla="*/ 840076 h 3836630"/>
              <a:gd name="csX1040" fmla="*/ 2942182 w 3180231"/>
              <a:gd name="csY1040" fmla="*/ 849143 h 3836630"/>
              <a:gd name="csX1041" fmla="*/ 2968555 w 3180231"/>
              <a:gd name="csY1041" fmla="*/ 844609 h 3836630"/>
              <a:gd name="csX1042" fmla="*/ 616416 w 3180231"/>
              <a:gd name="csY1042" fmla="*/ 830184 h 3836630"/>
              <a:gd name="csX1043" fmla="*/ 599933 w 3180231"/>
              <a:gd name="csY1043" fmla="*/ 819881 h 3836630"/>
              <a:gd name="csX1044" fmla="*/ 606526 w 3180231"/>
              <a:gd name="csY1044" fmla="*/ 830184 h 3836630"/>
              <a:gd name="csX1045" fmla="*/ 623010 w 3180231"/>
              <a:gd name="csY1045" fmla="*/ 840488 h 3836630"/>
              <a:gd name="csX1046" fmla="*/ 616416 w 3180231"/>
              <a:gd name="csY1046" fmla="*/ 830184 h 3836630"/>
              <a:gd name="csX1047" fmla="*/ 1159947 w 3180231"/>
              <a:gd name="csY1047" fmla="*/ 830597 h 3836630"/>
              <a:gd name="csX1048" fmla="*/ 1160771 w 3180231"/>
              <a:gd name="csY1048" fmla="*/ 811226 h 3836630"/>
              <a:gd name="csX1049" fmla="*/ 1149233 w 3180231"/>
              <a:gd name="csY1049" fmla="*/ 807517 h 3836630"/>
              <a:gd name="csX1050" fmla="*/ 1145112 w 3180231"/>
              <a:gd name="csY1050" fmla="*/ 824415 h 3836630"/>
              <a:gd name="csX1051" fmla="*/ 1143051 w 3180231"/>
              <a:gd name="csY1051" fmla="*/ 836367 h 3836630"/>
              <a:gd name="csX1052" fmla="*/ 1159947 w 3180231"/>
              <a:gd name="csY1052" fmla="*/ 830597 h 3836630"/>
              <a:gd name="csX1053" fmla="*/ 2954132 w 3180231"/>
              <a:gd name="csY1053" fmla="*/ 832245 h 3836630"/>
              <a:gd name="csX1054" fmla="*/ 2945891 w 3180231"/>
              <a:gd name="csY1054" fmla="*/ 828124 h 3836630"/>
              <a:gd name="csX1055" fmla="*/ 2937649 w 3180231"/>
              <a:gd name="csY1055" fmla="*/ 832245 h 3836630"/>
              <a:gd name="csX1056" fmla="*/ 2945891 w 3180231"/>
              <a:gd name="csY1056" fmla="*/ 836367 h 3836630"/>
              <a:gd name="csX1057" fmla="*/ 2954132 w 3180231"/>
              <a:gd name="csY1057" fmla="*/ 832245 h 3836630"/>
              <a:gd name="csX1058" fmla="*/ 1454170 w 3180231"/>
              <a:gd name="csY1058" fmla="*/ 777843 h 3836630"/>
              <a:gd name="csX1059" fmla="*/ 1439747 w 3180231"/>
              <a:gd name="csY1059" fmla="*/ 782788 h 3836630"/>
              <a:gd name="csX1060" fmla="*/ 1448401 w 3180231"/>
              <a:gd name="csY1060" fmla="*/ 794740 h 3836630"/>
              <a:gd name="csX1061" fmla="*/ 1454170 w 3180231"/>
              <a:gd name="csY1061" fmla="*/ 777843 h 3836630"/>
              <a:gd name="csX1062" fmla="*/ 1155002 w 3180231"/>
              <a:gd name="csY1062" fmla="*/ 781964 h 3836630"/>
              <a:gd name="csX1063" fmla="*/ 1163655 w 3180231"/>
              <a:gd name="csY1063" fmla="*/ 753939 h 3836630"/>
              <a:gd name="csX1064" fmla="*/ 1171897 w 3180231"/>
              <a:gd name="csY1064" fmla="*/ 706543 h 3836630"/>
              <a:gd name="csX1065" fmla="*/ 1176018 w 3180231"/>
              <a:gd name="csY1065" fmla="*/ 674808 h 3836630"/>
              <a:gd name="csX1066" fmla="*/ 1173545 w 3180231"/>
              <a:gd name="csY1066" fmla="*/ 667389 h 3836630"/>
              <a:gd name="csX1067" fmla="*/ 1157886 w 3180231"/>
              <a:gd name="csY1067" fmla="*/ 689233 h 3836630"/>
              <a:gd name="csX1068" fmla="*/ 1142639 w 3180231"/>
              <a:gd name="csY1068" fmla="*/ 761357 h 3836630"/>
              <a:gd name="csX1069" fmla="*/ 1155002 w 3180231"/>
              <a:gd name="csY1069" fmla="*/ 781964 h 3836630"/>
              <a:gd name="csX1070" fmla="*/ 2678040 w 3180231"/>
              <a:gd name="csY1070" fmla="*/ 751878 h 3836630"/>
              <a:gd name="csX1071" fmla="*/ 2672271 w 3180231"/>
              <a:gd name="csY1071" fmla="*/ 737453 h 3836630"/>
              <a:gd name="csX1072" fmla="*/ 2654964 w 3180231"/>
              <a:gd name="csY1072" fmla="*/ 753114 h 3836630"/>
              <a:gd name="csX1073" fmla="*/ 2678040 w 3180231"/>
              <a:gd name="csY1073" fmla="*/ 751878 h 3836630"/>
              <a:gd name="csX1074" fmla="*/ 345681 w 3180231"/>
              <a:gd name="csY1074" fmla="*/ 740338 h 3836630"/>
              <a:gd name="csX1075" fmla="*/ 322193 w 3180231"/>
              <a:gd name="csY1075" fmla="*/ 721792 h 3836630"/>
              <a:gd name="csX1076" fmla="*/ 320957 w 3180231"/>
              <a:gd name="csY1076" fmla="*/ 740338 h 3836630"/>
              <a:gd name="csX1077" fmla="*/ 345681 w 3180231"/>
              <a:gd name="csY1077" fmla="*/ 740338 h 3836630"/>
              <a:gd name="csX1078" fmla="*/ 286342 w 3180231"/>
              <a:gd name="csY1078" fmla="*/ 724677 h 3836630"/>
              <a:gd name="csX1079" fmla="*/ 271920 w 3180231"/>
              <a:gd name="csY1079" fmla="*/ 712725 h 3836630"/>
              <a:gd name="csX1080" fmla="*/ 271095 w 3180231"/>
              <a:gd name="csY1080" fmla="*/ 722616 h 3836630"/>
              <a:gd name="csX1081" fmla="*/ 286342 w 3180231"/>
              <a:gd name="csY1081" fmla="*/ 724677 h 3836630"/>
              <a:gd name="csX1082" fmla="*/ 256673 w 3180231"/>
              <a:gd name="csY1082" fmla="*/ 706131 h 3836630"/>
              <a:gd name="csX1083" fmla="*/ 255024 w 3180231"/>
              <a:gd name="csY1083" fmla="*/ 685936 h 3836630"/>
              <a:gd name="csX1084" fmla="*/ 248431 w 3180231"/>
              <a:gd name="csY1084" fmla="*/ 672747 h 3836630"/>
              <a:gd name="csX1085" fmla="*/ 246371 w 3180231"/>
              <a:gd name="csY1085" fmla="*/ 665329 h 3836630"/>
              <a:gd name="csX1086" fmla="*/ 245134 w 3180231"/>
              <a:gd name="csY1086" fmla="*/ 658734 h 3836630"/>
              <a:gd name="csX1087" fmla="*/ 221646 w 3180231"/>
              <a:gd name="csY1087" fmla="*/ 642661 h 3836630"/>
              <a:gd name="csX1088" fmla="*/ 203515 w 3180231"/>
              <a:gd name="csY1088" fmla="*/ 646370 h 3836630"/>
              <a:gd name="csX1089" fmla="*/ 232360 w 3180231"/>
              <a:gd name="csY1089" fmla="*/ 669450 h 3836630"/>
              <a:gd name="csX1090" fmla="*/ 224943 w 3180231"/>
              <a:gd name="csY1090" fmla="*/ 674808 h 3836630"/>
              <a:gd name="csX1091" fmla="*/ 210520 w 3180231"/>
              <a:gd name="csY1091" fmla="*/ 679754 h 3836630"/>
              <a:gd name="csX1092" fmla="*/ 249667 w 3180231"/>
              <a:gd name="csY1092" fmla="*/ 708603 h 3836630"/>
              <a:gd name="csX1093" fmla="*/ 256673 w 3180231"/>
              <a:gd name="csY1093" fmla="*/ 706131 h 3836630"/>
              <a:gd name="csX1094" fmla="*/ 176730 w 3180231"/>
              <a:gd name="csY1094" fmla="*/ 539626 h 3836630"/>
              <a:gd name="csX1095" fmla="*/ 172197 w 3180231"/>
              <a:gd name="csY1095" fmla="*/ 535505 h 3836630"/>
              <a:gd name="csX1096" fmla="*/ 170548 w 3180231"/>
              <a:gd name="csY1096" fmla="*/ 539626 h 3836630"/>
              <a:gd name="csX1097" fmla="*/ 175081 w 3180231"/>
              <a:gd name="csY1097" fmla="*/ 543748 h 3836630"/>
              <a:gd name="csX1098" fmla="*/ 176730 w 3180231"/>
              <a:gd name="csY1098" fmla="*/ 539626 h 38366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</a:cxnLst>
            <a:rect l="l" t="t" r="r" b="b"/>
            <a:pathLst>
              <a:path w="3180231" h="3836630">
                <a:moveTo>
                  <a:pt x="1260081" y="3803771"/>
                </a:moveTo>
                <a:cubicBezTo>
                  <a:pt x="1255549" y="3779866"/>
                  <a:pt x="1254724" y="3779042"/>
                  <a:pt x="1242362" y="3779042"/>
                </a:cubicBezTo>
                <a:cubicBezTo>
                  <a:pt x="1235357" y="3779042"/>
                  <a:pt x="1221758" y="3782751"/>
                  <a:pt x="1211868" y="3787285"/>
                </a:cubicBezTo>
                <a:cubicBezTo>
                  <a:pt x="1192501" y="3795940"/>
                  <a:pt x="1182199" y="3794703"/>
                  <a:pt x="1182199" y="3782339"/>
                </a:cubicBezTo>
                <a:cubicBezTo>
                  <a:pt x="1182199" y="3764205"/>
                  <a:pt x="1174781" y="3758435"/>
                  <a:pt x="1151293" y="3758435"/>
                </a:cubicBezTo>
                <a:cubicBezTo>
                  <a:pt x="1125332" y="3758435"/>
                  <a:pt x="1121211" y="3751017"/>
                  <a:pt x="1138519" y="3737416"/>
                </a:cubicBezTo>
                <a:cubicBezTo>
                  <a:pt x="1144288" y="3732883"/>
                  <a:pt x="1150057" y="3725464"/>
                  <a:pt x="1151293" y="3720930"/>
                </a:cubicBezTo>
                <a:cubicBezTo>
                  <a:pt x="1155414" y="3708978"/>
                  <a:pt x="1143051" y="3692493"/>
                  <a:pt x="1130277" y="3692493"/>
                </a:cubicBezTo>
                <a:cubicBezTo>
                  <a:pt x="1116678" y="3692493"/>
                  <a:pt x="1087421" y="3677244"/>
                  <a:pt x="1087421" y="3670237"/>
                </a:cubicBezTo>
                <a:cubicBezTo>
                  <a:pt x="1087421" y="3666940"/>
                  <a:pt x="1092366" y="3660758"/>
                  <a:pt x="1098547" y="3656225"/>
                </a:cubicBezTo>
                <a:cubicBezTo>
                  <a:pt x="1109261" y="3648394"/>
                  <a:pt x="1109673" y="3647982"/>
                  <a:pt x="1103904" y="3630260"/>
                </a:cubicBezTo>
                <a:cubicBezTo>
                  <a:pt x="1101020" y="3620368"/>
                  <a:pt x="1096899" y="3610065"/>
                  <a:pt x="1095250" y="3608004"/>
                </a:cubicBezTo>
                <a:cubicBezTo>
                  <a:pt x="1093602" y="3605531"/>
                  <a:pt x="1090306" y="3598525"/>
                  <a:pt x="1087833" y="3592755"/>
                </a:cubicBezTo>
                <a:cubicBezTo>
                  <a:pt x="1083712" y="3581627"/>
                  <a:pt x="1083712" y="3581627"/>
                  <a:pt x="1094838" y="3586161"/>
                </a:cubicBezTo>
                <a:cubicBezTo>
                  <a:pt x="1101020" y="3589046"/>
                  <a:pt x="1107613" y="3592343"/>
                  <a:pt x="1110085" y="3594404"/>
                </a:cubicBezTo>
                <a:cubicBezTo>
                  <a:pt x="1116266" y="3599761"/>
                  <a:pt x="1132337" y="3598113"/>
                  <a:pt x="1143464" y="3590694"/>
                </a:cubicBezTo>
                <a:cubicBezTo>
                  <a:pt x="1149233" y="3586985"/>
                  <a:pt x="1160771" y="3582864"/>
                  <a:pt x="1169012" y="3581627"/>
                </a:cubicBezTo>
                <a:cubicBezTo>
                  <a:pt x="1180138" y="3579567"/>
                  <a:pt x="1186732" y="3575033"/>
                  <a:pt x="1197034" y="3560608"/>
                </a:cubicBezTo>
                <a:cubicBezTo>
                  <a:pt x="1204451" y="3550305"/>
                  <a:pt x="1210632" y="3537528"/>
                  <a:pt x="1211044" y="3531758"/>
                </a:cubicBezTo>
                <a:cubicBezTo>
                  <a:pt x="1211044" y="3525989"/>
                  <a:pt x="1213929" y="3516921"/>
                  <a:pt x="1217225" y="3511152"/>
                </a:cubicBezTo>
                <a:cubicBezTo>
                  <a:pt x="1220522" y="3504969"/>
                  <a:pt x="1222170" y="3494666"/>
                  <a:pt x="1220934" y="3484362"/>
                </a:cubicBezTo>
                <a:cubicBezTo>
                  <a:pt x="1219698" y="3475295"/>
                  <a:pt x="1220522" y="3460046"/>
                  <a:pt x="1222582" y="3450567"/>
                </a:cubicBezTo>
                <a:cubicBezTo>
                  <a:pt x="1226291" y="3434494"/>
                  <a:pt x="1225879" y="3432845"/>
                  <a:pt x="1216813" y="3426663"/>
                </a:cubicBezTo>
                <a:cubicBezTo>
                  <a:pt x="1208160" y="3421305"/>
                  <a:pt x="1207336" y="3418008"/>
                  <a:pt x="1209396" y="3404820"/>
                </a:cubicBezTo>
                <a:cubicBezTo>
                  <a:pt x="1210632" y="3396165"/>
                  <a:pt x="1210220" y="3382564"/>
                  <a:pt x="1207748" y="3374321"/>
                </a:cubicBezTo>
                <a:cubicBezTo>
                  <a:pt x="1205275" y="3364842"/>
                  <a:pt x="1205275" y="3357836"/>
                  <a:pt x="1207748" y="3355363"/>
                </a:cubicBezTo>
                <a:cubicBezTo>
                  <a:pt x="1210220" y="3352890"/>
                  <a:pt x="1210220" y="3340114"/>
                  <a:pt x="1207336" y="3319919"/>
                </a:cubicBezTo>
                <a:cubicBezTo>
                  <a:pt x="1204863" y="3302197"/>
                  <a:pt x="1202803" y="3277056"/>
                  <a:pt x="1202803" y="3263868"/>
                </a:cubicBezTo>
                <a:cubicBezTo>
                  <a:pt x="1202803" y="3248619"/>
                  <a:pt x="1201154" y="3239139"/>
                  <a:pt x="1197858" y="3238315"/>
                </a:cubicBezTo>
                <a:cubicBezTo>
                  <a:pt x="1194561" y="3237079"/>
                  <a:pt x="1192913" y="3229248"/>
                  <a:pt x="1193737" y="3215648"/>
                </a:cubicBezTo>
                <a:cubicBezTo>
                  <a:pt x="1194561" y="3191331"/>
                  <a:pt x="1188380" y="3183501"/>
                  <a:pt x="1170661" y="3187210"/>
                </a:cubicBezTo>
                <a:cubicBezTo>
                  <a:pt x="1161595" y="3189271"/>
                  <a:pt x="1157062" y="3187622"/>
                  <a:pt x="1149233" y="3179379"/>
                </a:cubicBezTo>
                <a:cubicBezTo>
                  <a:pt x="1143876" y="3173609"/>
                  <a:pt x="1138107" y="3169076"/>
                  <a:pt x="1136046" y="3169076"/>
                </a:cubicBezTo>
                <a:cubicBezTo>
                  <a:pt x="1133986" y="3169076"/>
                  <a:pt x="1122448" y="3164542"/>
                  <a:pt x="1110909" y="3159184"/>
                </a:cubicBezTo>
                <a:cubicBezTo>
                  <a:pt x="1098959" y="3153414"/>
                  <a:pt x="1084536" y="3147645"/>
                  <a:pt x="1078767" y="3146408"/>
                </a:cubicBezTo>
                <a:cubicBezTo>
                  <a:pt x="1072586" y="3144760"/>
                  <a:pt x="1058988" y="3138990"/>
                  <a:pt x="1047862" y="3133632"/>
                </a:cubicBezTo>
                <a:cubicBezTo>
                  <a:pt x="1037147" y="3128274"/>
                  <a:pt x="1025197" y="3123740"/>
                  <a:pt x="1021901" y="3123740"/>
                </a:cubicBezTo>
                <a:cubicBezTo>
                  <a:pt x="1018192" y="3123740"/>
                  <a:pt x="1011599" y="3121268"/>
                  <a:pt x="1007066" y="3118383"/>
                </a:cubicBezTo>
                <a:cubicBezTo>
                  <a:pt x="1002533" y="3115498"/>
                  <a:pt x="992231" y="3110552"/>
                  <a:pt x="984402" y="3107255"/>
                </a:cubicBezTo>
                <a:cubicBezTo>
                  <a:pt x="976572" y="3104370"/>
                  <a:pt x="955968" y="3095303"/>
                  <a:pt x="939073" y="3087060"/>
                </a:cubicBezTo>
                <a:cubicBezTo>
                  <a:pt x="906107" y="3071811"/>
                  <a:pt x="866959" y="3056562"/>
                  <a:pt x="835230" y="3047495"/>
                </a:cubicBezTo>
                <a:cubicBezTo>
                  <a:pt x="824928" y="3044610"/>
                  <a:pt x="811329" y="3038840"/>
                  <a:pt x="805560" y="3035130"/>
                </a:cubicBezTo>
                <a:cubicBezTo>
                  <a:pt x="798555" y="3030597"/>
                  <a:pt x="790313" y="3028948"/>
                  <a:pt x="781659" y="3030185"/>
                </a:cubicBezTo>
                <a:cubicBezTo>
                  <a:pt x="735095" y="3038015"/>
                  <a:pt x="722732" y="3041725"/>
                  <a:pt x="712842" y="3050792"/>
                </a:cubicBezTo>
                <a:cubicBezTo>
                  <a:pt x="703777" y="3059447"/>
                  <a:pt x="698008" y="3060683"/>
                  <a:pt x="676580" y="3060683"/>
                </a:cubicBezTo>
                <a:cubicBezTo>
                  <a:pt x="648558" y="3060683"/>
                  <a:pt x="648146" y="3059859"/>
                  <a:pt x="650619" y="3029361"/>
                </a:cubicBezTo>
                <a:cubicBezTo>
                  <a:pt x="651443" y="3018645"/>
                  <a:pt x="653091" y="3019057"/>
                  <a:pt x="616004" y="3028536"/>
                </a:cubicBezTo>
                <a:cubicBezTo>
                  <a:pt x="606939" y="3030597"/>
                  <a:pt x="598285" y="3031833"/>
                  <a:pt x="596637" y="3030597"/>
                </a:cubicBezTo>
                <a:cubicBezTo>
                  <a:pt x="594988" y="3029773"/>
                  <a:pt x="597049" y="3020293"/>
                  <a:pt x="601169" y="3009578"/>
                </a:cubicBezTo>
                <a:cubicBezTo>
                  <a:pt x="604878" y="2998450"/>
                  <a:pt x="607351" y="2987734"/>
                  <a:pt x="606526" y="2984849"/>
                </a:cubicBezTo>
                <a:cubicBezTo>
                  <a:pt x="603642" y="2977431"/>
                  <a:pt x="619713" y="2949818"/>
                  <a:pt x="635784" y="2934568"/>
                </a:cubicBezTo>
                <a:cubicBezTo>
                  <a:pt x="645262" y="2925089"/>
                  <a:pt x="650619" y="2916434"/>
                  <a:pt x="650619" y="2909428"/>
                </a:cubicBezTo>
                <a:cubicBezTo>
                  <a:pt x="650619" y="2892118"/>
                  <a:pt x="660097" y="2876869"/>
                  <a:pt x="673695" y="2872335"/>
                </a:cubicBezTo>
                <a:cubicBezTo>
                  <a:pt x="683173" y="2869038"/>
                  <a:pt x="688530" y="2862856"/>
                  <a:pt x="696359" y="2846371"/>
                </a:cubicBezTo>
                <a:cubicBezTo>
                  <a:pt x="705013" y="2827824"/>
                  <a:pt x="709546" y="2823291"/>
                  <a:pt x="730150" y="2813399"/>
                </a:cubicBezTo>
                <a:cubicBezTo>
                  <a:pt x="749105" y="2803920"/>
                  <a:pt x="755699" y="2797738"/>
                  <a:pt x="762704" y="2784550"/>
                </a:cubicBezTo>
                <a:cubicBezTo>
                  <a:pt x="774242" y="2760646"/>
                  <a:pt x="798143" y="2744572"/>
                  <a:pt x="821219" y="2744572"/>
                </a:cubicBezTo>
                <a:cubicBezTo>
                  <a:pt x="835642" y="2744572"/>
                  <a:pt x="843471" y="2741687"/>
                  <a:pt x="858718" y="2729735"/>
                </a:cubicBezTo>
                <a:cubicBezTo>
                  <a:pt x="869432" y="2721905"/>
                  <a:pt x="882618" y="2713662"/>
                  <a:pt x="887975" y="2711601"/>
                </a:cubicBezTo>
                <a:cubicBezTo>
                  <a:pt x="897453" y="2707892"/>
                  <a:pt x="902398" y="2690994"/>
                  <a:pt x="893745" y="2690994"/>
                </a:cubicBezTo>
                <a:cubicBezTo>
                  <a:pt x="891684" y="2690994"/>
                  <a:pt x="878910" y="2679866"/>
                  <a:pt x="865723" y="2666266"/>
                </a:cubicBezTo>
                <a:cubicBezTo>
                  <a:pt x="852125" y="2652665"/>
                  <a:pt x="839350" y="2641537"/>
                  <a:pt x="837290" y="2641537"/>
                </a:cubicBezTo>
                <a:cubicBezTo>
                  <a:pt x="835230" y="2641537"/>
                  <a:pt x="831109" y="2637416"/>
                  <a:pt x="828224" y="2632058"/>
                </a:cubicBezTo>
                <a:cubicBezTo>
                  <a:pt x="825752" y="2627112"/>
                  <a:pt x="817922" y="2619282"/>
                  <a:pt x="811329" y="2614748"/>
                </a:cubicBezTo>
                <a:cubicBezTo>
                  <a:pt x="804324" y="2610215"/>
                  <a:pt x="798967" y="2604857"/>
                  <a:pt x="798967" y="2602796"/>
                </a:cubicBezTo>
                <a:cubicBezTo>
                  <a:pt x="798967" y="2600736"/>
                  <a:pt x="792373" y="2591256"/>
                  <a:pt x="784544" y="2581365"/>
                </a:cubicBezTo>
                <a:cubicBezTo>
                  <a:pt x="776714" y="2571886"/>
                  <a:pt x="770121" y="2561170"/>
                  <a:pt x="770121" y="2557873"/>
                </a:cubicBezTo>
                <a:cubicBezTo>
                  <a:pt x="770121" y="2554164"/>
                  <a:pt x="764764" y="2546333"/>
                  <a:pt x="757759" y="2539739"/>
                </a:cubicBezTo>
                <a:cubicBezTo>
                  <a:pt x="751166" y="2533557"/>
                  <a:pt x="745397" y="2525726"/>
                  <a:pt x="745397" y="2523253"/>
                </a:cubicBezTo>
                <a:cubicBezTo>
                  <a:pt x="745397" y="2520368"/>
                  <a:pt x="739215" y="2510889"/>
                  <a:pt x="731798" y="2502646"/>
                </a:cubicBezTo>
                <a:cubicBezTo>
                  <a:pt x="723969" y="2493991"/>
                  <a:pt x="716551" y="2484100"/>
                  <a:pt x="715315" y="2480803"/>
                </a:cubicBezTo>
                <a:cubicBezTo>
                  <a:pt x="713667" y="2477506"/>
                  <a:pt x="707898" y="2467202"/>
                  <a:pt x="702128" y="2458135"/>
                </a:cubicBezTo>
                <a:cubicBezTo>
                  <a:pt x="696359" y="2449068"/>
                  <a:pt x="690590" y="2438765"/>
                  <a:pt x="689354" y="2435468"/>
                </a:cubicBezTo>
                <a:cubicBezTo>
                  <a:pt x="687706" y="2432171"/>
                  <a:pt x="682761" y="2425164"/>
                  <a:pt x="678640" y="2420631"/>
                </a:cubicBezTo>
                <a:cubicBezTo>
                  <a:pt x="674107" y="2415685"/>
                  <a:pt x="671223" y="2409091"/>
                  <a:pt x="671635" y="2406206"/>
                </a:cubicBezTo>
                <a:cubicBezTo>
                  <a:pt x="673695" y="2394666"/>
                  <a:pt x="666278" y="2374471"/>
                  <a:pt x="656388" y="2365404"/>
                </a:cubicBezTo>
                <a:cubicBezTo>
                  <a:pt x="648970" y="2357985"/>
                  <a:pt x="646498" y="2351391"/>
                  <a:pt x="646086" y="2336966"/>
                </a:cubicBezTo>
                <a:cubicBezTo>
                  <a:pt x="646086" y="2326663"/>
                  <a:pt x="643613" y="2304407"/>
                  <a:pt x="640729" y="2287510"/>
                </a:cubicBezTo>
                <a:cubicBezTo>
                  <a:pt x="637432" y="2269375"/>
                  <a:pt x="636608" y="2252066"/>
                  <a:pt x="638669" y="2244235"/>
                </a:cubicBezTo>
                <a:cubicBezTo>
                  <a:pt x="644850" y="2218682"/>
                  <a:pt x="670398" y="2162219"/>
                  <a:pt x="676168" y="2159746"/>
                </a:cubicBezTo>
                <a:cubicBezTo>
                  <a:pt x="681937" y="2157686"/>
                  <a:pt x="700068" y="2138727"/>
                  <a:pt x="700480" y="2134606"/>
                </a:cubicBezTo>
                <a:cubicBezTo>
                  <a:pt x="700892" y="2132133"/>
                  <a:pt x="701304" y="2128836"/>
                  <a:pt x="701716" y="2126775"/>
                </a:cubicBezTo>
                <a:cubicBezTo>
                  <a:pt x="701716" y="2124714"/>
                  <a:pt x="703365" y="2121417"/>
                  <a:pt x="705425" y="2119769"/>
                </a:cubicBezTo>
                <a:cubicBezTo>
                  <a:pt x="707073" y="2118120"/>
                  <a:pt x="708310" y="2114411"/>
                  <a:pt x="708310" y="2111526"/>
                </a:cubicBezTo>
                <a:cubicBezTo>
                  <a:pt x="708310" y="2101635"/>
                  <a:pt x="726853" y="2086385"/>
                  <a:pt x="741688" y="2083500"/>
                </a:cubicBezTo>
                <a:cubicBezTo>
                  <a:pt x="749929" y="2082264"/>
                  <a:pt x="759819" y="2077318"/>
                  <a:pt x="763940" y="2072785"/>
                </a:cubicBezTo>
                <a:cubicBezTo>
                  <a:pt x="771357" y="2064542"/>
                  <a:pt x="771357" y="2064130"/>
                  <a:pt x="759819" y="2052178"/>
                </a:cubicBezTo>
                <a:lnTo>
                  <a:pt x="748281" y="2039814"/>
                </a:lnTo>
                <a:lnTo>
                  <a:pt x="773830" y="2042287"/>
                </a:lnTo>
                <a:cubicBezTo>
                  <a:pt x="793198" y="2043935"/>
                  <a:pt x="801439" y="2046820"/>
                  <a:pt x="809269" y="2054651"/>
                </a:cubicBezTo>
                <a:cubicBezTo>
                  <a:pt x="820807" y="2066191"/>
                  <a:pt x="826988" y="2067015"/>
                  <a:pt x="830285" y="2058360"/>
                </a:cubicBezTo>
                <a:cubicBezTo>
                  <a:pt x="834405" y="2048469"/>
                  <a:pt x="844295" y="2050941"/>
                  <a:pt x="866547" y="2068251"/>
                </a:cubicBezTo>
                <a:cubicBezTo>
                  <a:pt x="878086" y="2076906"/>
                  <a:pt x="896629" y="2089270"/>
                  <a:pt x="907343" y="2095453"/>
                </a:cubicBezTo>
                <a:cubicBezTo>
                  <a:pt x="924650" y="2105344"/>
                  <a:pt x="947315" y="2128424"/>
                  <a:pt x="947315" y="2135842"/>
                </a:cubicBezTo>
                <a:cubicBezTo>
                  <a:pt x="947315" y="2137491"/>
                  <a:pt x="943606" y="2138727"/>
                  <a:pt x="939485" y="2138727"/>
                </a:cubicBezTo>
                <a:cubicBezTo>
                  <a:pt x="934952" y="2138727"/>
                  <a:pt x="930007" y="2140376"/>
                  <a:pt x="928771" y="2142849"/>
                </a:cubicBezTo>
                <a:cubicBezTo>
                  <a:pt x="925887" y="2147794"/>
                  <a:pt x="939073" y="2167165"/>
                  <a:pt x="945666" y="2167577"/>
                </a:cubicBezTo>
                <a:cubicBezTo>
                  <a:pt x="948139" y="2167577"/>
                  <a:pt x="953908" y="2172111"/>
                  <a:pt x="958853" y="2177880"/>
                </a:cubicBezTo>
                <a:cubicBezTo>
                  <a:pt x="963798" y="2183650"/>
                  <a:pt x="969567" y="2188184"/>
                  <a:pt x="972039" y="2188184"/>
                </a:cubicBezTo>
                <a:cubicBezTo>
                  <a:pt x="978220" y="2188184"/>
                  <a:pt x="976984" y="2198900"/>
                  <a:pt x="969979" y="2204670"/>
                </a:cubicBezTo>
                <a:cubicBezTo>
                  <a:pt x="959265" y="2213324"/>
                  <a:pt x="962974" y="2225277"/>
                  <a:pt x="982341" y="2244235"/>
                </a:cubicBezTo>
                <a:cubicBezTo>
                  <a:pt x="992643" y="2254126"/>
                  <a:pt x="1000885" y="2264018"/>
                  <a:pt x="1000885" y="2266078"/>
                </a:cubicBezTo>
                <a:cubicBezTo>
                  <a:pt x="1000885" y="2268551"/>
                  <a:pt x="993467" y="2274321"/>
                  <a:pt x="984402" y="2278855"/>
                </a:cubicBezTo>
                <a:cubicBezTo>
                  <a:pt x="964622" y="2288746"/>
                  <a:pt x="962561" y="2301934"/>
                  <a:pt x="978220" y="2316359"/>
                </a:cubicBezTo>
                <a:cubicBezTo>
                  <a:pt x="983989" y="2321717"/>
                  <a:pt x="1002121" y="2343973"/>
                  <a:pt x="1018192" y="2365404"/>
                </a:cubicBezTo>
                <a:cubicBezTo>
                  <a:pt x="1034675" y="2386835"/>
                  <a:pt x="1065169" y="2422279"/>
                  <a:pt x="1085773" y="2443710"/>
                </a:cubicBezTo>
                <a:cubicBezTo>
                  <a:pt x="1106789" y="2465142"/>
                  <a:pt x="1130689" y="2490282"/>
                  <a:pt x="1139343" y="2499349"/>
                </a:cubicBezTo>
                <a:cubicBezTo>
                  <a:pt x="1149645" y="2509653"/>
                  <a:pt x="1155414" y="2513774"/>
                  <a:pt x="1156650" y="2510065"/>
                </a:cubicBezTo>
                <a:cubicBezTo>
                  <a:pt x="1157474" y="2507180"/>
                  <a:pt x="1157062" y="2503471"/>
                  <a:pt x="1155002" y="2501822"/>
                </a:cubicBezTo>
                <a:cubicBezTo>
                  <a:pt x="1152941" y="2500586"/>
                  <a:pt x="1151293" y="2472560"/>
                  <a:pt x="1150881" y="2439589"/>
                </a:cubicBezTo>
                <a:cubicBezTo>
                  <a:pt x="1150469" y="2344385"/>
                  <a:pt x="1149645" y="2332021"/>
                  <a:pt x="1145936" y="2326663"/>
                </a:cubicBezTo>
                <a:cubicBezTo>
                  <a:pt x="1143464" y="2324190"/>
                  <a:pt x="1143876" y="2311826"/>
                  <a:pt x="1146348" y="2296164"/>
                </a:cubicBezTo>
                <a:cubicBezTo>
                  <a:pt x="1150469" y="2272260"/>
                  <a:pt x="1150057" y="2270200"/>
                  <a:pt x="1142227" y="2264430"/>
                </a:cubicBezTo>
                <a:cubicBezTo>
                  <a:pt x="1135634" y="2259896"/>
                  <a:pt x="1133574" y="2252890"/>
                  <a:pt x="1131925" y="2231871"/>
                </a:cubicBezTo>
                <a:cubicBezTo>
                  <a:pt x="1130689" y="2213324"/>
                  <a:pt x="1127805" y="2202609"/>
                  <a:pt x="1122860" y="2196839"/>
                </a:cubicBezTo>
                <a:cubicBezTo>
                  <a:pt x="1115442" y="2188596"/>
                  <a:pt x="1115442" y="2187772"/>
                  <a:pt x="1122448" y="2179941"/>
                </a:cubicBezTo>
                <a:cubicBezTo>
                  <a:pt x="1129453" y="2172523"/>
                  <a:pt x="1129453" y="2171286"/>
                  <a:pt x="1123272" y="2164280"/>
                </a:cubicBezTo>
                <a:cubicBezTo>
                  <a:pt x="1119563" y="2160571"/>
                  <a:pt x="1106789" y="2151916"/>
                  <a:pt x="1094838" y="2145734"/>
                </a:cubicBezTo>
                <a:cubicBezTo>
                  <a:pt x="1082888" y="2139552"/>
                  <a:pt x="1070114" y="2132545"/>
                  <a:pt x="1066817" y="2130484"/>
                </a:cubicBezTo>
                <a:cubicBezTo>
                  <a:pt x="1063520" y="2128424"/>
                  <a:pt x="1049922" y="2121830"/>
                  <a:pt x="1036735" y="2115647"/>
                </a:cubicBezTo>
                <a:cubicBezTo>
                  <a:pt x="1010362" y="2103283"/>
                  <a:pt x="1007890" y="2098338"/>
                  <a:pt x="1032203" y="2106992"/>
                </a:cubicBezTo>
                <a:cubicBezTo>
                  <a:pt x="1041268" y="2110290"/>
                  <a:pt x="1058988" y="2116060"/>
                  <a:pt x="1072174" y="2120181"/>
                </a:cubicBezTo>
                <a:cubicBezTo>
                  <a:pt x="1085361" y="2124302"/>
                  <a:pt x="1098135" y="2131309"/>
                  <a:pt x="1100195" y="2135430"/>
                </a:cubicBezTo>
                <a:cubicBezTo>
                  <a:pt x="1104728" y="2144085"/>
                  <a:pt x="1121623" y="2145321"/>
                  <a:pt x="1128217" y="2137079"/>
                </a:cubicBezTo>
                <a:cubicBezTo>
                  <a:pt x="1133986" y="2130072"/>
                  <a:pt x="1130277" y="2119357"/>
                  <a:pt x="1121211" y="2116884"/>
                </a:cubicBezTo>
                <a:cubicBezTo>
                  <a:pt x="1115442" y="2115235"/>
                  <a:pt x="1115854" y="2114411"/>
                  <a:pt x="1123684" y="2111938"/>
                </a:cubicBezTo>
                <a:cubicBezTo>
                  <a:pt x="1128629" y="2110290"/>
                  <a:pt x="1132750" y="2106168"/>
                  <a:pt x="1132750" y="2102871"/>
                </a:cubicBezTo>
                <a:cubicBezTo>
                  <a:pt x="1132750" y="2095453"/>
                  <a:pt x="1108437" y="2085149"/>
                  <a:pt x="1091542" y="2085149"/>
                </a:cubicBezTo>
                <a:cubicBezTo>
                  <a:pt x="1084536" y="2085149"/>
                  <a:pt x="1072586" y="2080616"/>
                  <a:pt x="1065581" y="2075258"/>
                </a:cubicBezTo>
                <a:cubicBezTo>
                  <a:pt x="1058163" y="2069900"/>
                  <a:pt x="1041680" y="2062481"/>
                  <a:pt x="1028494" y="2058360"/>
                </a:cubicBezTo>
                <a:cubicBezTo>
                  <a:pt x="1015307" y="2054239"/>
                  <a:pt x="1003769" y="2049293"/>
                  <a:pt x="1002533" y="2047644"/>
                </a:cubicBezTo>
                <a:cubicBezTo>
                  <a:pt x="1001297" y="2045584"/>
                  <a:pt x="997176" y="2043935"/>
                  <a:pt x="993467" y="2043935"/>
                </a:cubicBezTo>
                <a:cubicBezTo>
                  <a:pt x="989759" y="2043935"/>
                  <a:pt x="981105" y="2041050"/>
                  <a:pt x="974512" y="2037753"/>
                </a:cubicBezTo>
                <a:cubicBezTo>
                  <a:pt x="968331" y="2034456"/>
                  <a:pt x="960501" y="2031571"/>
                  <a:pt x="957617" y="2031571"/>
                </a:cubicBezTo>
                <a:cubicBezTo>
                  <a:pt x="954732" y="2031571"/>
                  <a:pt x="941546" y="2026213"/>
                  <a:pt x="928359" y="2019207"/>
                </a:cubicBezTo>
                <a:cubicBezTo>
                  <a:pt x="915173" y="2012613"/>
                  <a:pt x="899926" y="2006843"/>
                  <a:pt x="894569" y="2006843"/>
                </a:cubicBezTo>
                <a:cubicBezTo>
                  <a:pt x="889212" y="2006843"/>
                  <a:pt x="881794" y="2005194"/>
                  <a:pt x="877673" y="2003133"/>
                </a:cubicBezTo>
                <a:cubicBezTo>
                  <a:pt x="873965" y="2001073"/>
                  <a:pt x="862839" y="1998188"/>
                  <a:pt x="853361" y="1997363"/>
                </a:cubicBezTo>
                <a:cubicBezTo>
                  <a:pt x="843883" y="1996127"/>
                  <a:pt x="830697" y="1991181"/>
                  <a:pt x="824103" y="1986648"/>
                </a:cubicBezTo>
                <a:cubicBezTo>
                  <a:pt x="817510" y="1981702"/>
                  <a:pt x="810917" y="1977993"/>
                  <a:pt x="809269" y="1977993"/>
                </a:cubicBezTo>
                <a:cubicBezTo>
                  <a:pt x="806384" y="1977993"/>
                  <a:pt x="708722" y="1938840"/>
                  <a:pt x="696771" y="1933070"/>
                </a:cubicBezTo>
                <a:cubicBezTo>
                  <a:pt x="645674" y="1907517"/>
                  <a:pt x="541006" y="1864654"/>
                  <a:pt x="500210" y="1853115"/>
                </a:cubicBezTo>
                <a:cubicBezTo>
                  <a:pt x="446228" y="1837865"/>
                  <a:pt x="435102" y="1835805"/>
                  <a:pt x="437163" y="1842399"/>
                </a:cubicBezTo>
                <a:cubicBezTo>
                  <a:pt x="440047" y="1852290"/>
                  <a:pt x="505980" y="1902571"/>
                  <a:pt x="564082" y="1939664"/>
                </a:cubicBezTo>
                <a:cubicBezTo>
                  <a:pt x="594576" y="1959447"/>
                  <a:pt x="621773" y="1976756"/>
                  <a:pt x="623834" y="1978817"/>
                </a:cubicBezTo>
                <a:cubicBezTo>
                  <a:pt x="628367" y="1982938"/>
                  <a:pt x="613944" y="1978405"/>
                  <a:pt x="607351" y="1973871"/>
                </a:cubicBezTo>
                <a:cubicBezTo>
                  <a:pt x="600345" y="1968514"/>
                  <a:pt x="413262" y="1874958"/>
                  <a:pt x="409965" y="1874958"/>
                </a:cubicBezTo>
                <a:cubicBezTo>
                  <a:pt x="408317" y="1874958"/>
                  <a:pt x="393894" y="1867127"/>
                  <a:pt x="377823" y="1858060"/>
                </a:cubicBezTo>
                <a:cubicBezTo>
                  <a:pt x="349802" y="1841575"/>
                  <a:pt x="348154" y="1841163"/>
                  <a:pt x="333319" y="1846108"/>
                </a:cubicBezTo>
                <a:cubicBezTo>
                  <a:pt x="316012" y="1851878"/>
                  <a:pt x="308594" y="1849405"/>
                  <a:pt x="308594" y="1838278"/>
                </a:cubicBezTo>
                <a:cubicBezTo>
                  <a:pt x="308594" y="1828386"/>
                  <a:pt x="300765" y="1822204"/>
                  <a:pt x="284282" y="1818907"/>
                </a:cubicBezTo>
                <a:cubicBezTo>
                  <a:pt x="277277" y="1817258"/>
                  <a:pt x="268623" y="1812313"/>
                  <a:pt x="265326" y="1807367"/>
                </a:cubicBezTo>
                <a:cubicBezTo>
                  <a:pt x="258321" y="1797888"/>
                  <a:pt x="257085" y="1773572"/>
                  <a:pt x="263266" y="1769862"/>
                </a:cubicBezTo>
                <a:cubicBezTo>
                  <a:pt x="272744" y="1764092"/>
                  <a:pt x="267387" y="1751728"/>
                  <a:pt x="252964" y="1747195"/>
                </a:cubicBezTo>
                <a:cubicBezTo>
                  <a:pt x="245134" y="1744722"/>
                  <a:pt x="236481" y="1738540"/>
                  <a:pt x="234008" y="1733594"/>
                </a:cubicBezTo>
                <a:cubicBezTo>
                  <a:pt x="229888" y="1726176"/>
                  <a:pt x="230712" y="1723703"/>
                  <a:pt x="240190" y="1716284"/>
                </a:cubicBezTo>
                <a:cubicBezTo>
                  <a:pt x="245959" y="1711751"/>
                  <a:pt x="250904" y="1703920"/>
                  <a:pt x="250904" y="1698974"/>
                </a:cubicBezTo>
                <a:cubicBezTo>
                  <a:pt x="250904" y="1683313"/>
                  <a:pt x="255848" y="1676719"/>
                  <a:pt x="272332" y="1670125"/>
                </a:cubicBezTo>
                <a:cubicBezTo>
                  <a:pt x="290051" y="1663118"/>
                  <a:pt x="299941" y="1650342"/>
                  <a:pt x="292523" y="1642923"/>
                </a:cubicBezTo>
                <a:cubicBezTo>
                  <a:pt x="290051" y="1640451"/>
                  <a:pt x="287991" y="1630559"/>
                  <a:pt x="287991" y="1621080"/>
                </a:cubicBezTo>
                <a:cubicBezTo>
                  <a:pt x="287991" y="1606655"/>
                  <a:pt x="290051" y="1602534"/>
                  <a:pt x="301589" y="1593467"/>
                </a:cubicBezTo>
                <a:cubicBezTo>
                  <a:pt x="309419" y="1587697"/>
                  <a:pt x="317248" y="1576981"/>
                  <a:pt x="319308" y="1569563"/>
                </a:cubicBezTo>
                <a:cubicBezTo>
                  <a:pt x="322193" y="1559259"/>
                  <a:pt x="328786" y="1552665"/>
                  <a:pt x="345681" y="1542361"/>
                </a:cubicBezTo>
                <a:cubicBezTo>
                  <a:pt x="372466" y="1526288"/>
                  <a:pt x="433042" y="1506505"/>
                  <a:pt x="444580" y="1510215"/>
                </a:cubicBezTo>
                <a:cubicBezTo>
                  <a:pt x="449113" y="1511451"/>
                  <a:pt x="456942" y="1509802"/>
                  <a:pt x="462711" y="1505681"/>
                </a:cubicBezTo>
                <a:cubicBezTo>
                  <a:pt x="470129" y="1501147"/>
                  <a:pt x="478370" y="1499911"/>
                  <a:pt x="488672" y="1501147"/>
                </a:cubicBezTo>
                <a:cubicBezTo>
                  <a:pt x="515869" y="1504857"/>
                  <a:pt x="540182" y="1511039"/>
                  <a:pt x="543067" y="1515160"/>
                </a:cubicBezTo>
                <a:cubicBezTo>
                  <a:pt x="550072" y="1525876"/>
                  <a:pt x="565731" y="1532058"/>
                  <a:pt x="579329" y="1529997"/>
                </a:cubicBezTo>
                <a:cubicBezTo>
                  <a:pt x="590868" y="1527937"/>
                  <a:pt x="593752" y="1529173"/>
                  <a:pt x="595400" y="1535767"/>
                </a:cubicBezTo>
                <a:cubicBezTo>
                  <a:pt x="597873" y="1544010"/>
                  <a:pt x="617653" y="1553489"/>
                  <a:pt x="633724" y="1553489"/>
                </a:cubicBezTo>
                <a:cubicBezTo>
                  <a:pt x="639081" y="1553489"/>
                  <a:pt x="655152" y="1559259"/>
                  <a:pt x="669986" y="1565853"/>
                </a:cubicBezTo>
                <a:cubicBezTo>
                  <a:pt x="684409" y="1572860"/>
                  <a:pt x="698420" y="1578218"/>
                  <a:pt x="700480" y="1578218"/>
                </a:cubicBezTo>
                <a:cubicBezTo>
                  <a:pt x="702541" y="1578218"/>
                  <a:pt x="712430" y="1585636"/>
                  <a:pt x="721908" y="1594703"/>
                </a:cubicBezTo>
                <a:lnTo>
                  <a:pt x="739215" y="1611601"/>
                </a:lnTo>
                <a:lnTo>
                  <a:pt x="766825" y="1608716"/>
                </a:lnTo>
                <a:cubicBezTo>
                  <a:pt x="792786" y="1606243"/>
                  <a:pt x="794846" y="1606655"/>
                  <a:pt x="803912" y="1616547"/>
                </a:cubicBezTo>
                <a:cubicBezTo>
                  <a:pt x="809269" y="1622316"/>
                  <a:pt x="822043" y="1630971"/>
                  <a:pt x="831933" y="1636329"/>
                </a:cubicBezTo>
                <a:cubicBezTo>
                  <a:pt x="842235" y="1641275"/>
                  <a:pt x="855833" y="1649930"/>
                  <a:pt x="862015" y="1655288"/>
                </a:cubicBezTo>
                <a:cubicBezTo>
                  <a:pt x="874377" y="1665179"/>
                  <a:pt x="891272" y="1667652"/>
                  <a:pt x="895805" y="1660645"/>
                </a:cubicBezTo>
                <a:cubicBezTo>
                  <a:pt x="897041" y="1658173"/>
                  <a:pt x="892920" y="1648281"/>
                  <a:pt x="885915" y="1637978"/>
                </a:cubicBezTo>
                <a:lnTo>
                  <a:pt x="873553" y="1619431"/>
                </a:lnTo>
                <a:lnTo>
                  <a:pt x="882206" y="1613249"/>
                </a:lnTo>
                <a:cubicBezTo>
                  <a:pt x="890036" y="1607892"/>
                  <a:pt x="890448" y="1606243"/>
                  <a:pt x="885915" y="1597588"/>
                </a:cubicBezTo>
                <a:cubicBezTo>
                  <a:pt x="883030" y="1592230"/>
                  <a:pt x="873965" y="1580278"/>
                  <a:pt x="865311" y="1571623"/>
                </a:cubicBezTo>
                <a:cubicBezTo>
                  <a:pt x="857070" y="1562968"/>
                  <a:pt x="844707" y="1547307"/>
                  <a:pt x="838114" y="1537416"/>
                </a:cubicBezTo>
                <a:cubicBezTo>
                  <a:pt x="831521" y="1527524"/>
                  <a:pt x="819983" y="1514336"/>
                  <a:pt x="812565" y="1508566"/>
                </a:cubicBezTo>
                <a:cubicBezTo>
                  <a:pt x="805148" y="1502796"/>
                  <a:pt x="798967" y="1495378"/>
                  <a:pt x="798967" y="1492905"/>
                </a:cubicBezTo>
                <a:cubicBezTo>
                  <a:pt x="798967" y="1485486"/>
                  <a:pt x="810093" y="1486310"/>
                  <a:pt x="812977" y="1493729"/>
                </a:cubicBezTo>
                <a:cubicBezTo>
                  <a:pt x="815450" y="1501147"/>
                  <a:pt x="827812" y="1497438"/>
                  <a:pt x="827812" y="1489195"/>
                </a:cubicBezTo>
                <a:cubicBezTo>
                  <a:pt x="827812" y="1483838"/>
                  <a:pt x="824928" y="1482601"/>
                  <a:pt x="816686" y="1483838"/>
                </a:cubicBezTo>
                <a:cubicBezTo>
                  <a:pt x="815450" y="1483838"/>
                  <a:pt x="812565" y="1481365"/>
                  <a:pt x="810505" y="1477656"/>
                </a:cubicBezTo>
                <a:cubicBezTo>
                  <a:pt x="808444" y="1473946"/>
                  <a:pt x="803500" y="1471061"/>
                  <a:pt x="799791" y="1471061"/>
                </a:cubicBezTo>
                <a:cubicBezTo>
                  <a:pt x="792373" y="1470649"/>
                  <a:pt x="772182" y="1446745"/>
                  <a:pt x="772182" y="1437678"/>
                </a:cubicBezTo>
                <a:cubicBezTo>
                  <a:pt x="772182" y="1434381"/>
                  <a:pt x="775890" y="1431908"/>
                  <a:pt x="780423" y="1431908"/>
                </a:cubicBezTo>
                <a:cubicBezTo>
                  <a:pt x="785368" y="1431496"/>
                  <a:pt x="788253" y="1429023"/>
                  <a:pt x="787429" y="1425726"/>
                </a:cubicBezTo>
                <a:cubicBezTo>
                  <a:pt x="785368" y="1417483"/>
                  <a:pt x="778363" y="1413362"/>
                  <a:pt x="764764" y="1413362"/>
                </a:cubicBezTo>
                <a:cubicBezTo>
                  <a:pt x="753638" y="1413362"/>
                  <a:pt x="729326" y="1392343"/>
                  <a:pt x="728914" y="1382451"/>
                </a:cubicBezTo>
                <a:cubicBezTo>
                  <a:pt x="728914" y="1379978"/>
                  <a:pt x="725205" y="1375857"/>
                  <a:pt x="721084" y="1373384"/>
                </a:cubicBezTo>
                <a:cubicBezTo>
                  <a:pt x="716551" y="1370499"/>
                  <a:pt x="706661" y="1358547"/>
                  <a:pt x="698420" y="1346183"/>
                </a:cubicBezTo>
                <a:cubicBezTo>
                  <a:pt x="690178" y="1334231"/>
                  <a:pt x="677404" y="1318158"/>
                  <a:pt x="669162" y="1311151"/>
                </a:cubicBezTo>
                <a:cubicBezTo>
                  <a:pt x="655564" y="1298375"/>
                  <a:pt x="650207" y="1285599"/>
                  <a:pt x="658860" y="1285599"/>
                </a:cubicBezTo>
                <a:cubicBezTo>
                  <a:pt x="661333" y="1285599"/>
                  <a:pt x="662981" y="1287247"/>
                  <a:pt x="662981" y="1289308"/>
                </a:cubicBezTo>
                <a:cubicBezTo>
                  <a:pt x="662981" y="1294666"/>
                  <a:pt x="728914" y="1361432"/>
                  <a:pt x="731386" y="1358547"/>
                </a:cubicBezTo>
                <a:cubicBezTo>
                  <a:pt x="736331" y="1353602"/>
                  <a:pt x="728089" y="1339177"/>
                  <a:pt x="712430" y="1325164"/>
                </a:cubicBezTo>
                <a:cubicBezTo>
                  <a:pt x="703365" y="1316921"/>
                  <a:pt x="695947" y="1309091"/>
                  <a:pt x="695947" y="1307442"/>
                </a:cubicBezTo>
                <a:cubicBezTo>
                  <a:pt x="695123" y="1296314"/>
                  <a:pt x="655564" y="1263755"/>
                  <a:pt x="637844" y="1259222"/>
                </a:cubicBezTo>
                <a:cubicBezTo>
                  <a:pt x="615592" y="1254276"/>
                  <a:pt x="589631" y="1219656"/>
                  <a:pt x="607763" y="1219656"/>
                </a:cubicBezTo>
                <a:cubicBezTo>
                  <a:pt x="612296" y="1219656"/>
                  <a:pt x="613120" y="1222129"/>
                  <a:pt x="611471" y="1227487"/>
                </a:cubicBezTo>
                <a:cubicBezTo>
                  <a:pt x="609823" y="1233257"/>
                  <a:pt x="611471" y="1236142"/>
                  <a:pt x="617240" y="1238203"/>
                </a:cubicBezTo>
                <a:cubicBezTo>
                  <a:pt x="622185" y="1239439"/>
                  <a:pt x="627542" y="1239439"/>
                  <a:pt x="630015" y="1238203"/>
                </a:cubicBezTo>
                <a:cubicBezTo>
                  <a:pt x="634960" y="1235318"/>
                  <a:pt x="635372" y="1223778"/>
                  <a:pt x="630839" y="1223778"/>
                </a:cubicBezTo>
                <a:cubicBezTo>
                  <a:pt x="628779" y="1223778"/>
                  <a:pt x="621361" y="1215535"/>
                  <a:pt x="613944" y="1205231"/>
                </a:cubicBezTo>
                <a:cubicBezTo>
                  <a:pt x="599521" y="1185449"/>
                  <a:pt x="593340" y="1182976"/>
                  <a:pt x="583038" y="1193279"/>
                </a:cubicBezTo>
                <a:cubicBezTo>
                  <a:pt x="576857" y="1199049"/>
                  <a:pt x="574797" y="1198225"/>
                  <a:pt x="557077" y="1180915"/>
                </a:cubicBezTo>
                <a:cubicBezTo>
                  <a:pt x="546775" y="1170612"/>
                  <a:pt x="536061" y="1161957"/>
                  <a:pt x="534001" y="1161957"/>
                </a:cubicBezTo>
                <a:cubicBezTo>
                  <a:pt x="531940" y="1161957"/>
                  <a:pt x="531528" y="1159072"/>
                  <a:pt x="532765" y="1155363"/>
                </a:cubicBezTo>
                <a:cubicBezTo>
                  <a:pt x="534001" y="1152065"/>
                  <a:pt x="533589" y="1150417"/>
                  <a:pt x="531528" y="1151653"/>
                </a:cubicBezTo>
                <a:cubicBezTo>
                  <a:pt x="529056" y="1152890"/>
                  <a:pt x="525759" y="1150829"/>
                  <a:pt x="523699" y="1147120"/>
                </a:cubicBezTo>
                <a:cubicBezTo>
                  <a:pt x="515869" y="1133107"/>
                  <a:pt x="271507" y="881702"/>
                  <a:pt x="265738" y="881702"/>
                </a:cubicBezTo>
                <a:cubicBezTo>
                  <a:pt x="263678" y="881702"/>
                  <a:pt x="217525" y="840076"/>
                  <a:pt x="207223" y="828536"/>
                </a:cubicBezTo>
                <a:cubicBezTo>
                  <a:pt x="188680" y="808753"/>
                  <a:pt x="185383" y="803808"/>
                  <a:pt x="188680" y="801335"/>
                </a:cubicBezTo>
                <a:cubicBezTo>
                  <a:pt x="194037" y="798038"/>
                  <a:pt x="205575" y="803395"/>
                  <a:pt x="205575" y="809577"/>
                </a:cubicBezTo>
                <a:cubicBezTo>
                  <a:pt x="205575" y="812050"/>
                  <a:pt x="209284" y="817820"/>
                  <a:pt x="213817" y="821942"/>
                </a:cubicBezTo>
                <a:cubicBezTo>
                  <a:pt x="218349" y="826063"/>
                  <a:pt x="222058" y="831421"/>
                  <a:pt x="222058" y="834306"/>
                </a:cubicBezTo>
                <a:cubicBezTo>
                  <a:pt x="222058" y="840488"/>
                  <a:pt x="241014" y="849143"/>
                  <a:pt x="248431" y="846258"/>
                </a:cubicBezTo>
                <a:cubicBezTo>
                  <a:pt x="251316" y="845021"/>
                  <a:pt x="255024" y="847082"/>
                  <a:pt x="256261" y="850379"/>
                </a:cubicBezTo>
                <a:cubicBezTo>
                  <a:pt x="257909" y="854089"/>
                  <a:pt x="269447" y="863980"/>
                  <a:pt x="282221" y="872223"/>
                </a:cubicBezTo>
                <a:cubicBezTo>
                  <a:pt x="294996" y="880878"/>
                  <a:pt x="308182" y="889533"/>
                  <a:pt x="311067" y="892005"/>
                </a:cubicBezTo>
                <a:cubicBezTo>
                  <a:pt x="313951" y="894066"/>
                  <a:pt x="317660" y="894478"/>
                  <a:pt x="319308" y="892830"/>
                </a:cubicBezTo>
                <a:cubicBezTo>
                  <a:pt x="321781" y="890357"/>
                  <a:pt x="310655" y="875932"/>
                  <a:pt x="297056" y="863980"/>
                </a:cubicBezTo>
                <a:cubicBezTo>
                  <a:pt x="293760" y="861095"/>
                  <a:pt x="284694" y="852852"/>
                  <a:pt x="276452" y="845846"/>
                </a:cubicBezTo>
                <a:cubicBezTo>
                  <a:pt x="268623" y="838427"/>
                  <a:pt x="260793" y="832245"/>
                  <a:pt x="259145" y="832245"/>
                </a:cubicBezTo>
                <a:cubicBezTo>
                  <a:pt x="257497" y="832245"/>
                  <a:pt x="249667" y="824002"/>
                  <a:pt x="242250" y="814111"/>
                </a:cubicBezTo>
                <a:cubicBezTo>
                  <a:pt x="234420" y="803395"/>
                  <a:pt x="217113" y="788971"/>
                  <a:pt x="202690" y="780316"/>
                </a:cubicBezTo>
                <a:cubicBezTo>
                  <a:pt x="188268" y="772073"/>
                  <a:pt x="176730" y="763830"/>
                  <a:pt x="176730" y="762181"/>
                </a:cubicBezTo>
                <a:cubicBezTo>
                  <a:pt x="176730" y="760533"/>
                  <a:pt x="182499" y="758060"/>
                  <a:pt x="189092" y="756824"/>
                </a:cubicBezTo>
                <a:cubicBezTo>
                  <a:pt x="206399" y="753114"/>
                  <a:pt x="204751" y="743223"/>
                  <a:pt x="184971" y="733332"/>
                </a:cubicBezTo>
                <a:cubicBezTo>
                  <a:pt x="172197" y="726737"/>
                  <a:pt x="166428" y="725913"/>
                  <a:pt x="160659" y="729210"/>
                </a:cubicBezTo>
                <a:cubicBezTo>
                  <a:pt x="148296" y="735805"/>
                  <a:pt x="142939" y="734156"/>
                  <a:pt x="145824" y="725501"/>
                </a:cubicBezTo>
                <a:cubicBezTo>
                  <a:pt x="147884" y="719319"/>
                  <a:pt x="143351" y="713961"/>
                  <a:pt x="126456" y="701597"/>
                </a:cubicBezTo>
                <a:cubicBezTo>
                  <a:pt x="104204" y="685111"/>
                  <a:pt x="79479" y="672335"/>
                  <a:pt x="84012" y="679754"/>
                </a:cubicBezTo>
                <a:cubicBezTo>
                  <a:pt x="85248" y="681814"/>
                  <a:pt x="84424" y="687584"/>
                  <a:pt x="81952" y="692530"/>
                </a:cubicBezTo>
                <a:cubicBezTo>
                  <a:pt x="78243" y="699124"/>
                  <a:pt x="78655" y="702421"/>
                  <a:pt x="83600" y="708191"/>
                </a:cubicBezTo>
                <a:cubicBezTo>
                  <a:pt x="88545" y="713549"/>
                  <a:pt x="88957" y="716434"/>
                  <a:pt x="85248" y="720143"/>
                </a:cubicBezTo>
                <a:cubicBezTo>
                  <a:pt x="82364" y="723028"/>
                  <a:pt x="78243" y="725089"/>
                  <a:pt x="75359" y="725089"/>
                </a:cubicBezTo>
                <a:cubicBezTo>
                  <a:pt x="68353" y="725089"/>
                  <a:pt x="64645" y="712725"/>
                  <a:pt x="69589" y="706543"/>
                </a:cubicBezTo>
                <a:cubicBezTo>
                  <a:pt x="75359" y="699536"/>
                  <a:pt x="68353" y="694591"/>
                  <a:pt x="57227" y="698300"/>
                </a:cubicBezTo>
                <a:cubicBezTo>
                  <a:pt x="51870" y="699948"/>
                  <a:pt x="48161" y="698712"/>
                  <a:pt x="46513" y="694591"/>
                </a:cubicBezTo>
                <a:cubicBezTo>
                  <a:pt x="45277" y="690881"/>
                  <a:pt x="41980" y="687996"/>
                  <a:pt x="39508" y="687996"/>
                </a:cubicBezTo>
                <a:cubicBezTo>
                  <a:pt x="30442" y="687996"/>
                  <a:pt x="7778" y="669450"/>
                  <a:pt x="7778" y="662032"/>
                </a:cubicBezTo>
                <a:cubicBezTo>
                  <a:pt x="7778" y="655025"/>
                  <a:pt x="10250" y="654613"/>
                  <a:pt x="30854" y="657498"/>
                </a:cubicBezTo>
                <a:cubicBezTo>
                  <a:pt x="49810" y="659559"/>
                  <a:pt x="53930" y="659147"/>
                  <a:pt x="52282" y="654613"/>
                </a:cubicBezTo>
                <a:cubicBezTo>
                  <a:pt x="51458" y="651316"/>
                  <a:pt x="45689" y="646782"/>
                  <a:pt x="40332" y="643897"/>
                </a:cubicBezTo>
                <a:cubicBezTo>
                  <a:pt x="24261" y="636067"/>
                  <a:pt x="14783" y="623290"/>
                  <a:pt x="14371" y="608866"/>
                </a:cubicBezTo>
                <a:cubicBezTo>
                  <a:pt x="13959" y="597326"/>
                  <a:pt x="11899" y="594441"/>
                  <a:pt x="-464" y="590731"/>
                </a:cubicBezTo>
                <a:cubicBezTo>
                  <a:pt x="-9942" y="587434"/>
                  <a:pt x="-15299" y="582901"/>
                  <a:pt x="-17359" y="575482"/>
                </a:cubicBezTo>
                <a:cubicBezTo>
                  <a:pt x="-19831" y="566415"/>
                  <a:pt x="-19007" y="565179"/>
                  <a:pt x="-11178" y="565591"/>
                </a:cubicBezTo>
                <a:cubicBezTo>
                  <a:pt x="-6645" y="566415"/>
                  <a:pt x="1597" y="568888"/>
                  <a:pt x="6954" y="571773"/>
                </a:cubicBezTo>
                <a:cubicBezTo>
                  <a:pt x="18904" y="578367"/>
                  <a:pt x="51458" y="576719"/>
                  <a:pt x="49810" y="569712"/>
                </a:cubicBezTo>
                <a:cubicBezTo>
                  <a:pt x="49398" y="566827"/>
                  <a:pt x="50634" y="564355"/>
                  <a:pt x="53106" y="564355"/>
                </a:cubicBezTo>
                <a:cubicBezTo>
                  <a:pt x="55167" y="564355"/>
                  <a:pt x="57227" y="566003"/>
                  <a:pt x="57227" y="567652"/>
                </a:cubicBezTo>
                <a:cubicBezTo>
                  <a:pt x="57227" y="571361"/>
                  <a:pt x="90193" y="597326"/>
                  <a:pt x="94726" y="597326"/>
                </a:cubicBezTo>
                <a:cubicBezTo>
                  <a:pt x="96374" y="597326"/>
                  <a:pt x="98435" y="593616"/>
                  <a:pt x="99671" y="589083"/>
                </a:cubicBezTo>
                <a:cubicBezTo>
                  <a:pt x="101731" y="580840"/>
                  <a:pt x="102144" y="580840"/>
                  <a:pt x="121923" y="589907"/>
                </a:cubicBezTo>
                <a:cubicBezTo>
                  <a:pt x="132637" y="595265"/>
                  <a:pt x="142939" y="601035"/>
                  <a:pt x="144175" y="602684"/>
                </a:cubicBezTo>
                <a:cubicBezTo>
                  <a:pt x="145824" y="604744"/>
                  <a:pt x="151181" y="608453"/>
                  <a:pt x="156538" y="611338"/>
                </a:cubicBezTo>
                <a:cubicBezTo>
                  <a:pt x="161895" y="613811"/>
                  <a:pt x="166840" y="620406"/>
                  <a:pt x="167664" y="625763"/>
                </a:cubicBezTo>
                <a:cubicBezTo>
                  <a:pt x="168900" y="633594"/>
                  <a:pt x="170961" y="634830"/>
                  <a:pt x="179202" y="632770"/>
                </a:cubicBezTo>
                <a:cubicBezTo>
                  <a:pt x="187444" y="630709"/>
                  <a:pt x="189092" y="631533"/>
                  <a:pt x="188268" y="636891"/>
                </a:cubicBezTo>
                <a:cubicBezTo>
                  <a:pt x="187444" y="640600"/>
                  <a:pt x="189504" y="644722"/>
                  <a:pt x="192801" y="645958"/>
                </a:cubicBezTo>
                <a:cubicBezTo>
                  <a:pt x="196509" y="647195"/>
                  <a:pt x="197333" y="645958"/>
                  <a:pt x="195273" y="642661"/>
                </a:cubicBezTo>
                <a:cubicBezTo>
                  <a:pt x="193625" y="639776"/>
                  <a:pt x="194449" y="636067"/>
                  <a:pt x="197746" y="634006"/>
                </a:cubicBezTo>
                <a:cubicBezTo>
                  <a:pt x="202278" y="631121"/>
                  <a:pt x="199394" y="626588"/>
                  <a:pt x="184971" y="614636"/>
                </a:cubicBezTo>
                <a:cubicBezTo>
                  <a:pt x="157774" y="592380"/>
                  <a:pt x="147472" y="580016"/>
                  <a:pt x="149532" y="573834"/>
                </a:cubicBezTo>
                <a:cubicBezTo>
                  <a:pt x="151181" y="570537"/>
                  <a:pt x="148296" y="568476"/>
                  <a:pt x="142527" y="568476"/>
                </a:cubicBezTo>
                <a:cubicBezTo>
                  <a:pt x="135110" y="568476"/>
                  <a:pt x="134698" y="567652"/>
                  <a:pt x="139643" y="564355"/>
                </a:cubicBezTo>
                <a:cubicBezTo>
                  <a:pt x="144588" y="561057"/>
                  <a:pt x="143351" y="558172"/>
                  <a:pt x="132225" y="546633"/>
                </a:cubicBezTo>
                <a:cubicBezTo>
                  <a:pt x="125220" y="539214"/>
                  <a:pt x="119039" y="532208"/>
                  <a:pt x="119039" y="530971"/>
                </a:cubicBezTo>
                <a:cubicBezTo>
                  <a:pt x="119039" y="529735"/>
                  <a:pt x="124808" y="529323"/>
                  <a:pt x="131401" y="530559"/>
                </a:cubicBezTo>
                <a:cubicBezTo>
                  <a:pt x="139643" y="531796"/>
                  <a:pt x="143763" y="530559"/>
                  <a:pt x="143763" y="527262"/>
                </a:cubicBezTo>
                <a:cubicBezTo>
                  <a:pt x="143763" y="523141"/>
                  <a:pt x="145412" y="523553"/>
                  <a:pt x="150357" y="527674"/>
                </a:cubicBezTo>
                <a:cubicBezTo>
                  <a:pt x="155714" y="532208"/>
                  <a:pt x="157362" y="531796"/>
                  <a:pt x="160659" y="526026"/>
                </a:cubicBezTo>
                <a:cubicBezTo>
                  <a:pt x="164367" y="519843"/>
                  <a:pt x="166016" y="519431"/>
                  <a:pt x="179614" y="525201"/>
                </a:cubicBezTo>
                <a:cubicBezTo>
                  <a:pt x="194449" y="531383"/>
                  <a:pt x="229063" y="555287"/>
                  <a:pt x="245134" y="570124"/>
                </a:cubicBezTo>
                <a:cubicBezTo>
                  <a:pt x="250079" y="574246"/>
                  <a:pt x="261205" y="582077"/>
                  <a:pt x="269859" y="587022"/>
                </a:cubicBezTo>
                <a:cubicBezTo>
                  <a:pt x="278925" y="592380"/>
                  <a:pt x="285518" y="598974"/>
                  <a:pt x="285518" y="603096"/>
                </a:cubicBezTo>
                <a:cubicBezTo>
                  <a:pt x="285106" y="606393"/>
                  <a:pt x="286342" y="608453"/>
                  <a:pt x="288403" y="607217"/>
                </a:cubicBezTo>
                <a:cubicBezTo>
                  <a:pt x="290463" y="605981"/>
                  <a:pt x="295820" y="606393"/>
                  <a:pt x="300765" y="607629"/>
                </a:cubicBezTo>
                <a:cubicBezTo>
                  <a:pt x="306534" y="609690"/>
                  <a:pt x="308182" y="612575"/>
                  <a:pt x="306534" y="618345"/>
                </a:cubicBezTo>
                <a:cubicBezTo>
                  <a:pt x="304886" y="623703"/>
                  <a:pt x="305710" y="626175"/>
                  <a:pt x="310243" y="626175"/>
                </a:cubicBezTo>
                <a:cubicBezTo>
                  <a:pt x="313951" y="626175"/>
                  <a:pt x="320545" y="629885"/>
                  <a:pt x="324665" y="634006"/>
                </a:cubicBezTo>
                <a:cubicBezTo>
                  <a:pt x="328786" y="638127"/>
                  <a:pt x="337028" y="643073"/>
                  <a:pt x="342385" y="644722"/>
                </a:cubicBezTo>
                <a:cubicBezTo>
                  <a:pt x="347330" y="646370"/>
                  <a:pt x="357220" y="652140"/>
                  <a:pt x="363401" y="657498"/>
                </a:cubicBezTo>
                <a:cubicBezTo>
                  <a:pt x="369994" y="662856"/>
                  <a:pt x="377411" y="667389"/>
                  <a:pt x="380708" y="667389"/>
                </a:cubicBezTo>
                <a:cubicBezTo>
                  <a:pt x="388537" y="667389"/>
                  <a:pt x="395543" y="657086"/>
                  <a:pt x="392658" y="649255"/>
                </a:cubicBezTo>
                <a:cubicBezTo>
                  <a:pt x="391010" y="645546"/>
                  <a:pt x="392246" y="642661"/>
                  <a:pt x="395131" y="642661"/>
                </a:cubicBezTo>
                <a:cubicBezTo>
                  <a:pt x="398015" y="642661"/>
                  <a:pt x="399251" y="639776"/>
                  <a:pt x="397603" y="636067"/>
                </a:cubicBezTo>
                <a:cubicBezTo>
                  <a:pt x="395543" y="631121"/>
                  <a:pt x="397191" y="630297"/>
                  <a:pt x="404608" y="632770"/>
                </a:cubicBezTo>
                <a:cubicBezTo>
                  <a:pt x="409553" y="634006"/>
                  <a:pt x="418619" y="638952"/>
                  <a:pt x="424800" y="643073"/>
                </a:cubicBezTo>
                <a:cubicBezTo>
                  <a:pt x="430569" y="647607"/>
                  <a:pt x="437163" y="650904"/>
                  <a:pt x="438811" y="650904"/>
                </a:cubicBezTo>
                <a:cubicBezTo>
                  <a:pt x="440459" y="650904"/>
                  <a:pt x="446228" y="655025"/>
                  <a:pt x="451173" y="659559"/>
                </a:cubicBezTo>
                <a:cubicBezTo>
                  <a:pt x="459003" y="666977"/>
                  <a:pt x="463536" y="667802"/>
                  <a:pt x="479607" y="665741"/>
                </a:cubicBezTo>
                <a:cubicBezTo>
                  <a:pt x="495678" y="663268"/>
                  <a:pt x="498150" y="661619"/>
                  <a:pt x="496090" y="655025"/>
                </a:cubicBezTo>
                <a:cubicBezTo>
                  <a:pt x="494029" y="648843"/>
                  <a:pt x="495678" y="647607"/>
                  <a:pt x="505155" y="648843"/>
                </a:cubicBezTo>
                <a:cubicBezTo>
                  <a:pt x="512573" y="649667"/>
                  <a:pt x="522463" y="656674"/>
                  <a:pt x="533177" y="668214"/>
                </a:cubicBezTo>
                <a:cubicBezTo>
                  <a:pt x="558313" y="695827"/>
                  <a:pt x="600345" y="726325"/>
                  <a:pt x="609411" y="723852"/>
                </a:cubicBezTo>
                <a:cubicBezTo>
                  <a:pt x="615180" y="722204"/>
                  <a:pt x="623834" y="729210"/>
                  <a:pt x="641965" y="749405"/>
                </a:cubicBezTo>
                <a:cubicBezTo>
                  <a:pt x="689766" y="802983"/>
                  <a:pt x="704189" y="821530"/>
                  <a:pt x="704189" y="831009"/>
                </a:cubicBezTo>
                <a:cubicBezTo>
                  <a:pt x="704189" y="840076"/>
                  <a:pt x="709134" y="846670"/>
                  <a:pt x="728089" y="861919"/>
                </a:cubicBezTo>
                <a:cubicBezTo>
                  <a:pt x="737155" y="869338"/>
                  <a:pt x="740452" y="885823"/>
                  <a:pt x="733034" y="885823"/>
                </a:cubicBezTo>
                <a:cubicBezTo>
                  <a:pt x="730974" y="885823"/>
                  <a:pt x="728914" y="889533"/>
                  <a:pt x="728914" y="894066"/>
                </a:cubicBezTo>
                <a:cubicBezTo>
                  <a:pt x="728914" y="898600"/>
                  <a:pt x="731386" y="902309"/>
                  <a:pt x="734271" y="902309"/>
                </a:cubicBezTo>
                <a:cubicBezTo>
                  <a:pt x="737567" y="902309"/>
                  <a:pt x="748281" y="906842"/>
                  <a:pt x="758995" y="911788"/>
                </a:cubicBezTo>
                <a:cubicBezTo>
                  <a:pt x="776714" y="920855"/>
                  <a:pt x="777539" y="922092"/>
                  <a:pt x="772182" y="929510"/>
                </a:cubicBezTo>
                <a:cubicBezTo>
                  <a:pt x="768885" y="933631"/>
                  <a:pt x="766000" y="940638"/>
                  <a:pt x="766000" y="944347"/>
                </a:cubicBezTo>
                <a:cubicBezTo>
                  <a:pt x="766000" y="948056"/>
                  <a:pt x="762704" y="952178"/>
                  <a:pt x="758583" y="953414"/>
                </a:cubicBezTo>
                <a:cubicBezTo>
                  <a:pt x="748693" y="956711"/>
                  <a:pt x="740040" y="972785"/>
                  <a:pt x="742100" y="984737"/>
                </a:cubicBezTo>
                <a:cubicBezTo>
                  <a:pt x="742924" y="991743"/>
                  <a:pt x="747045" y="995452"/>
                  <a:pt x="756935" y="997925"/>
                </a:cubicBezTo>
                <a:cubicBezTo>
                  <a:pt x="763940" y="999986"/>
                  <a:pt x="770121" y="1002871"/>
                  <a:pt x="770121" y="1004932"/>
                </a:cubicBezTo>
                <a:cubicBezTo>
                  <a:pt x="770121" y="1006992"/>
                  <a:pt x="773830" y="1009465"/>
                  <a:pt x="778775" y="1010702"/>
                </a:cubicBezTo>
                <a:cubicBezTo>
                  <a:pt x="785780" y="1012762"/>
                  <a:pt x="787016" y="1011526"/>
                  <a:pt x="785368" y="1004932"/>
                </a:cubicBezTo>
                <a:cubicBezTo>
                  <a:pt x="784132" y="1000398"/>
                  <a:pt x="785780" y="991331"/>
                  <a:pt x="789489" y="984737"/>
                </a:cubicBezTo>
                <a:cubicBezTo>
                  <a:pt x="792786" y="978143"/>
                  <a:pt x="794434" y="970724"/>
                  <a:pt x="792786" y="968251"/>
                </a:cubicBezTo>
                <a:cubicBezTo>
                  <a:pt x="791549" y="966190"/>
                  <a:pt x="792786" y="964130"/>
                  <a:pt x="796082" y="964130"/>
                </a:cubicBezTo>
                <a:cubicBezTo>
                  <a:pt x="799379" y="964130"/>
                  <a:pt x="803087" y="968251"/>
                  <a:pt x="804736" y="973609"/>
                </a:cubicBezTo>
                <a:cubicBezTo>
                  <a:pt x="805972" y="978555"/>
                  <a:pt x="813389" y="989682"/>
                  <a:pt x="821631" y="998337"/>
                </a:cubicBezTo>
                <a:cubicBezTo>
                  <a:pt x="829460" y="1006992"/>
                  <a:pt x="836054" y="1016884"/>
                  <a:pt x="836054" y="1020181"/>
                </a:cubicBezTo>
                <a:cubicBezTo>
                  <a:pt x="836054" y="1023478"/>
                  <a:pt x="840587" y="1028011"/>
                  <a:pt x="845944" y="1029660"/>
                </a:cubicBezTo>
                <a:cubicBezTo>
                  <a:pt x="856658" y="1033781"/>
                  <a:pt x="862839" y="1044909"/>
                  <a:pt x="856658" y="1048618"/>
                </a:cubicBezTo>
                <a:cubicBezTo>
                  <a:pt x="849652" y="1053152"/>
                  <a:pt x="860366" y="1066753"/>
                  <a:pt x="875613" y="1073347"/>
                </a:cubicBezTo>
                <a:cubicBezTo>
                  <a:pt x="883855" y="1076644"/>
                  <a:pt x="889212" y="1081177"/>
                  <a:pt x="887563" y="1083238"/>
                </a:cubicBezTo>
                <a:cubicBezTo>
                  <a:pt x="886327" y="1085711"/>
                  <a:pt x="889624" y="1090244"/>
                  <a:pt x="895393" y="1093954"/>
                </a:cubicBezTo>
                <a:cubicBezTo>
                  <a:pt x="900750" y="1097663"/>
                  <a:pt x="907343" y="1105494"/>
                  <a:pt x="909403" y="1111676"/>
                </a:cubicBezTo>
                <a:cubicBezTo>
                  <a:pt x="911464" y="1117858"/>
                  <a:pt x="920117" y="1131046"/>
                  <a:pt x="928359" y="1141350"/>
                </a:cubicBezTo>
                <a:cubicBezTo>
                  <a:pt x="953496" y="1171848"/>
                  <a:pt x="962974" y="1183388"/>
                  <a:pt x="980693" y="1206880"/>
                </a:cubicBezTo>
                <a:cubicBezTo>
                  <a:pt x="990171" y="1219244"/>
                  <a:pt x="1004181" y="1234905"/>
                  <a:pt x="1012011" y="1241500"/>
                </a:cubicBezTo>
                <a:cubicBezTo>
                  <a:pt x="1027670" y="1255100"/>
                  <a:pt x="1030142" y="1269113"/>
                  <a:pt x="1016956" y="1269113"/>
                </a:cubicBezTo>
                <a:cubicBezTo>
                  <a:pt x="1010362" y="1269113"/>
                  <a:pt x="1008714" y="1271174"/>
                  <a:pt x="1009950" y="1280241"/>
                </a:cubicBezTo>
                <a:cubicBezTo>
                  <a:pt x="1011599" y="1294253"/>
                  <a:pt x="1003769" y="1296726"/>
                  <a:pt x="992643" y="1285599"/>
                </a:cubicBezTo>
                <a:cubicBezTo>
                  <a:pt x="985638" y="1278592"/>
                  <a:pt x="982753" y="1277768"/>
                  <a:pt x="975336" y="1281889"/>
                </a:cubicBezTo>
                <a:cubicBezTo>
                  <a:pt x="966682" y="1286423"/>
                  <a:pt x="966682" y="1286835"/>
                  <a:pt x="974512" y="1292193"/>
                </a:cubicBezTo>
                <a:cubicBezTo>
                  <a:pt x="993467" y="1305793"/>
                  <a:pt x="1008714" y="1323103"/>
                  <a:pt x="1006654" y="1328461"/>
                </a:cubicBezTo>
                <a:cubicBezTo>
                  <a:pt x="1005418" y="1331758"/>
                  <a:pt x="1001709" y="1333407"/>
                  <a:pt x="998412" y="1332170"/>
                </a:cubicBezTo>
                <a:cubicBezTo>
                  <a:pt x="991819" y="1329697"/>
                  <a:pt x="990995" y="1334231"/>
                  <a:pt x="996352" y="1342886"/>
                </a:cubicBezTo>
                <a:cubicBezTo>
                  <a:pt x="998412" y="1346183"/>
                  <a:pt x="1002945" y="1347419"/>
                  <a:pt x="1007066" y="1346183"/>
                </a:cubicBezTo>
                <a:cubicBezTo>
                  <a:pt x="1012423" y="1344122"/>
                  <a:pt x="1013247" y="1344947"/>
                  <a:pt x="1011187" y="1351129"/>
                </a:cubicBezTo>
                <a:cubicBezTo>
                  <a:pt x="1009538" y="1356899"/>
                  <a:pt x="1013247" y="1361844"/>
                  <a:pt x="1027258" y="1370911"/>
                </a:cubicBezTo>
                <a:cubicBezTo>
                  <a:pt x="1062284" y="1393991"/>
                  <a:pt x="1095663" y="1429023"/>
                  <a:pt x="1095663" y="1442624"/>
                </a:cubicBezTo>
                <a:cubicBezTo>
                  <a:pt x="1095663" y="1445921"/>
                  <a:pt x="1101432" y="1454988"/>
                  <a:pt x="1108025" y="1462819"/>
                </a:cubicBezTo>
                <a:cubicBezTo>
                  <a:pt x="1116678" y="1473534"/>
                  <a:pt x="1121211" y="1476007"/>
                  <a:pt x="1124508" y="1472710"/>
                </a:cubicBezTo>
                <a:cubicBezTo>
                  <a:pt x="1131101" y="1466116"/>
                  <a:pt x="1138107" y="1381215"/>
                  <a:pt x="1135222" y="1345359"/>
                </a:cubicBezTo>
                <a:cubicBezTo>
                  <a:pt x="1130689" y="1290544"/>
                  <a:pt x="1129453" y="1164017"/>
                  <a:pt x="1133574" y="1138053"/>
                </a:cubicBezTo>
                <a:cubicBezTo>
                  <a:pt x="1135222" y="1123628"/>
                  <a:pt x="1136046" y="1110027"/>
                  <a:pt x="1134398" y="1107554"/>
                </a:cubicBezTo>
                <a:cubicBezTo>
                  <a:pt x="1131925" y="1103433"/>
                  <a:pt x="1131513" y="1039963"/>
                  <a:pt x="1133162" y="805456"/>
                </a:cubicBezTo>
                <a:cubicBezTo>
                  <a:pt x="1133986" y="718083"/>
                  <a:pt x="1132750" y="677693"/>
                  <a:pt x="1128629" y="645546"/>
                </a:cubicBezTo>
                <a:cubicBezTo>
                  <a:pt x="1125332" y="617933"/>
                  <a:pt x="1126980" y="607629"/>
                  <a:pt x="1139343" y="577543"/>
                </a:cubicBezTo>
                <a:cubicBezTo>
                  <a:pt x="1146348" y="561057"/>
                  <a:pt x="1146348" y="562294"/>
                  <a:pt x="1138107" y="553639"/>
                </a:cubicBezTo>
                <a:cubicBezTo>
                  <a:pt x="1133162" y="548693"/>
                  <a:pt x="1131101" y="540863"/>
                  <a:pt x="1131925" y="526850"/>
                </a:cubicBezTo>
                <a:cubicBezTo>
                  <a:pt x="1132750" y="507891"/>
                  <a:pt x="1132337" y="506655"/>
                  <a:pt x="1122448" y="506655"/>
                </a:cubicBezTo>
                <a:cubicBezTo>
                  <a:pt x="1115442" y="506655"/>
                  <a:pt x="1104728" y="513249"/>
                  <a:pt x="1092366" y="524377"/>
                </a:cubicBezTo>
                <a:cubicBezTo>
                  <a:pt x="1081652" y="534268"/>
                  <a:pt x="1066405" y="547869"/>
                  <a:pt x="1058576" y="554463"/>
                </a:cubicBezTo>
                <a:cubicBezTo>
                  <a:pt x="1050746" y="561057"/>
                  <a:pt x="1033851" y="576719"/>
                  <a:pt x="1021076" y="589495"/>
                </a:cubicBezTo>
                <a:cubicBezTo>
                  <a:pt x="998000" y="612987"/>
                  <a:pt x="998000" y="612987"/>
                  <a:pt x="997588" y="601035"/>
                </a:cubicBezTo>
                <a:cubicBezTo>
                  <a:pt x="997588" y="591968"/>
                  <a:pt x="999236" y="589083"/>
                  <a:pt x="1005418" y="589083"/>
                </a:cubicBezTo>
                <a:cubicBezTo>
                  <a:pt x="1009950" y="589083"/>
                  <a:pt x="1018192" y="582489"/>
                  <a:pt x="1024785" y="573009"/>
                </a:cubicBezTo>
                <a:cubicBezTo>
                  <a:pt x="1030966" y="564355"/>
                  <a:pt x="1041680" y="552815"/>
                  <a:pt x="1049098" y="547457"/>
                </a:cubicBezTo>
                <a:cubicBezTo>
                  <a:pt x="1067641" y="533444"/>
                  <a:pt x="1070114" y="525201"/>
                  <a:pt x="1053219" y="533856"/>
                </a:cubicBezTo>
                <a:cubicBezTo>
                  <a:pt x="1033027" y="544572"/>
                  <a:pt x="1006654" y="566415"/>
                  <a:pt x="964210" y="608453"/>
                </a:cubicBezTo>
                <a:cubicBezTo>
                  <a:pt x="942782" y="629473"/>
                  <a:pt x="924238" y="646782"/>
                  <a:pt x="923002" y="646782"/>
                </a:cubicBezTo>
                <a:cubicBezTo>
                  <a:pt x="921354" y="646782"/>
                  <a:pt x="916821" y="652965"/>
                  <a:pt x="912288" y="660383"/>
                </a:cubicBezTo>
                <a:cubicBezTo>
                  <a:pt x="908167" y="667389"/>
                  <a:pt x="896217" y="684287"/>
                  <a:pt x="885915" y="697063"/>
                </a:cubicBezTo>
                <a:cubicBezTo>
                  <a:pt x="864075" y="723852"/>
                  <a:pt x="844295" y="754763"/>
                  <a:pt x="844295" y="761769"/>
                </a:cubicBezTo>
                <a:cubicBezTo>
                  <a:pt x="844295" y="764242"/>
                  <a:pt x="842647" y="766303"/>
                  <a:pt x="840174" y="766303"/>
                </a:cubicBezTo>
                <a:cubicBezTo>
                  <a:pt x="832757" y="766303"/>
                  <a:pt x="835642" y="749817"/>
                  <a:pt x="846356" y="733332"/>
                </a:cubicBezTo>
                <a:cubicBezTo>
                  <a:pt x="852125" y="724265"/>
                  <a:pt x="856658" y="713549"/>
                  <a:pt x="856658" y="709015"/>
                </a:cubicBezTo>
                <a:cubicBezTo>
                  <a:pt x="856658" y="704482"/>
                  <a:pt x="861190" y="697476"/>
                  <a:pt x="866959" y="692942"/>
                </a:cubicBezTo>
                <a:cubicBezTo>
                  <a:pt x="872729" y="688409"/>
                  <a:pt x="877261" y="683051"/>
                  <a:pt x="877261" y="680578"/>
                </a:cubicBezTo>
                <a:cubicBezTo>
                  <a:pt x="877261" y="672747"/>
                  <a:pt x="895393" y="631945"/>
                  <a:pt x="902810" y="623703"/>
                </a:cubicBezTo>
                <a:cubicBezTo>
                  <a:pt x="906931" y="619169"/>
                  <a:pt x="910228" y="612575"/>
                  <a:pt x="910228" y="609278"/>
                </a:cubicBezTo>
                <a:cubicBezTo>
                  <a:pt x="910228" y="605568"/>
                  <a:pt x="916821" y="595265"/>
                  <a:pt x="924650" y="586198"/>
                </a:cubicBezTo>
                <a:cubicBezTo>
                  <a:pt x="932480" y="577131"/>
                  <a:pt x="945666" y="556936"/>
                  <a:pt x="953908" y="541275"/>
                </a:cubicBezTo>
                <a:cubicBezTo>
                  <a:pt x="978632" y="494703"/>
                  <a:pt x="981929" y="488521"/>
                  <a:pt x="993879" y="473272"/>
                </a:cubicBezTo>
                <a:cubicBezTo>
                  <a:pt x="1000061" y="465029"/>
                  <a:pt x="1005005" y="456786"/>
                  <a:pt x="1005005" y="454313"/>
                </a:cubicBezTo>
                <a:cubicBezTo>
                  <a:pt x="1005005" y="451840"/>
                  <a:pt x="1008714" y="445246"/>
                  <a:pt x="1013659" y="439064"/>
                </a:cubicBezTo>
                <a:cubicBezTo>
                  <a:pt x="1018192" y="432882"/>
                  <a:pt x="1021076" y="425464"/>
                  <a:pt x="1020252" y="422166"/>
                </a:cubicBezTo>
                <a:cubicBezTo>
                  <a:pt x="1017368" y="414748"/>
                  <a:pt x="1040444" y="382601"/>
                  <a:pt x="1050746" y="380128"/>
                </a:cubicBezTo>
                <a:cubicBezTo>
                  <a:pt x="1054867" y="378892"/>
                  <a:pt x="1058576" y="375183"/>
                  <a:pt x="1058576" y="372298"/>
                </a:cubicBezTo>
                <a:cubicBezTo>
                  <a:pt x="1058576" y="369000"/>
                  <a:pt x="1058163" y="366528"/>
                  <a:pt x="1057339" y="366528"/>
                </a:cubicBezTo>
                <a:cubicBezTo>
                  <a:pt x="1055691" y="366528"/>
                  <a:pt x="1007478" y="391256"/>
                  <a:pt x="995116" y="398262"/>
                </a:cubicBezTo>
                <a:cubicBezTo>
                  <a:pt x="982341" y="405681"/>
                  <a:pt x="899514" y="490994"/>
                  <a:pt x="890036" y="507067"/>
                </a:cubicBezTo>
                <a:cubicBezTo>
                  <a:pt x="884679" y="516134"/>
                  <a:pt x="881382" y="518607"/>
                  <a:pt x="881382" y="514074"/>
                </a:cubicBezTo>
                <a:cubicBezTo>
                  <a:pt x="881382" y="507067"/>
                  <a:pt x="893745" y="482339"/>
                  <a:pt x="903634" y="469562"/>
                </a:cubicBezTo>
                <a:cubicBezTo>
                  <a:pt x="906107" y="466265"/>
                  <a:pt x="910640" y="459259"/>
                  <a:pt x="913524" y="454313"/>
                </a:cubicBezTo>
                <a:cubicBezTo>
                  <a:pt x="915997" y="448955"/>
                  <a:pt x="920942" y="440713"/>
                  <a:pt x="923826" y="436179"/>
                </a:cubicBezTo>
                <a:cubicBezTo>
                  <a:pt x="927947" y="428761"/>
                  <a:pt x="927535" y="426700"/>
                  <a:pt x="923414" y="425464"/>
                </a:cubicBezTo>
                <a:cubicBezTo>
                  <a:pt x="919293" y="423815"/>
                  <a:pt x="919705" y="421754"/>
                  <a:pt x="925062" y="415572"/>
                </a:cubicBezTo>
                <a:cubicBezTo>
                  <a:pt x="928771" y="411451"/>
                  <a:pt x="934540" y="407742"/>
                  <a:pt x="937425" y="407742"/>
                </a:cubicBezTo>
                <a:cubicBezTo>
                  <a:pt x="945254" y="407742"/>
                  <a:pt x="955556" y="390844"/>
                  <a:pt x="955556" y="378480"/>
                </a:cubicBezTo>
                <a:cubicBezTo>
                  <a:pt x="955556" y="372298"/>
                  <a:pt x="957204" y="366528"/>
                  <a:pt x="958853" y="365703"/>
                </a:cubicBezTo>
                <a:cubicBezTo>
                  <a:pt x="964210" y="363643"/>
                  <a:pt x="1000885" y="307592"/>
                  <a:pt x="1000885" y="301822"/>
                </a:cubicBezTo>
                <a:cubicBezTo>
                  <a:pt x="1000885" y="295227"/>
                  <a:pt x="995940" y="295227"/>
                  <a:pt x="988522" y="301822"/>
                </a:cubicBezTo>
                <a:cubicBezTo>
                  <a:pt x="976984" y="312125"/>
                  <a:pt x="1011187" y="268851"/>
                  <a:pt x="1032615" y="246183"/>
                </a:cubicBezTo>
                <a:cubicBezTo>
                  <a:pt x="1054455" y="223103"/>
                  <a:pt x="1060636" y="205793"/>
                  <a:pt x="1047862" y="205793"/>
                </a:cubicBezTo>
                <a:cubicBezTo>
                  <a:pt x="1036735" y="205793"/>
                  <a:pt x="1044565" y="185186"/>
                  <a:pt x="1062696" y="166640"/>
                </a:cubicBezTo>
                <a:cubicBezTo>
                  <a:pt x="1071350" y="157573"/>
                  <a:pt x="1079179" y="146445"/>
                  <a:pt x="1080004" y="141912"/>
                </a:cubicBezTo>
                <a:cubicBezTo>
                  <a:pt x="1080828" y="137790"/>
                  <a:pt x="1085773" y="132020"/>
                  <a:pt x="1091542" y="129135"/>
                </a:cubicBezTo>
                <a:cubicBezTo>
                  <a:pt x="1126980" y="113062"/>
                  <a:pt x="1126568" y="113474"/>
                  <a:pt x="1129041" y="94516"/>
                </a:cubicBezTo>
                <a:cubicBezTo>
                  <a:pt x="1130689" y="81739"/>
                  <a:pt x="1134810" y="73909"/>
                  <a:pt x="1142227" y="67727"/>
                </a:cubicBezTo>
                <a:cubicBezTo>
                  <a:pt x="1148408" y="63193"/>
                  <a:pt x="1153353" y="55774"/>
                  <a:pt x="1153353" y="51653"/>
                </a:cubicBezTo>
                <a:cubicBezTo>
                  <a:pt x="1153353" y="47532"/>
                  <a:pt x="1160359" y="37228"/>
                  <a:pt x="1169012" y="28985"/>
                </a:cubicBezTo>
                <a:cubicBezTo>
                  <a:pt x="1181787" y="15797"/>
                  <a:pt x="1187556" y="12912"/>
                  <a:pt x="1205275" y="11263"/>
                </a:cubicBezTo>
                <a:cubicBezTo>
                  <a:pt x="1218874" y="10027"/>
                  <a:pt x="1230412" y="11263"/>
                  <a:pt x="1236181" y="14561"/>
                </a:cubicBezTo>
                <a:cubicBezTo>
                  <a:pt x="1249780" y="21979"/>
                  <a:pt x="1253900" y="21567"/>
                  <a:pt x="1265438" y="11263"/>
                </a:cubicBezTo>
                <a:cubicBezTo>
                  <a:pt x="1279449" y="-1925"/>
                  <a:pt x="1295108" y="-9756"/>
                  <a:pt x="1304174" y="-7695"/>
                </a:cubicBezTo>
                <a:cubicBezTo>
                  <a:pt x="1308707" y="-6871"/>
                  <a:pt x="1316948" y="3021"/>
                  <a:pt x="1323541" y="16209"/>
                </a:cubicBezTo>
                <a:cubicBezTo>
                  <a:pt x="1337552" y="44235"/>
                  <a:pt x="1346206" y="45471"/>
                  <a:pt x="1357332" y="21567"/>
                </a:cubicBezTo>
                <a:cubicBezTo>
                  <a:pt x="1365985" y="3021"/>
                  <a:pt x="1375051" y="-3986"/>
                  <a:pt x="1380408" y="4669"/>
                </a:cubicBezTo>
                <a:cubicBezTo>
                  <a:pt x="1382881" y="8791"/>
                  <a:pt x="1384941" y="8791"/>
                  <a:pt x="1388650" y="5081"/>
                </a:cubicBezTo>
                <a:cubicBezTo>
                  <a:pt x="1392358" y="1372"/>
                  <a:pt x="1395655" y="3021"/>
                  <a:pt x="1403072" y="10851"/>
                </a:cubicBezTo>
                <a:cubicBezTo>
                  <a:pt x="1412962" y="21567"/>
                  <a:pt x="1413786" y="35580"/>
                  <a:pt x="1406781" y="75969"/>
                </a:cubicBezTo>
                <a:cubicBezTo>
                  <a:pt x="1404309" y="89982"/>
                  <a:pt x="1407605" y="96576"/>
                  <a:pt x="1419143" y="100286"/>
                </a:cubicBezTo>
                <a:cubicBezTo>
                  <a:pt x="1427385" y="102758"/>
                  <a:pt x="1438511" y="94516"/>
                  <a:pt x="1452522" y="75969"/>
                </a:cubicBezTo>
                <a:cubicBezTo>
                  <a:pt x="1458291" y="67727"/>
                  <a:pt x="1458291" y="67727"/>
                  <a:pt x="1465708" y="77206"/>
                </a:cubicBezTo>
                <a:cubicBezTo>
                  <a:pt x="1469417" y="82564"/>
                  <a:pt x="1480543" y="95340"/>
                  <a:pt x="1490433" y="105231"/>
                </a:cubicBezTo>
                <a:cubicBezTo>
                  <a:pt x="1509388" y="125838"/>
                  <a:pt x="1511037" y="132020"/>
                  <a:pt x="1501147" y="151803"/>
                </a:cubicBezTo>
                <a:cubicBezTo>
                  <a:pt x="1494966" y="164167"/>
                  <a:pt x="1494966" y="165816"/>
                  <a:pt x="1501559" y="172822"/>
                </a:cubicBezTo>
                <a:cubicBezTo>
                  <a:pt x="1506504" y="178180"/>
                  <a:pt x="1508152" y="185598"/>
                  <a:pt x="1506916" y="197963"/>
                </a:cubicBezTo>
                <a:cubicBezTo>
                  <a:pt x="1505680" y="214448"/>
                  <a:pt x="1506916" y="216509"/>
                  <a:pt x="1521751" y="226400"/>
                </a:cubicBezTo>
                <a:cubicBezTo>
                  <a:pt x="1541530" y="240001"/>
                  <a:pt x="1548536" y="252365"/>
                  <a:pt x="1548948" y="274208"/>
                </a:cubicBezTo>
                <a:cubicBezTo>
                  <a:pt x="1548948" y="283688"/>
                  <a:pt x="1551008" y="296876"/>
                  <a:pt x="1553481" y="304295"/>
                </a:cubicBezTo>
                <a:cubicBezTo>
                  <a:pt x="1557189" y="314598"/>
                  <a:pt x="1556777" y="318719"/>
                  <a:pt x="1552244" y="324489"/>
                </a:cubicBezTo>
                <a:cubicBezTo>
                  <a:pt x="1548948" y="328199"/>
                  <a:pt x="1540706" y="342624"/>
                  <a:pt x="1534113" y="356224"/>
                </a:cubicBezTo>
                <a:cubicBezTo>
                  <a:pt x="1520927" y="383013"/>
                  <a:pt x="1519690" y="402384"/>
                  <a:pt x="1526284" y="479042"/>
                </a:cubicBezTo>
                <a:cubicBezTo>
                  <a:pt x="1528344" y="500473"/>
                  <a:pt x="1527932" y="512837"/>
                  <a:pt x="1524635" y="516546"/>
                </a:cubicBezTo>
                <a:cubicBezTo>
                  <a:pt x="1520514" y="521492"/>
                  <a:pt x="1517218" y="543748"/>
                  <a:pt x="1508976" y="619993"/>
                </a:cubicBezTo>
                <a:cubicBezTo>
                  <a:pt x="1507740" y="631121"/>
                  <a:pt x="1504443" y="644310"/>
                  <a:pt x="1501147" y="648843"/>
                </a:cubicBezTo>
                <a:cubicBezTo>
                  <a:pt x="1496614" y="655849"/>
                  <a:pt x="1496202" y="660383"/>
                  <a:pt x="1499911" y="671099"/>
                </a:cubicBezTo>
                <a:cubicBezTo>
                  <a:pt x="1504031" y="682639"/>
                  <a:pt x="1503619" y="685524"/>
                  <a:pt x="1495378" y="694178"/>
                </a:cubicBezTo>
                <a:cubicBezTo>
                  <a:pt x="1487548" y="702421"/>
                  <a:pt x="1486724" y="705306"/>
                  <a:pt x="1491257" y="710664"/>
                </a:cubicBezTo>
                <a:cubicBezTo>
                  <a:pt x="1494554" y="714785"/>
                  <a:pt x="1495378" y="722204"/>
                  <a:pt x="1493729" y="732507"/>
                </a:cubicBezTo>
                <a:cubicBezTo>
                  <a:pt x="1490021" y="751878"/>
                  <a:pt x="1487960" y="771249"/>
                  <a:pt x="1485488" y="819881"/>
                </a:cubicBezTo>
                <a:cubicBezTo>
                  <a:pt x="1481779" y="883763"/>
                  <a:pt x="1478483" y="907667"/>
                  <a:pt x="1473538" y="902721"/>
                </a:cubicBezTo>
                <a:cubicBezTo>
                  <a:pt x="1467356" y="896539"/>
                  <a:pt x="1456230" y="896951"/>
                  <a:pt x="1450461" y="903545"/>
                </a:cubicBezTo>
                <a:cubicBezTo>
                  <a:pt x="1444692" y="910964"/>
                  <a:pt x="1452522" y="918794"/>
                  <a:pt x="1465708" y="918794"/>
                </a:cubicBezTo>
                <a:lnTo>
                  <a:pt x="1476010" y="918794"/>
                </a:lnTo>
                <a:lnTo>
                  <a:pt x="1472713" y="977730"/>
                </a:lnTo>
                <a:cubicBezTo>
                  <a:pt x="1471065" y="1009877"/>
                  <a:pt x="1469829" y="1043261"/>
                  <a:pt x="1469829" y="1051916"/>
                </a:cubicBezTo>
                <a:cubicBezTo>
                  <a:pt x="1470241" y="1060158"/>
                  <a:pt x="1470241" y="1070462"/>
                  <a:pt x="1470241" y="1074583"/>
                </a:cubicBezTo>
                <a:cubicBezTo>
                  <a:pt x="1470653" y="1109203"/>
                  <a:pt x="1466944" y="1158660"/>
                  <a:pt x="1463236" y="1162781"/>
                </a:cubicBezTo>
                <a:cubicBezTo>
                  <a:pt x="1458703" y="1168551"/>
                  <a:pt x="1459115" y="1227899"/>
                  <a:pt x="1464060" y="1235318"/>
                </a:cubicBezTo>
                <a:cubicBezTo>
                  <a:pt x="1465296" y="1237790"/>
                  <a:pt x="1463648" y="1242736"/>
                  <a:pt x="1459939" y="1246445"/>
                </a:cubicBezTo>
                <a:cubicBezTo>
                  <a:pt x="1455406" y="1250979"/>
                  <a:pt x="1454170" y="1257161"/>
                  <a:pt x="1455406" y="1268289"/>
                </a:cubicBezTo>
                <a:cubicBezTo>
                  <a:pt x="1460351" y="1300436"/>
                  <a:pt x="1465708" y="1329285"/>
                  <a:pt x="1469005" y="1336704"/>
                </a:cubicBezTo>
                <a:cubicBezTo>
                  <a:pt x="1471065" y="1342062"/>
                  <a:pt x="1469829" y="1346183"/>
                  <a:pt x="1464472" y="1349892"/>
                </a:cubicBezTo>
                <a:cubicBezTo>
                  <a:pt x="1457055" y="1355250"/>
                  <a:pt x="1457879" y="1367202"/>
                  <a:pt x="1466120" y="1380391"/>
                </a:cubicBezTo>
                <a:cubicBezTo>
                  <a:pt x="1469417" y="1385336"/>
                  <a:pt x="1473538" y="1384100"/>
                  <a:pt x="1490021" y="1372148"/>
                </a:cubicBezTo>
                <a:cubicBezTo>
                  <a:pt x="1500735" y="1364729"/>
                  <a:pt x="1521751" y="1347007"/>
                  <a:pt x="1536585" y="1333407"/>
                </a:cubicBezTo>
                <a:cubicBezTo>
                  <a:pt x="1551420" y="1319394"/>
                  <a:pt x="1581502" y="1295490"/>
                  <a:pt x="1603754" y="1279416"/>
                </a:cubicBezTo>
                <a:cubicBezTo>
                  <a:pt x="1625594" y="1263755"/>
                  <a:pt x="1643726" y="1249330"/>
                  <a:pt x="1643726" y="1248094"/>
                </a:cubicBezTo>
                <a:cubicBezTo>
                  <a:pt x="1643726" y="1246445"/>
                  <a:pt x="1652379" y="1239027"/>
                  <a:pt x="1663505" y="1232020"/>
                </a:cubicBezTo>
                <a:cubicBezTo>
                  <a:pt x="1674219" y="1224602"/>
                  <a:pt x="1684521" y="1215947"/>
                  <a:pt x="1686170" y="1213062"/>
                </a:cubicBezTo>
                <a:cubicBezTo>
                  <a:pt x="1687818" y="1209765"/>
                  <a:pt x="1696884" y="1203583"/>
                  <a:pt x="1705537" y="1199049"/>
                </a:cubicBezTo>
                <a:cubicBezTo>
                  <a:pt x="1714191" y="1194516"/>
                  <a:pt x="1728202" y="1182152"/>
                  <a:pt x="1736443" y="1171436"/>
                </a:cubicBezTo>
                <a:cubicBezTo>
                  <a:pt x="1744685" y="1160720"/>
                  <a:pt x="1756223" y="1149593"/>
                  <a:pt x="1762404" y="1147120"/>
                </a:cubicBezTo>
                <a:cubicBezTo>
                  <a:pt x="1768585" y="1144647"/>
                  <a:pt x="1781360" y="1134343"/>
                  <a:pt x="1791249" y="1125276"/>
                </a:cubicBezTo>
                <a:cubicBezTo>
                  <a:pt x="1800727" y="1115797"/>
                  <a:pt x="1816386" y="1104669"/>
                  <a:pt x="1825452" y="1100136"/>
                </a:cubicBezTo>
                <a:cubicBezTo>
                  <a:pt x="1834930" y="1096014"/>
                  <a:pt x="1855533" y="1079117"/>
                  <a:pt x="1872017" y="1062219"/>
                </a:cubicBezTo>
                <a:cubicBezTo>
                  <a:pt x="1904159" y="1028836"/>
                  <a:pt x="1948663" y="988858"/>
                  <a:pt x="1953196" y="988858"/>
                </a:cubicBezTo>
                <a:cubicBezTo>
                  <a:pt x="1954844" y="988858"/>
                  <a:pt x="1965146" y="978967"/>
                  <a:pt x="1976272" y="967015"/>
                </a:cubicBezTo>
                <a:cubicBezTo>
                  <a:pt x="1986986" y="954651"/>
                  <a:pt x="2003057" y="939401"/>
                  <a:pt x="2011299" y="932807"/>
                </a:cubicBezTo>
                <a:cubicBezTo>
                  <a:pt x="2019952" y="926213"/>
                  <a:pt x="2026958" y="919207"/>
                  <a:pt x="2026958" y="916734"/>
                </a:cubicBezTo>
                <a:cubicBezTo>
                  <a:pt x="2027370" y="914673"/>
                  <a:pt x="2033139" y="908903"/>
                  <a:pt x="2040556" y="904370"/>
                </a:cubicBezTo>
                <a:cubicBezTo>
                  <a:pt x="2058276" y="892830"/>
                  <a:pt x="2057864" y="884175"/>
                  <a:pt x="2038908" y="882526"/>
                </a:cubicBezTo>
                <a:cubicBezTo>
                  <a:pt x="2030666" y="881702"/>
                  <a:pt x="2020364" y="877581"/>
                  <a:pt x="2016656" y="873459"/>
                </a:cubicBezTo>
                <a:cubicBezTo>
                  <a:pt x="2010063" y="866041"/>
                  <a:pt x="2008414" y="866041"/>
                  <a:pt x="1997288" y="871811"/>
                </a:cubicBezTo>
                <a:cubicBezTo>
                  <a:pt x="1985338" y="877993"/>
                  <a:pt x="1972976" y="877581"/>
                  <a:pt x="1961849" y="869750"/>
                </a:cubicBezTo>
                <a:cubicBezTo>
                  <a:pt x="1956905" y="866865"/>
                  <a:pt x="1956905" y="864804"/>
                  <a:pt x="1961437" y="857386"/>
                </a:cubicBezTo>
                <a:cubicBezTo>
                  <a:pt x="1965970" y="850379"/>
                  <a:pt x="1966382" y="847082"/>
                  <a:pt x="1961849" y="840076"/>
                </a:cubicBezTo>
                <a:cubicBezTo>
                  <a:pt x="1955668" y="830184"/>
                  <a:pt x="1955668" y="829772"/>
                  <a:pt x="1972563" y="820705"/>
                </a:cubicBezTo>
                <a:cubicBezTo>
                  <a:pt x="1979157" y="816584"/>
                  <a:pt x="1993167" y="807929"/>
                  <a:pt x="2003469" y="800923"/>
                </a:cubicBezTo>
                <a:cubicBezTo>
                  <a:pt x="2016244" y="792268"/>
                  <a:pt x="2027782" y="788146"/>
                  <a:pt x="2039732" y="787734"/>
                </a:cubicBezTo>
                <a:cubicBezTo>
                  <a:pt x="2060336" y="786910"/>
                  <a:pt x="2066105" y="782376"/>
                  <a:pt x="2073110" y="763830"/>
                </a:cubicBezTo>
                <a:cubicBezTo>
                  <a:pt x="2078467" y="748993"/>
                  <a:pt x="2093714" y="741574"/>
                  <a:pt x="2118439" y="741574"/>
                </a:cubicBezTo>
                <a:cubicBezTo>
                  <a:pt x="2124208" y="741574"/>
                  <a:pt x="2134922" y="737041"/>
                  <a:pt x="2141515" y="731271"/>
                </a:cubicBezTo>
                <a:cubicBezTo>
                  <a:pt x="2148521" y="725501"/>
                  <a:pt x="2157586" y="720968"/>
                  <a:pt x="2162119" y="720968"/>
                </a:cubicBezTo>
                <a:cubicBezTo>
                  <a:pt x="2166652" y="720968"/>
                  <a:pt x="2178190" y="714373"/>
                  <a:pt x="2187668" y="706543"/>
                </a:cubicBezTo>
                <a:cubicBezTo>
                  <a:pt x="2200855" y="695415"/>
                  <a:pt x="2208684" y="692118"/>
                  <a:pt x="2220634" y="692118"/>
                </a:cubicBezTo>
                <a:cubicBezTo>
                  <a:pt x="2234233" y="692118"/>
                  <a:pt x="2238354" y="689645"/>
                  <a:pt x="2247419" y="678105"/>
                </a:cubicBezTo>
                <a:cubicBezTo>
                  <a:pt x="2253188" y="670274"/>
                  <a:pt x="2268023" y="658734"/>
                  <a:pt x="2280385" y="652552"/>
                </a:cubicBezTo>
                <a:cubicBezTo>
                  <a:pt x="2301814" y="641012"/>
                  <a:pt x="2302638" y="641012"/>
                  <a:pt x="2316648" y="647607"/>
                </a:cubicBezTo>
                <a:cubicBezTo>
                  <a:pt x="2329835" y="653789"/>
                  <a:pt x="2331483" y="653789"/>
                  <a:pt x="2343845" y="646370"/>
                </a:cubicBezTo>
                <a:cubicBezTo>
                  <a:pt x="2360741" y="636067"/>
                  <a:pt x="2399888" y="635243"/>
                  <a:pt x="2405245" y="645546"/>
                </a:cubicBezTo>
                <a:cubicBezTo>
                  <a:pt x="2408542" y="651316"/>
                  <a:pt x="2411014" y="651728"/>
                  <a:pt x="2421728" y="647195"/>
                </a:cubicBezTo>
                <a:cubicBezTo>
                  <a:pt x="2428733" y="644310"/>
                  <a:pt x="2437387" y="638540"/>
                  <a:pt x="2441096" y="634006"/>
                </a:cubicBezTo>
                <a:cubicBezTo>
                  <a:pt x="2447689" y="627000"/>
                  <a:pt x="2449337" y="627000"/>
                  <a:pt x="2460463" y="632770"/>
                </a:cubicBezTo>
                <a:cubicBezTo>
                  <a:pt x="2473650" y="639364"/>
                  <a:pt x="2479831" y="638540"/>
                  <a:pt x="2511149" y="624115"/>
                </a:cubicBezTo>
                <a:cubicBezTo>
                  <a:pt x="2527632" y="616696"/>
                  <a:pt x="2541643" y="614223"/>
                  <a:pt x="2580378" y="612163"/>
                </a:cubicBezTo>
                <a:cubicBezTo>
                  <a:pt x="2625294" y="610102"/>
                  <a:pt x="2629003" y="610514"/>
                  <a:pt x="2633536" y="617933"/>
                </a:cubicBezTo>
                <a:cubicBezTo>
                  <a:pt x="2638481" y="625351"/>
                  <a:pt x="2642190" y="625763"/>
                  <a:pt x="2687106" y="623290"/>
                </a:cubicBezTo>
                <a:cubicBezTo>
                  <a:pt x="2713891" y="622054"/>
                  <a:pt x="2735731" y="622054"/>
                  <a:pt x="2735731" y="624115"/>
                </a:cubicBezTo>
                <a:cubicBezTo>
                  <a:pt x="2735731" y="625763"/>
                  <a:pt x="2731198" y="631533"/>
                  <a:pt x="2725429" y="636891"/>
                </a:cubicBezTo>
                <a:cubicBezTo>
                  <a:pt x="2703589" y="657086"/>
                  <a:pt x="2714715" y="662032"/>
                  <a:pt x="2765813" y="655025"/>
                </a:cubicBezTo>
                <a:cubicBezTo>
                  <a:pt x="2812378" y="648843"/>
                  <a:pt x="2816498" y="648843"/>
                  <a:pt x="2824740" y="656674"/>
                </a:cubicBezTo>
                <a:cubicBezTo>
                  <a:pt x="2828037" y="660383"/>
                  <a:pt x="2835454" y="663268"/>
                  <a:pt x="2840399" y="663268"/>
                </a:cubicBezTo>
                <a:cubicBezTo>
                  <a:pt x="2845344" y="663268"/>
                  <a:pt x="2860179" y="665329"/>
                  <a:pt x="2872953" y="667802"/>
                </a:cubicBezTo>
                <a:cubicBezTo>
                  <a:pt x="2891496" y="671511"/>
                  <a:pt x="2896441" y="674396"/>
                  <a:pt x="2896441" y="680166"/>
                </a:cubicBezTo>
                <a:cubicBezTo>
                  <a:pt x="2896441" y="686760"/>
                  <a:pt x="2893145" y="687996"/>
                  <a:pt x="2877898" y="687996"/>
                </a:cubicBezTo>
                <a:cubicBezTo>
                  <a:pt x="2866360" y="687996"/>
                  <a:pt x="2844932" y="693354"/>
                  <a:pt x="2823092" y="702009"/>
                </a:cubicBezTo>
                <a:cubicBezTo>
                  <a:pt x="2803312" y="709428"/>
                  <a:pt x="2773642" y="720143"/>
                  <a:pt x="2757571" y="725089"/>
                </a:cubicBezTo>
                <a:cubicBezTo>
                  <a:pt x="2734083" y="732507"/>
                  <a:pt x="2727490" y="736217"/>
                  <a:pt x="2727490" y="742399"/>
                </a:cubicBezTo>
                <a:cubicBezTo>
                  <a:pt x="2727490" y="749405"/>
                  <a:pt x="2729962" y="749817"/>
                  <a:pt x="2760044" y="747344"/>
                </a:cubicBezTo>
                <a:cubicBezTo>
                  <a:pt x="2787241" y="744872"/>
                  <a:pt x="2793834" y="745696"/>
                  <a:pt x="2799603" y="751466"/>
                </a:cubicBezTo>
                <a:cubicBezTo>
                  <a:pt x="2807433" y="758884"/>
                  <a:pt x="2837514" y="760121"/>
                  <a:pt x="2879546" y="753939"/>
                </a:cubicBezTo>
                <a:cubicBezTo>
                  <a:pt x="2908804" y="749817"/>
                  <a:pt x="2931468" y="756412"/>
                  <a:pt x="2926935" y="767951"/>
                </a:cubicBezTo>
                <a:cubicBezTo>
                  <a:pt x="2924463" y="774134"/>
                  <a:pt x="2934765" y="775370"/>
                  <a:pt x="2990395" y="774958"/>
                </a:cubicBezTo>
                <a:cubicBezTo>
                  <a:pt x="3008939" y="774546"/>
                  <a:pt x="3018416" y="776606"/>
                  <a:pt x="3022949" y="781140"/>
                </a:cubicBezTo>
                <a:cubicBezTo>
                  <a:pt x="3027482" y="785673"/>
                  <a:pt x="3032839" y="786498"/>
                  <a:pt x="3040256" y="784437"/>
                </a:cubicBezTo>
                <a:cubicBezTo>
                  <a:pt x="3046026" y="782788"/>
                  <a:pt x="3060448" y="781964"/>
                  <a:pt x="3071574" y="782376"/>
                </a:cubicBezTo>
                <a:cubicBezTo>
                  <a:pt x="3107425" y="784437"/>
                  <a:pt x="3112370" y="784437"/>
                  <a:pt x="3139567" y="781140"/>
                </a:cubicBezTo>
                <a:cubicBezTo>
                  <a:pt x="3158935" y="779079"/>
                  <a:pt x="3164704" y="779079"/>
                  <a:pt x="3160171" y="782376"/>
                </a:cubicBezTo>
                <a:cubicBezTo>
                  <a:pt x="3156874" y="784849"/>
                  <a:pt x="3146160" y="786910"/>
                  <a:pt x="3136683" y="786910"/>
                </a:cubicBezTo>
                <a:cubicBezTo>
                  <a:pt x="3123496" y="786910"/>
                  <a:pt x="3118963" y="788558"/>
                  <a:pt x="3118963" y="793092"/>
                </a:cubicBezTo>
                <a:cubicBezTo>
                  <a:pt x="3118963" y="797213"/>
                  <a:pt x="3114842" y="799274"/>
                  <a:pt x="3107013" y="799274"/>
                </a:cubicBezTo>
                <a:cubicBezTo>
                  <a:pt x="3100420" y="799274"/>
                  <a:pt x="3083112" y="802983"/>
                  <a:pt x="3068690" y="807517"/>
                </a:cubicBezTo>
                <a:cubicBezTo>
                  <a:pt x="3054679" y="812050"/>
                  <a:pt x="3042317" y="815760"/>
                  <a:pt x="3041905" y="815760"/>
                </a:cubicBezTo>
                <a:cubicBezTo>
                  <a:pt x="3041081" y="815760"/>
                  <a:pt x="3040669" y="812875"/>
                  <a:pt x="3040669" y="809577"/>
                </a:cubicBezTo>
                <a:cubicBezTo>
                  <a:pt x="3040669" y="804632"/>
                  <a:pt x="3035311" y="803808"/>
                  <a:pt x="3008939" y="805868"/>
                </a:cubicBezTo>
                <a:cubicBezTo>
                  <a:pt x="2972676" y="808341"/>
                  <a:pt x="2951660" y="814935"/>
                  <a:pt x="2957841" y="821117"/>
                </a:cubicBezTo>
                <a:cubicBezTo>
                  <a:pt x="2960313" y="823590"/>
                  <a:pt x="2972676" y="822354"/>
                  <a:pt x="2992868" y="817408"/>
                </a:cubicBezTo>
                <a:cubicBezTo>
                  <a:pt x="3010175" y="813287"/>
                  <a:pt x="3025422" y="811226"/>
                  <a:pt x="3026658" y="812875"/>
                </a:cubicBezTo>
                <a:cubicBezTo>
                  <a:pt x="3030367" y="816172"/>
                  <a:pt x="3005230" y="837191"/>
                  <a:pt x="2989983" y="843785"/>
                </a:cubicBezTo>
                <a:cubicBezTo>
                  <a:pt x="2973912" y="850379"/>
                  <a:pt x="2978445" y="854501"/>
                  <a:pt x="3000285" y="853676"/>
                </a:cubicBezTo>
                <a:cubicBezTo>
                  <a:pt x="3017592" y="853264"/>
                  <a:pt x="3017592" y="853264"/>
                  <a:pt x="2989159" y="863568"/>
                </a:cubicBezTo>
                <a:cubicBezTo>
                  <a:pt x="2973500" y="868926"/>
                  <a:pt x="2941770" y="881290"/>
                  <a:pt x="2919106" y="890357"/>
                </a:cubicBezTo>
                <a:cubicBezTo>
                  <a:pt x="2896441" y="899424"/>
                  <a:pt x="2870893" y="908903"/>
                  <a:pt x="2861827" y="910964"/>
                </a:cubicBezTo>
                <a:cubicBezTo>
                  <a:pt x="2841635" y="915909"/>
                  <a:pt x="2821443" y="926625"/>
                  <a:pt x="2815262" y="935280"/>
                </a:cubicBezTo>
                <a:cubicBezTo>
                  <a:pt x="2812378" y="938989"/>
                  <a:pt x="2801251" y="944759"/>
                  <a:pt x="2790537" y="947644"/>
                </a:cubicBezTo>
                <a:cubicBezTo>
                  <a:pt x="2760868" y="955887"/>
                  <a:pt x="2748093" y="963306"/>
                  <a:pt x="2748093" y="972785"/>
                </a:cubicBezTo>
                <a:cubicBezTo>
                  <a:pt x="2748093" y="984325"/>
                  <a:pt x="2755099" y="981852"/>
                  <a:pt x="2841223" y="941050"/>
                </a:cubicBezTo>
                <a:cubicBezTo>
                  <a:pt x="2863063" y="930746"/>
                  <a:pt x="2879958" y="928274"/>
                  <a:pt x="2879958" y="935280"/>
                </a:cubicBezTo>
                <a:cubicBezTo>
                  <a:pt x="2879958" y="937753"/>
                  <a:pt x="2877074" y="939401"/>
                  <a:pt x="2873365" y="939401"/>
                </a:cubicBezTo>
                <a:cubicBezTo>
                  <a:pt x="2866360" y="939401"/>
                  <a:pt x="2855234" y="948881"/>
                  <a:pt x="2855234" y="955475"/>
                </a:cubicBezTo>
                <a:cubicBezTo>
                  <a:pt x="2855234" y="963718"/>
                  <a:pt x="2868008" y="972373"/>
                  <a:pt x="2875013" y="968663"/>
                </a:cubicBezTo>
                <a:cubicBezTo>
                  <a:pt x="2897266" y="956711"/>
                  <a:pt x="2935177" y="947232"/>
                  <a:pt x="2995340" y="937341"/>
                </a:cubicBezTo>
                <a:cubicBezTo>
                  <a:pt x="3014708" y="934456"/>
                  <a:pt x="3036548" y="930334"/>
                  <a:pt x="3043965" y="929098"/>
                </a:cubicBezTo>
                <a:cubicBezTo>
                  <a:pt x="3050970" y="927449"/>
                  <a:pt x="3057152" y="927449"/>
                  <a:pt x="3057152" y="929510"/>
                </a:cubicBezTo>
                <a:cubicBezTo>
                  <a:pt x="3056740" y="936516"/>
                  <a:pt x="3038196" y="946408"/>
                  <a:pt x="3020889" y="949705"/>
                </a:cubicBezTo>
                <a:cubicBezTo>
                  <a:pt x="3008939" y="951766"/>
                  <a:pt x="3003582" y="954238"/>
                  <a:pt x="3005230" y="957948"/>
                </a:cubicBezTo>
                <a:cubicBezTo>
                  <a:pt x="3007702" y="964954"/>
                  <a:pt x="2989983" y="972373"/>
                  <a:pt x="2969791" y="972373"/>
                </a:cubicBezTo>
                <a:cubicBezTo>
                  <a:pt x="2960313" y="972373"/>
                  <a:pt x="2947539" y="975670"/>
                  <a:pt x="2940122" y="980203"/>
                </a:cubicBezTo>
                <a:cubicBezTo>
                  <a:pt x="2933116" y="984737"/>
                  <a:pt x="2914573" y="991331"/>
                  <a:pt x="2899326" y="995452"/>
                </a:cubicBezTo>
                <a:cubicBezTo>
                  <a:pt x="2883667" y="999162"/>
                  <a:pt x="2867596" y="1005756"/>
                  <a:pt x="2863887" y="1009877"/>
                </a:cubicBezTo>
                <a:cubicBezTo>
                  <a:pt x="2859766" y="1014411"/>
                  <a:pt x="2845756" y="1021417"/>
                  <a:pt x="2832569" y="1025951"/>
                </a:cubicBezTo>
                <a:cubicBezTo>
                  <a:pt x="2818971" y="1030484"/>
                  <a:pt x="2803312" y="1038727"/>
                  <a:pt x="2797543" y="1044085"/>
                </a:cubicBezTo>
                <a:cubicBezTo>
                  <a:pt x="2791774" y="1049443"/>
                  <a:pt x="2782708" y="1055213"/>
                  <a:pt x="2776939" y="1056861"/>
                </a:cubicBezTo>
                <a:cubicBezTo>
                  <a:pt x="2771582" y="1058510"/>
                  <a:pt x="2757571" y="1066340"/>
                  <a:pt x="2746857" y="1073759"/>
                </a:cubicBezTo>
                <a:cubicBezTo>
                  <a:pt x="2735731" y="1081590"/>
                  <a:pt x="2725017" y="1087772"/>
                  <a:pt x="2722957" y="1087772"/>
                </a:cubicBezTo>
                <a:cubicBezTo>
                  <a:pt x="2720896" y="1087772"/>
                  <a:pt x="2711419" y="1092717"/>
                  <a:pt x="2701941" y="1098487"/>
                </a:cubicBezTo>
                <a:cubicBezTo>
                  <a:pt x="2692463" y="1104257"/>
                  <a:pt x="2671859" y="1114973"/>
                  <a:pt x="2655788" y="1121567"/>
                </a:cubicBezTo>
                <a:cubicBezTo>
                  <a:pt x="2639717" y="1128573"/>
                  <a:pt x="2619113" y="1140113"/>
                  <a:pt x="2610047" y="1147532"/>
                </a:cubicBezTo>
                <a:cubicBezTo>
                  <a:pt x="2587383" y="1165666"/>
                  <a:pt x="2491781" y="1218420"/>
                  <a:pt x="2468293" y="1225426"/>
                </a:cubicBezTo>
                <a:cubicBezTo>
                  <a:pt x="2441920" y="1233257"/>
                  <a:pt x="2366510" y="1269525"/>
                  <a:pt x="2338488" y="1287247"/>
                </a:cubicBezTo>
                <a:cubicBezTo>
                  <a:pt x="2325714" y="1295490"/>
                  <a:pt x="2310879" y="1302084"/>
                  <a:pt x="2305522" y="1302084"/>
                </a:cubicBezTo>
                <a:cubicBezTo>
                  <a:pt x="2300165" y="1302084"/>
                  <a:pt x="2278737" y="1313624"/>
                  <a:pt x="2258133" y="1328049"/>
                </a:cubicBezTo>
                <a:cubicBezTo>
                  <a:pt x="2200855" y="1366790"/>
                  <a:pt x="2192613" y="1371324"/>
                  <a:pt x="2181075" y="1368851"/>
                </a:cubicBezTo>
                <a:cubicBezTo>
                  <a:pt x="2173245" y="1367614"/>
                  <a:pt x="2167064" y="1370499"/>
                  <a:pt x="2156762" y="1380391"/>
                </a:cubicBezTo>
                <a:cubicBezTo>
                  <a:pt x="2149345" y="1387809"/>
                  <a:pt x="2139455" y="1395640"/>
                  <a:pt x="2135334" y="1398525"/>
                </a:cubicBezTo>
                <a:cubicBezTo>
                  <a:pt x="2130801" y="1400998"/>
                  <a:pt x="2120911" y="1407180"/>
                  <a:pt x="2113082" y="1412538"/>
                </a:cubicBezTo>
                <a:cubicBezTo>
                  <a:pt x="2103192" y="1419132"/>
                  <a:pt x="2095363" y="1421192"/>
                  <a:pt x="2087121" y="1419544"/>
                </a:cubicBezTo>
                <a:cubicBezTo>
                  <a:pt x="2078055" y="1417895"/>
                  <a:pt x="2073935" y="1419956"/>
                  <a:pt x="2067341" y="1428199"/>
                </a:cubicBezTo>
                <a:cubicBezTo>
                  <a:pt x="2062808" y="1433969"/>
                  <a:pt x="2048386" y="1443860"/>
                  <a:pt x="2035611" y="1450454"/>
                </a:cubicBezTo>
                <a:cubicBezTo>
                  <a:pt x="2022837" y="1456636"/>
                  <a:pt x="2003469" y="1466528"/>
                  <a:pt x="1991931" y="1472298"/>
                </a:cubicBezTo>
                <a:cubicBezTo>
                  <a:pt x="1980805" y="1478068"/>
                  <a:pt x="1962262" y="1486723"/>
                  <a:pt x="1950723" y="1491668"/>
                </a:cubicBezTo>
                <a:cubicBezTo>
                  <a:pt x="1939597" y="1496614"/>
                  <a:pt x="1918169" y="1508154"/>
                  <a:pt x="1903747" y="1517633"/>
                </a:cubicBezTo>
                <a:cubicBezTo>
                  <a:pt x="1889324" y="1527112"/>
                  <a:pt x="1875725" y="1534531"/>
                  <a:pt x="1873253" y="1533706"/>
                </a:cubicBezTo>
                <a:cubicBezTo>
                  <a:pt x="1871192" y="1532882"/>
                  <a:pt x="1865423" y="1536179"/>
                  <a:pt x="1860478" y="1540301"/>
                </a:cubicBezTo>
                <a:cubicBezTo>
                  <a:pt x="1848940" y="1551016"/>
                  <a:pt x="1738091" y="1609952"/>
                  <a:pt x="1723257" y="1613662"/>
                </a:cubicBezTo>
                <a:cubicBezTo>
                  <a:pt x="1717075" y="1615310"/>
                  <a:pt x="1708834" y="1618607"/>
                  <a:pt x="1705537" y="1621492"/>
                </a:cubicBezTo>
                <a:cubicBezTo>
                  <a:pt x="1702241" y="1623965"/>
                  <a:pt x="1691115" y="1629323"/>
                  <a:pt x="1681225" y="1633032"/>
                </a:cubicBezTo>
                <a:cubicBezTo>
                  <a:pt x="1671335" y="1636741"/>
                  <a:pt x="1650731" y="1647045"/>
                  <a:pt x="1635896" y="1656112"/>
                </a:cubicBezTo>
                <a:cubicBezTo>
                  <a:pt x="1614056" y="1668888"/>
                  <a:pt x="1602930" y="1672597"/>
                  <a:pt x="1580266" y="1674658"/>
                </a:cubicBezTo>
                <a:cubicBezTo>
                  <a:pt x="1564607" y="1676307"/>
                  <a:pt x="1546887" y="1680016"/>
                  <a:pt x="1540294" y="1683313"/>
                </a:cubicBezTo>
                <a:cubicBezTo>
                  <a:pt x="1534113" y="1686610"/>
                  <a:pt x="1524635" y="1689495"/>
                  <a:pt x="1520102" y="1689495"/>
                </a:cubicBezTo>
                <a:cubicBezTo>
                  <a:pt x="1506504" y="1689495"/>
                  <a:pt x="1495378" y="1697326"/>
                  <a:pt x="1495378" y="1706393"/>
                </a:cubicBezTo>
                <a:cubicBezTo>
                  <a:pt x="1495378" y="1711339"/>
                  <a:pt x="1491669" y="1719581"/>
                  <a:pt x="1487548" y="1725351"/>
                </a:cubicBezTo>
                <a:cubicBezTo>
                  <a:pt x="1478483" y="1736479"/>
                  <a:pt x="1480131" y="1745134"/>
                  <a:pt x="1491669" y="1751728"/>
                </a:cubicBezTo>
                <a:cubicBezTo>
                  <a:pt x="1502795" y="1757498"/>
                  <a:pt x="1501559" y="1765741"/>
                  <a:pt x="1488372" y="1775220"/>
                </a:cubicBezTo>
                <a:cubicBezTo>
                  <a:pt x="1478895" y="1782227"/>
                  <a:pt x="1478070" y="1784287"/>
                  <a:pt x="1482603" y="1790057"/>
                </a:cubicBezTo>
                <a:cubicBezTo>
                  <a:pt x="1485488" y="1793766"/>
                  <a:pt x="1490845" y="1796651"/>
                  <a:pt x="1494141" y="1796651"/>
                </a:cubicBezTo>
                <a:cubicBezTo>
                  <a:pt x="1499086" y="1796651"/>
                  <a:pt x="1499911" y="1799949"/>
                  <a:pt x="1497850" y="1811488"/>
                </a:cubicBezTo>
                <a:cubicBezTo>
                  <a:pt x="1495790" y="1820556"/>
                  <a:pt x="1496614" y="1828386"/>
                  <a:pt x="1499911" y="1832095"/>
                </a:cubicBezTo>
                <a:cubicBezTo>
                  <a:pt x="1503619" y="1836629"/>
                  <a:pt x="1503207" y="1840750"/>
                  <a:pt x="1499086" y="1850642"/>
                </a:cubicBezTo>
                <a:cubicBezTo>
                  <a:pt x="1494554" y="1862182"/>
                  <a:pt x="1494966" y="1864242"/>
                  <a:pt x="1501559" y="1869188"/>
                </a:cubicBezTo>
                <a:cubicBezTo>
                  <a:pt x="1505680" y="1872485"/>
                  <a:pt x="1512685" y="1874958"/>
                  <a:pt x="1516806" y="1874958"/>
                </a:cubicBezTo>
                <a:cubicBezTo>
                  <a:pt x="1520927" y="1874958"/>
                  <a:pt x="1535761" y="1879491"/>
                  <a:pt x="1549772" y="1884849"/>
                </a:cubicBezTo>
                <a:cubicBezTo>
                  <a:pt x="1564195" y="1890619"/>
                  <a:pt x="1586859" y="1898038"/>
                  <a:pt x="1600457" y="1901747"/>
                </a:cubicBezTo>
                <a:cubicBezTo>
                  <a:pt x="1614056" y="1905868"/>
                  <a:pt x="1628891" y="1910402"/>
                  <a:pt x="1633424" y="1912050"/>
                </a:cubicBezTo>
                <a:cubicBezTo>
                  <a:pt x="1647434" y="1918233"/>
                  <a:pt x="1701829" y="1931833"/>
                  <a:pt x="1732322" y="1937191"/>
                </a:cubicBezTo>
                <a:cubicBezTo>
                  <a:pt x="1748393" y="1939664"/>
                  <a:pt x="1763228" y="1943373"/>
                  <a:pt x="1765289" y="1945022"/>
                </a:cubicBezTo>
                <a:cubicBezTo>
                  <a:pt x="1767761" y="1946670"/>
                  <a:pt x="1782184" y="1952028"/>
                  <a:pt x="1797843" y="1956974"/>
                </a:cubicBezTo>
                <a:cubicBezTo>
                  <a:pt x="1813502" y="1961919"/>
                  <a:pt x="1829161" y="1967689"/>
                  <a:pt x="1832045" y="1970574"/>
                </a:cubicBezTo>
                <a:cubicBezTo>
                  <a:pt x="1835754" y="1973459"/>
                  <a:pt x="1846468" y="1974284"/>
                  <a:pt x="1862127" y="1972635"/>
                </a:cubicBezTo>
                <a:cubicBezTo>
                  <a:pt x="1876549" y="1970986"/>
                  <a:pt x="1887676" y="1971399"/>
                  <a:pt x="1888912" y="1973871"/>
                </a:cubicBezTo>
                <a:cubicBezTo>
                  <a:pt x="1894681" y="1982938"/>
                  <a:pt x="1927647" y="1994066"/>
                  <a:pt x="1956905" y="1996539"/>
                </a:cubicBezTo>
                <a:cubicBezTo>
                  <a:pt x="1985750" y="1999012"/>
                  <a:pt x="1987398" y="1998600"/>
                  <a:pt x="1979569" y="1992418"/>
                </a:cubicBezTo>
                <a:cubicBezTo>
                  <a:pt x="1975036" y="1988708"/>
                  <a:pt x="1961437" y="1982938"/>
                  <a:pt x="1949899" y="1979641"/>
                </a:cubicBezTo>
                <a:cubicBezTo>
                  <a:pt x="1937949" y="1976344"/>
                  <a:pt x="1927235" y="1971399"/>
                  <a:pt x="1925999" y="1969338"/>
                </a:cubicBezTo>
                <a:cubicBezTo>
                  <a:pt x="1924350" y="1967277"/>
                  <a:pt x="1917345" y="1965629"/>
                  <a:pt x="1909516" y="1965629"/>
                </a:cubicBezTo>
                <a:cubicBezTo>
                  <a:pt x="1899214" y="1965629"/>
                  <a:pt x="1891796" y="1961507"/>
                  <a:pt x="1877786" y="1948731"/>
                </a:cubicBezTo>
                <a:cubicBezTo>
                  <a:pt x="1867896" y="1938840"/>
                  <a:pt x="1863775" y="1933070"/>
                  <a:pt x="1868308" y="1934718"/>
                </a:cubicBezTo>
                <a:cubicBezTo>
                  <a:pt x="1872841" y="1936367"/>
                  <a:pt x="1886027" y="1939664"/>
                  <a:pt x="1897153" y="1941725"/>
                </a:cubicBezTo>
                <a:cubicBezTo>
                  <a:pt x="1908691" y="1943785"/>
                  <a:pt x="1920642" y="1946670"/>
                  <a:pt x="1923938" y="1947907"/>
                </a:cubicBezTo>
                <a:cubicBezTo>
                  <a:pt x="1933004" y="1951204"/>
                  <a:pt x="1946603" y="1952852"/>
                  <a:pt x="1987810" y="1954913"/>
                </a:cubicBezTo>
                <a:cubicBezTo>
                  <a:pt x="2008414" y="1955737"/>
                  <a:pt x="2033139" y="1958622"/>
                  <a:pt x="2043441" y="1961095"/>
                </a:cubicBezTo>
                <a:cubicBezTo>
                  <a:pt x="2053743" y="1963156"/>
                  <a:pt x="2076819" y="1965216"/>
                  <a:pt x="2094951" y="1965629"/>
                </a:cubicBezTo>
                <a:cubicBezTo>
                  <a:pt x="2113082" y="1966041"/>
                  <a:pt x="2136158" y="1966453"/>
                  <a:pt x="2146460" y="1966865"/>
                </a:cubicBezTo>
                <a:cubicBezTo>
                  <a:pt x="2156762" y="1966865"/>
                  <a:pt x="2180663" y="1966865"/>
                  <a:pt x="2200030" y="1966453"/>
                </a:cubicBezTo>
                <a:cubicBezTo>
                  <a:pt x="2219398" y="1966041"/>
                  <a:pt x="2242474" y="1965629"/>
                  <a:pt x="2251540" y="1965216"/>
                </a:cubicBezTo>
                <a:cubicBezTo>
                  <a:pt x="2291512" y="1964392"/>
                  <a:pt x="2306346" y="1971811"/>
                  <a:pt x="2347142" y="2011788"/>
                </a:cubicBezTo>
                <a:cubicBezTo>
                  <a:pt x="2361977" y="2026625"/>
                  <a:pt x="2361565" y="2029922"/>
                  <a:pt x="2344257" y="2033632"/>
                </a:cubicBezTo>
                <a:cubicBezTo>
                  <a:pt x="2332719" y="2036104"/>
                  <a:pt x="2323654" y="2045996"/>
                  <a:pt x="2323654" y="2055475"/>
                </a:cubicBezTo>
                <a:cubicBezTo>
                  <a:pt x="2323654" y="2057536"/>
                  <a:pt x="2335192" y="2063718"/>
                  <a:pt x="2349614" y="2068663"/>
                </a:cubicBezTo>
                <a:cubicBezTo>
                  <a:pt x="2386701" y="2082264"/>
                  <a:pt x="2388762" y="2086798"/>
                  <a:pt x="2368982" y="2106992"/>
                </a:cubicBezTo>
                <a:cubicBezTo>
                  <a:pt x="2340961" y="2134606"/>
                  <a:pt x="2349202" y="2148206"/>
                  <a:pt x="2385053" y="2134194"/>
                </a:cubicBezTo>
                <a:cubicBezTo>
                  <a:pt x="2408130" y="2125539"/>
                  <a:pt x="2449337" y="2123478"/>
                  <a:pt x="2453870" y="2130897"/>
                </a:cubicBezTo>
                <a:cubicBezTo>
                  <a:pt x="2461700" y="2144085"/>
                  <a:pt x="2432030" y="2167165"/>
                  <a:pt x="2414311" y="2161395"/>
                </a:cubicBezTo>
                <a:cubicBezTo>
                  <a:pt x="2407717" y="2159334"/>
                  <a:pt x="2402360" y="2161395"/>
                  <a:pt x="2393295" y="2170050"/>
                </a:cubicBezTo>
                <a:cubicBezTo>
                  <a:pt x="2378872" y="2183650"/>
                  <a:pt x="2378460" y="2189420"/>
                  <a:pt x="2390822" y="2197663"/>
                </a:cubicBezTo>
                <a:lnTo>
                  <a:pt x="2399888" y="2203845"/>
                </a:lnTo>
                <a:lnTo>
                  <a:pt x="2385465" y="2216622"/>
                </a:lnTo>
                <a:cubicBezTo>
                  <a:pt x="2377636" y="2223628"/>
                  <a:pt x="2363625" y="2231046"/>
                  <a:pt x="2354559" y="2233519"/>
                </a:cubicBezTo>
                <a:cubicBezTo>
                  <a:pt x="2345494" y="2235992"/>
                  <a:pt x="2334780" y="2238877"/>
                  <a:pt x="2331071" y="2240114"/>
                </a:cubicBezTo>
                <a:cubicBezTo>
                  <a:pt x="2321181" y="2242999"/>
                  <a:pt x="2321593" y="2252890"/>
                  <a:pt x="2331483" y="2256187"/>
                </a:cubicBezTo>
                <a:cubicBezTo>
                  <a:pt x="2345906" y="2260721"/>
                  <a:pt x="2350439" y="2269788"/>
                  <a:pt x="2342609" y="2278442"/>
                </a:cubicBezTo>
                <a:cubicBezTo>
                  <a:pt x="2335604" y="2285861"/>
                  <a:pt x="2287803" y="2299462"/>
                  <a:pt x="2268435" y="2299462"/>
                </a:cubicBezTo>
                <a:cubicBezTo>
                  <a:pt x="2254837" y="2299462"/>
                  <a:pt x="2241238" y="2314299"/>
                  <a:pt x="2241238" y="2328311"/>
                </a:cubicBezTo>
                <a:cubicBezTo>
                  <a:pt x="2241238" y="2339027"/>
                  <a:pt x="2239590" y="2340676"/>
                  <a:pt x="2230112" y="2340676"/>
                </a:cubicBezTo>
                <a:cubicBezTo>
                  <a:pt x="2223519" y="2340263"/>
                  <a:pt x="2214041" y="2337791"/>
                  <a:pt x="2208272" y="2334493"/>
                </a:cubicBezTo>
                <a:cubicBezTo>
                  <a:pt x="2193025" y="2325839"/>
                  <a:pt x="2186020" y="2327075"/>
                  <a:pt x="2172009" y="2340676"/>
                </a:cubicBezTo>
                <a:cubicBezTo>
                  <a:pt x="2164180" y="2347682"/>
                  <a:pt x="2154290" y="2353040"/>
                  <a:pt x="2148109" y="2353040"/>
                </a:cubicBezTo>
                <a:cubicBezTo>
                  <a:pt x="2142340" y="2353040"/>
                  <a:pt x="2134098" y="2355100"/>
                  <a:pt x="2129153" y="2357573"/>
                </a:cubicBezTo>
                <a:cubicBezTo>
                  <a:pt x="2117615" y="2363755"/>
                  <a:pt x="2116379" y="2360458"/>
                  <a:pt x="2120911" y="2339439"/>
                </a:cubicBezTo>
                <a:cubicBezTo>
                  <a:pt x="2125032" y="2319244"/>
                  <a:pt x="2123796" y="2315123"/>
                  <a:pt x="2111434" y="2308529"/>
                </a:cubicBezTo>
                <a:cubicBezTo>
                  <a:pt x="2099896" y="2302759"/>
                  <a:pt x="2087533" y="2309765"/>
                  <a:pt x="2090830" y="2320481"/>
                </a:cubicBezTo>
                <a:cubicBezTo>
                  <a:pt x="2092890" y="2326663"/>
                  <a:pt x="2090418" y="2329548"/>
                  <a:pt x="2079704" y="2334081"/>
                </a:cubicBezTo>
                <a:cubicBezTo>
                  <a:pt x="2072286" y="2337378"/>
                  <a:pt x="2054155" y="2348094"/>
                  <a:pt x="2039320" y="2357985"/>
                </a:cubicBezTo>
                <a:cubicBezTo>
                  <a:pt x="2024485" y="2367877"/>
                  <a:pt x="2004706" y="2378592"/>
                  <a:pt x="1994816" y="2381477"/>
                </a:cubicBezTo>
                <a:cubicBezTo>
                  <a:pt x="1985338" y="2384774"/>
                  <a:pt x="1969679" y="2394666"/>
                  <a:pt x="1960201" y="2403321"/>
                </a:cubicBezTo>
                <a:cubicBezTo>
                  <a:pt x="1950723" y="2411976"/>
                  <a:pt x="1940834" y="2418982"/>
                  <a:pt x="1937537" y="2418982"/>
                </a:cubicBezTo>
                <a:cubicBezTo>
                  <a:pt x="1934652" y="2418982"/>
                  <a:pt x="1932180" y="2420631"/>
                  <a:pt x="1932180" y="2422279"/>
                </a:cubicBezTo>
                <a:cubicBezTo>
                  <a:pt x="1932180" y="2424340"/>
                  <a:pt x="1926823" y="2430934"/>
                  <a:pt x="1920642" y="2437940"/>
                </a:cubicBezTo>
                <a:cubicBezTo>
                  <a:pt x="1914048" y="2444535"/>
                  <a:pt x="1905395" y="2455250"/>
                  <a:pt x="1901274" y="2461432"/>
                </a:cubicBezTo>
                <a:cubicBezTo>
                  <a:pt x="1893857" y="2472560"/>
                  <a:pt x="1894269" y="2473384"/>
                  <a:pt x="1902922" y="2484924"/>
                </a:cubicBezTo>
                <a:cubicBezTo>
                  <a:pt x="1907455" y="2491519"/>
                  <a:pt x="1911576" y="2499761"/>
                  <a:pt x="1911576" y="2502646"/>
                </a:cubicBezTo>
                <a:cubicBezTo>
                  <a:pt x="1911576" y="2511713"/>
                  <a:pt x="1921466" y="2517896"/>
                  <a:pt x="1939185" y="2520780"/>
                </a:cubicBezTo>
                <a:cubicBezTo>
                  <a:pt x="1961849" y="2524490"/>
                  <a:pt x="1972563" y="2532733"/>
                  <a:pt x="1984514" y="2556637"/>
                </a:cubicBezTo>
                <a:cubicBezTo>
                  <a:pt x="1990283" y="2568177"/>
                  <a:pt x="2000585" y="2583838"/>
                  <a:pt x="2007590" y="2591256"/>
                </a:cubicBezTo>
                <a:cubicBezTo>
                  <a:pt x="2019128" y="2603208"/>
                  <a:pt x="2020777" y="2607742"/>
                  <a:pt x="2021601" y="2634119"/>
                </a:cubicBezTo>
                <a:cubicBezTo>
                  <a:pt x="2022425" y="2653489"/>
                  <a:pt x="2021189" y="2666266"/>
                  <a:pt x="2017480" y="2672036"/>
                </a:cubicBezTo>
                <a:cubicBezTo>
                  <a:pt x="2014183" y="2676981"/>
                  <a:pt x="2008414" y="2690582"/>
                  <a:pt x="2003881" y="2702946"/>
                </a:cubicBezTo>
                <a:cubicBezTo>
                  <a:pt x="1997700" y="2720668"/>
                  <a:pt x="1993167" y="2726026"/>
                  <a:pt x="1981629" y="2731796"/>
                </a:cubicBezTo>
                <a:cubicBezTo>
                  <a:pt x="1971739" y="2736329"/>
                  <a:pt x="1965970" y="2742924"/>
                  <a:pt x="1963086" y="2751579"/>
                </a:cubicBezTo>
                <a:cubicBezTo>
                  <a:pt x="1957729" y="2768476"/>
                  <a:pt x="1956080" y="2769713"/>
                  <a:pt x="1939597" y="2773010"/>
                </a:cubicBezTo>
                <a:cubicBezTo>
                  <a:pt x="1932180" y="2774658"/>
                  <a:pt x="1926411" y="2777131"/>
                  <a:pt x="1927235" y="2778780"/>
                </a:cubicBezTo>
                <a:cubicBezTo>
                  <a:pt x="1928059" y="2780428"/>
                  <a:pt x="1923526" y="2790732"/>
                  <a:pt x="1917345" y="2801860"/>
                </a:cubicBezTo>
                <a:cubicBezTo>
                  <a:pt x="1903334" y="2828236"/>
                  <a:pt x="1884791" y="2837304"/>
                  <a:pt x="1852649" y="2833182"/>
                </a:cubicBezTo>
                <a:cubicBezTo>
                  <a:pt x="1830809" y="2830297"/>
                  <a:pt x="1829573" y="2830709"/>
                  <a:pt x="1818447" y="2843074"/>
                </a:cubicBezTo>
                <a:cubicBezTo>
                  <a:pt x="1808557" y="2854613"/>
                  <a:pt x="1804848" y="2855850"/>
                  <a:pt x="1783832" y="2855850"/>
                </a:cubicBezTo>
                <a:cubicBezTo>
                  <a:pt x="1767761" y="2855850"/>
                  <a:pt x="1758283" y="2853789"/>
                  <a:pt x="1754987" y="2849668"/>
                </a:cubicBezTo>
                <a:cubicBezTo>
                  <a:pt x="1747981" y="2841013"/>
                  <a:pt x="1733146" y="2841837"/>
                  <a:pt x="1713779" y="2851728"/>
                </a:cubicBezTo>
                <a:lnTo>
                  <a:pt x="1697296" y="2859971"/>
                </a:lnTo>
                <a:lnTo>
                  <a:pt x="1680401" y="2851728"/>
                </a:lnTo>
                <a:cubicBezTo>
                  <a:pt x="1667214" y="2844722"/>
                  <a:pt x="1664742" y="2841837"/>
                  <a:pt x="1668450" y="2837304"/>
                </a:cubicBezTo>
                <a:cubicBezTo>
                  <a:pt x="1670923" y="2834006"/>
                  <a:pt x="1672571" y="2827412"/>
                  <a:pt x="1671747" y="2822054"/>
                </a:cubicBezTo>
                <a:cubicBezTo>
                  <a:pt x="1670923" y="2814636"/>
                  <a:pt x="1664330" y="2810927"/>
                  <a:pt x="1637544" y="2801447"/>
                </a:cubicBezTo>
                <a:cubicBezTo>
                  <a:pt x="1619413" y="2794853"/>
                  <a:pt x="1599633" y="2786198"/>
                  <a:pt x="1593452" y="2781665"/>
                </a:cubicBezTo>
                <a:cubicBezTo>
                  <a:pt x="1587271" y="2777131"/>
                  <a:pt x="1580266" y="2773422"/>
                  <a:pt x="1577793" y="2773422"/>
                </a:cubicBezTo>
                <a:cubicBezTo>
                  <a:pt x="1575733" y="2773422"/>
                  <a:pt x="1573672" y="2771773"/>
                  <a:pt x="1573672" y="2770125"/>
                </a:cubicBezTo>
                <a:cubicBezTo>
                  <a:pt x="1573672" y="2760646"/>
                  <a:pt x="1508564" y="2736742"/>
                  <a:pt x="1499086" y="2742511"/>
                </a:cubicBezTo>
                <a:cubicBezTo>
                  <a:pt x="1493317" y="2746221"/>
                  <a:pt x="1494554" y="2757349"/>
                  <a:pt x="1501559" y="2765179"/>
                </a:cubicBezTo>
                <a:cubicBezTo>
                  <a:pt x="1506916" y="2771361"/>
                  <a:pt x="1506916" y="2773422"/>
                  <a:pt x="1501559" y="2784550"/>
                </a:cubicBezTo>
                <a:cubicBezTo>
                  <a:pt x="1494966" y="2797326"/>
                  <a:pt x="1496614" y="2831121"/>
                  <a:pt x="1503619" y="2831121"/>
                </a:cubicBezTo>
                <a:cubicBezTo>
                  <a:pt x="1505268" y="2831121"/>
                  <a:pt x="1507740" y="2834831"/>
                  <a:pt x="1508976" y="2839364"/>
                </a:cubicBezTo>
                <a:cubicBezTo>
                  <a:pt x="1510213" y="2843898"/>
                  <a:pt x="1514333" y="2847607"/>
                  <a:pt x="1518866" y="2847607"/>
                </a:cubicBezTo>
                <a:cubicBezTo>
                  <a:pt x="1522987" y="2847607"/>
                  <a:pt x="1528344" y="2850904"/>
                  <a:pt x="1531228" y="2855438"/>
                </a:cubicBezTo>
                <a:cubicBezTo>
                  <a:pt x="1533701" y="2859559"/>
                  <a:pt x="1544415" y="2867390"/>
                  <a:pt x="1554717" y="2872335"/>
                </a:cubicBezTo>
                <a:cubicBezTo>
                  <a:pt x="1565019" y="2877281"/>
                  <a:pt x="1573672" y="2883051"/>
                  <a:pt x="1573672" y="2885112"/>
                </a:cubicBezTo>
                <a:cubicBezTo>
                  <a:pt x="1573672" y="2887585"/>
                  <a:pt x="1579854" y="2887997"/>
                  <a:pt x="1588507" y="2886348"/>
                </a:cubicBezTo>
                <a:cubicBezTo>
                  <a:pt x="1600045" y="2884287"/>
                  <a:pt x="1605815" y="2885524"/>
                  <a:pt x="1614880" y="2892118"/>
                </a:cubicBezTo>
                <a:cubicBezTo>
                  <a:pt x="1621061" y="2897064"/>
                  <a:pt x="1642901" y="2904482"/>
                  <a:pt x="1662681" y="2909428"/>
                </a:cubicBezTo>
                <a:cubicBezTo>
                  <a:pt x="1682873" y="2913961"/>
                  <a:pt x="1706773" y="2921380"/>
                  <a:pt x="1715839" y="2925501"/>
                </a:cubicBezTo>
                <a:cubicBezTo>
                  <a:pt x="1724905" y="2929623"/>
                  <a:pt x="1742624" y="2935393"/>
                  <a:pt x="1754987" y="2938278"/>
                </a:cubicBezTo>
                <a:cubicBezTo>
                  <a:pt x="1784656" y="2944872"/>
                  <a:pt x="1797018" y="2951054"/>
                  <a:pt x="1799491" y="2959709"/>
                </a:cubicBezTo>
                <a:cubicBezTo>
                  <a:pt x="1801963" y="2969188"/>
                  <a:pt x="1820507" y="2978255"/>
                  <a:pt x="1844407" y="2981964"/>
                </a:cubicBezTo>
                <a:cubicBezTo>
                  <a:pt x="1868308" y="2985674"/>
                  <a:pt x="1886027" y="2993917"/>
                  <a:pt x="1876549" y="2997214"/>
                </a:cubicBezTo>
                <a:cubicBezTo>
                  <a:pt x="1873253" y="2998862"/>
                  <a:pt x="1870368" y="3003396"/>
                  <a:pt x="1870368" y="3007929"/>
                </a:cubicBezTo>
                <a:cubicBezTo>
                  <a:pt x="1870368" y="3018233"/>
                  <a:pt x="1910752" y="3040900"/>
                  <a:pt x="1935477" y="3044198"/>
                </a:cubicBezTo>
                <a:cubicBezTo>
                  <a:pt x="1961437" y="3047907"/>
                  <a:pt x="1956080" y="3065629"/>
                  <a:pt x="1926411" y="3073459"/>
                </a:cubicBezTo>
                <a:cubicBezTo>
                  <a:pt x="1918993" y="3075520"/>
                  <a:pt x="1908279" y="3082114"/>
                  <a:pt x="1902098" y="3088296"/>
                </a:cubicBezTo>
                <a:cubicBezTo>
                  <a:pt x="1894681" y="3095715"/>
                  <a:pt x="1886851" y="3099012"/>
                  <a:pt x="1876549" y="3099012"/>
                </a:cubicBezTo>
                <a:cubicBezTo>
                  <a:pt x="1865423" y="3099012"/>
                  <a:pt x="1862127" y="3100661"/>
                  <a:pt x="1862127" y="3106431"/>
                </a:cubicBezTo>
                <a:cubicBezTo>
                  <a:pt x="1862127" y="3114673"/>
                  <a:pt x="1882731" y="3131983"/>
                  <a:pt x="1892208" y="3131983"/>
                </a:cubicBezTo>
                <a:cubicBezTo>
                  <a:pt x="1895505" y="3131983"/>
                  <a:pt x="1900862" y="3134868"/>
                  <a:pt x="1903747" y="3138990"/>
                </a:cubicBezTo>
                <a:cubicBezTo>
                  <a:pt x="1909104" y="3145172"/>
                  <a:pt x="1907867" y="3145584"/>
                  <a:pt x="1892208" y="3143523"/>
                </a:cubicBezTo>
                <a:cubicBezTo>
                  <a:pt x="1876137" y="3141050"/>
                  <a:pt x="1874077" y="3141875"/>
                  <a:pt x="1867484" y="3153002"/>
                </a:cubicBezTo>
                <a:cubicBezTo>
                  <a:pt x="1863363" y="3159597"/>
                  <a:pt x="1857182" y="3164954"/>
                  <a:pt x="1853473" y="3164954"/>
                </a:cubicBezTo>
                <a:cubicBezTo>
                  <a:pt x="1844819" y="3164954"/>
                  <a:pt x="1835754" y="3175670"/>
                  <a:pt x="1839462" y="3181440"/>
                </a:cubicBezTo>
                <a:cubicBezTo>
                  <a:pt x="1842759" y="3186798"/>
                  <a:pt x="1855121" y="3186798"/>
                  <a:pt x="1860478" y="3181440"/>
                </a:cubicBezTo>
                <a:cubicBezTo>
                  <a:pt x="1867072" y="3174846"/>
                  <a:pt x="1890972" y="3196689"/>
                  <a:pt x="1890972" y="3209878"/>
                </a:cubicBezTo>
                <a:cubicBezTo>
                  <a:pt x="1890972" y="3226363"/>
                  <a:pt x="1870368" y="3245322"/>
                  <a:pt x="1855946" y="3241612"/>
                </a:cubicBezTo>
                <a:cubicBezTo>
                  <a:pt x="1839462" y="3237491"/>
                  <a:pt x="1818034" y="3242849"/>
                  <a:pt x="1815562" y="3251916"/>
                </a:cubicBezTo>
                <a:cubicBezTo>
                  <a:pt x="1814326" y="3256037"/>
                  <a:pt x="1808969" y="3261395"/>
                  <a:pt x="1803612" y="3263456"/>
                </a:cubicBezTo>
                <a:cubicBezTo>
                  <a:pt x="1798667" y="3265516"/>
                  <a:pt x="1786717" y="3272935"/>
                  <a:pt x="1777651" y="3280353"/>
                </a:cubicBezTo>
                <a:cubicBezTo>
                  <a:pt x="1750454" y="3302197"/>
                  <a:pt x="1716251" y="3317446"/>
                  <a:pt x="1693999" y="3317858"/>
                </a:cubicBezTo>
                <a:cubicBezTo>
                  <a:pt x="1683285" y="3317858"/>
                  <a:pt x="1667214" y="3318270"/>
                  <a:pt x="1658148" y="3318270"/>
                </a:cubicBezTo>
                <a:cubicBezTo>
                  <a:pt x="1649083" y="3318682"/>
                  <a:pt x="1629303" y="3315385"/>
                  <a:pt x="1614056" y="3311676"/>
                </a:cubicBezTo>
                <a:cubicBezTo>
                  <a:pt x="1586859" y="3304670"/>
                  <a:pt x="1586035" y="3304670"/>
                  <a:pt x="1575733" y="3312500"/>
                </a:cubicBezTo>
                <a:cubicBezTo>
                  <a:pt x="1566255" y="3319919"/>
                  <a:pt x="1563783" y="3320331"/>
                  <a:pt x="1554717" y="3315385"/>
                </a:cubicBezTo>
                <a:cubicBezTo>
                  <a:pt x="1536998" y="3306318"/>
                  <a:pt x="1505680" y="3322804"/>
                  <a:pt x="1521339" y="3332695"/>
                </a:cubicBezTo>
                <a:cubicBezTo>
                  <a:pt x="1527932" y="3336817"/>
                  <a:pt x="1537822" y="3354951"/>
                  <a:pt x="1534937" y="3357424"/>
                </a:cubicBezTo>
                <a:cubicBezTo>
                  <a:pt x="1534113" y="3358660"/>
                  <a:pt x="1534937" y="3364430"/>
                  <a:pt x="1537410" y="3370612"/>
                </a:cubicBezTo>
                <a:cubicBezTo>
                  <a:pt x="1539470" y="3376382"/>
                  <a:pt x="1541942" y="3392455"/>
                  <a:pt x="1542767" y="3406056"/>
                </a:cubicBezTo>
                <a:cubicBezTo>
                  <a:pt x="1543591" y="3421717"/>
                  <a:pt x="1547712" y="3439439"/>
                  <a:pt x="1554305" y="3453452"/>
                </a:cubicBezTo>
                <a:cubicBezTo>
                  <a:pt x="1560074" y="3465816"/>
                  <a:pt x="1566255" y="3483538"/>
                  <a:pt x="1567903" y="3492605"/>
                </a:cubicBezTo>
                <a:cubicBezTo>
                  <a:pt x="1569552" y="3501672"/>
                  <a:pt x="1575321" y="3518982"/>
                  <a:pt x="1580678" y="3530522"/>
                </a:cubicBezTo>
                <a:cubicBezTo>
                  <a:pt x="1589743" y="3551129"/>
                  <a:pt x="1590156" y="3553190"/>
                  <a:pt x="1583974" y="3567202"/>
                </a:cubicBezTo>
                <a:cubicBezTo>
                  <a:pt x="1580678" y="3575445"/>
                  <a:pt x="1577793" y="3588222"/>
                  <a:pt x="1577793" y="3596052"/>
                </a:cubicBezTo>
                <a:cubicBezTo>
                  <a:pt x="1577793" y="3603471"/>
                  <a:pt x="1576145" y="3610889"/>
                  <a:pt x="1573672" y="3612126"/>
                </a:cubicBezTo>
                <a:cubicBezTo>
                  <a:pt x="1571612" y="3613362"/>
                  <a:pt x="1569552" y="3620781"/>
                  <a:pt x="1569552" y="3628199"/>
                </a:cubicBezTo>
                <a:cubicBezTo>
                  <a:pt x="1569552" y="3652515"/>
                  <a:pt x="1527520" y="3695378"/>
                  <a:pt x="1476422" y="3722991"/>
                </a:cubicBezTo>
                <a:cubicBezTo>
                  <a:pt x="1465296" y="3729173"/>
                  <a:pt x="1446341" y="3741537"/>
                  <a:pt x="1434390" y="3750192"/>
                </a:cubicBezTo>
                <a:cubicBezTo>
                  <a:pt x="1409254" y="3769151"/>
                  <a:pt x="1395655" y="3776569"/>
                  <a:pt x="1368870" y="3785636"/>
                </a:cubicBezTo>
                <a:cubicBezTo>
                  <a:pt x="1358156" y="3789346"/>
                  <a:pt x="1346206" y="3794703"/>
                  <a:pt x="1342909" y="3797588"/>
                </a:cubicBezTo>
                <a:cubicBezTo>
                  <a:pt x="1339612" y="3800886"/>
                  <a:pt x="1331371" y="3804595"/>
                  <a:pt x="1324366" y="3806243"/>
                </a:cubicBezTo>
                <a:cubicBezTo>
                  <a:pt x="1317772" y="3807892"/>
                  <a:pt x="1304998" y="3813662"/>
                  <a:pt x="1296756" y="3819020"/>
                </a:cubicBezTo>
                <a:cubicBezTo>
                  <a:pt x="1271208" y="3834681"/>
                  <a:pt x="1265851" y="3832208"/>
                  <a:pt x="1260081" y="3803771"/>
                </a:cubicBezTo>
                <a:close/>
                <a:moveTo>
                  <a:pt x="1804436" y="3033894"/>
                </a:moveTo>
                <a:cubicBezTo>
                  <a:pt x="1804436" y="3029773"/>
                  <a:pt x="1795370" y="3020706"/>
                  <a:pt x="1791249" y="3020706"/>
                </a:cubicBezTo>
                <a:cubicBezTo>
                  <a:pt x="1789601" y="3020706"/>
                  <a:pt x="1787953" y="3024415"/>
                  <a:pt x="1787953" y="3028948"/>
                </a:cubicBezTo>
                <a:cubicBezTo>
                  <a:pt x="1787953" y="3034306"/>
                  <a:pt x="1790837" y="3037191"/>
                  <a:pt x="1796194" y="3037191"/>
                </a:cubicBezTo>
                <a:cubicBezTo>
                  <a:pt x="1800727" y="3037191"/>
                  <a:pt x="1804436" y="3035543"/>
                  <a:pt x="1804436" y="3033894"/>
                </a:cubicBezTo>
                <a:close/>
                <a:moveTo>
                  <a:pt x="1654028" y="2744572"/>
                </a:moveTo>
                <a:cubicBezTo>
                  <a:pt x="1654028" y="2738802"/>
                  <a:pt x="1658148" y="2730147"/>
                  <a:pt x="1663505" y="2725202"/>
                </a:cubicBezTo>
                <a:cubicBezTo>
                  <a:pt x="1668450" y="2719844"/>
                  <a:pt x="1672571" y="2712837"/>
                  <a:pt x="1672571" y="2709128"/>
                </a:cubicBezTo>
                <a:cubicBezTo>
                  <a:pt x="1672571" y="2702534"/>
                  <a:pt x="1665154" y="2686048"/>
                  <a:pt x="1660209" y="2682751"/>
                </a:cubicBezTo>
                <a:cubicBezTo>
                  <a:pt x="1658560" y="2681515"/>
                  <a:pt x="1650319" y="2668326"/>
                  <a:pt x="1642077" y="2653077"/>
                </a:cubicBezTo>
                <a:cubicBezTo>
                  <a:pt x="1633424" y="2637828"/>
                  <a:pt x="1624770" y="2624227"/>
                  <a:pt x="1622710" y="2622579"/>
                </a:cubicBezTo>
                <a:cubicBezTo>
                  <a:pt x="1620649" y="2621342"/>
                  <a:pt x="1614056" y="2613100"/>
                  <a:pt x="1608699" y="2604445"/>
                </a:cubicBezTo>
                <a:cubicBezTo>
                  <a:pt x="1603342" y="2595790"/>
                  <a:pt x="1590568" y="2578480"/>
                  <a:pt x="1579854" y="2565704"/>
                </a:cubicBezTo>
                <a:cubicBezTo>
                  <a:pt x="1569552" y="2552927"/>
                  <a:pt x="1562134" y="2542624"/>
                  <a:pt x="1562958" y="2542624"/>
                </a:cubicBezTo>
                <a:cubicBezTo>
                  <a:pt x="1564195" y="2542624"/>
                  <a:pt x="1543591" y="2521193"/>
                  <a:pt x="1517630" y="2494816"/>
                </a:cubicBezTo>
                <a:cubicBezTo>
                  <a:pt x="1491257" y="2468851"/>
                  <a:pt x="1467769" y="2448244"/>
                  <a:pt x="1465296" y="2449068"/>
                </a:cubicBezTo>
                <a:cubicBezTo>
                  <a:pt x="1462412" y="2449892"/>
                  <a:pt x="1460763" y="2457311"/>
                  <a:pt x="1461175" y="2466378"/>
                </a:cubicBezTo>
                <a:cubicBezTo>
                  <a:pt x="1461999" y="2474621"/>
                  <a:pt x="1460351" y="2484924"/>
                  <a:pt x="1458291" y="2488634"/>
                </a:cubicBezTo>
                <a:cubicBezTo>
                  <a:pt x="1455818" y="2493991"/>
                  <a:pt x="1456642" y="2498937"/>
                  <a:pt x="1460763" y="2505119"/>
                </a:cubicBezTo>
                <a:cubicBezTo>
                  <a:pt x="1466120" y="2512126"/>
                  <a:pt x="1466120" y="2516659"/>
                  <a:pt x="1462412" y="2528199"/>
                </a:cubicBezTo>
                <a:cubicBezTo>
                  <a:pt x="1454994" y="2550455"/>
                  <a:pt x="1461175" y="2594966"/>
                  <a:pt x="1473538" y="2611451"/>
                </a:cubicBezTo>
                <a:cubicBezTo>
                  <a:pt x="1481367" y="2622167"/>
                  <a:pt x="1483015" y="2627937"/>
                  <a:pt x="1480955" y="2639064"/>
                </a:cubicBezTo>
                <a:cubicBezTo>
                  <a:pt x="1478895" y="2647719"/>
                  <a:pt x="1480543" y="2657199"/>
                  <a:pt x="1484252" y="2664617"/>
                </a:cubicBezTo>
                <a:cubicBezTo>
                  <a:pt x="1487548" y="2671211"/>
                  <a:pt x="1489609" y="2681927"/>
                  <a:pt x="1488372" y="2688109"/>
                </a:cubicBezTo>
                <a:cubicBezTo>
                  <a:pt x="1486724" y="2696764"/>
                  <a:pt x="1488784" y="2701710"/>
                  <a:pt x="1498262" y="2710777"/>
                </a:cubicBezTo>
                <a:cubicBezTo>
                  <a:pt x="1526284" y="2736329"/>
                  <a:pt x="1584386" y="2756936"/>
                  <a:pt x="1627243" y="2755700"/>
                </a:cubicBezTo>
                <a:cubicBezTo>
                  <a:pt x="1652791" y="2754876"/>
                  <a:pt x="1654028" y="2754464"/>
                  <a:pt x="1654028" y="2744572"/>
                </a:cubicBezTo>
                <a:close/>
                <a:moveTo>
                  <a:pt x="1166128" y="2722317"/>
                </a:moveTo>
                <a:cubicBezTo>
                  <a:pt x="1169424" y="2715722"/>
                  <a:pt x="1169424" y="2706655"/>
                  <a:pt x="1167364" y="2696352"/>
                </a:cubicBezTo>
                <a:cubicBezTo>
                  <a:pt x="1165716" y="2687697"/>
                  <a:pt x="1164479" y="2677806"/>
                  <a:pt x="1164892" y="2674508"/>
                </a:cubicBezTo>
                <a:cubicBezTo>
                  <a:pt x="1165716" y="2665854"/>
                  <a:pt x="1165716" y="2658435"/>
                  <a:pt x="1162419" y="2606505"/>
                </a:cubicBezTo>
                <a:lnTo>
                  <a:pt x="1159535" y="2561170"/>
                </a:lnTo>
                <a:lnTo>
                  <a:pt x="1100607" y="2525726"/>
                </a:lnTo>
                <a:cubicBezTo>
                  <a:pt x="1013247" y="2473797"/>
                  <a:pt x="920117" y="2428049"/>
                  <a:pt x="913936" y="2434231"/>
                </a:cubicBezTo>
                <a:cubicBezTo>
                  <a:pt x="912288" y="2435880"/>
                  <a:pt x="915997" y="2448244"/>
                  <a:pt x="922590" y="2461432"/>
                </a:cubicBezTo>
                <a:cubicBezTo>
                  <a:pt x="929183" y="2475033"/>
                  <a:pt x="933304" y="2488221"/>
                  <a:pt x="932480" y="2491106"/>
                </a:cubicBezTo>
                <a:cubicBezTo>
                  <a:pt x="931244" y="2493991"/>
                  <a:pt x="934540" y="2505531"/>
                  <a:pt x="939485" y="2516659"/>
                </a:cubicBezTo>
                <a:cubicBezTo>
                  <a:pt x="944842" y="2527787"/>
                  <a:pt x="948551" y="2543448"/>
                  <a:pt x="948551" y="2552927"/>
                </a:cubicBezTo>
                <a:cubicBezTo>
                  <a:pt x="947315" y="2590844"/>
                  <a:pt x="945254" y="2616397"/>
                  <a:pt x="942370" y="2619282"/>
                </a:cubicBezTo>
                <a:cubicBezTo>
                  <a:pt x="936188" y="2625052"/>
                  <a:pt x="939073" y="2648956"/>
                  <a:pt x="946490" y="2658023"/>
                </a:cubicBezTo>
                <a:cubicBezTo>
                  <a:pt x="952672" y="2665441"/>
                  <a:pt x="959677" y="2667914"/>
                  <a:pt x="978632" y="2669563"/>
                </a:cubicBezTo>
                <a:cubicBezTo>
                  <a:pt x="993467" y="2670799"/>
                  <a:pt x="1006654" y="2674508"/>
                  <a:pt x="1012835" y="2679042"/>
                </a:cubicBezTo>
                <a:cubicBezTo>
                  <a:pt x="1018192" y="2683576"/>
                  <a:pt x="1026433" y="2686873"/>
                  <a:pt x="1031378" y="2686873"/>
                </a:cubicBezTo>
                <a:cubicBezTo>
                  <a:pt x="1035911" y="2686873"/>
                  <a:pt x="1045801" y="2690170"/>
                  <a:pt x="1052394" y="2694291"/>
                </a:cubicBezTo>
                <a:cubicBezTo>
                  <a:pt x="1059400" y="2698413"/>
                  <a:pt x="1070938" y="2703358"/>
                  <a:pt x="1078767" y="2704595"/>
                </a:cubicBezTo>
                <a:cubicBezTo>
                  <a:pt x="1086597" y="2706243"/>
                  <a:pt x="1096075" y="2710365"/>
                  <a:pt x="1099783" y="2713662"/>
                </a:cubicBezTo>
                <a:cubicBezTo>
                  <a:pt x="1108025" y="2721080"/>
                  <a:pt x="1135634" y="2730972"/>
                  <a:pt x="1150469" y="2731796"/>
                </a:cubicBezTo>
                <a:cubicBezTo>
                  <a:pt x="1158710" y="2732208"/>
                  <a:pt x="1162831" y="2729323"/>
                  <a:pt x="1166128" y="2722317"/>
                </a:cubicBezTo>
                <a:close/>
                <a:moveTo>
                  <a:pt x="1425737" y="2491931"/>
                </a:moveTo>
                <a:cubicBezTo>
                  <a:pt x="1425325" y="2486985"/>
                  <a:pt x="1419555" y="2488221"/>
                  <a:pt x="1417907" y="2493579"/>
                </a:cubicBezTo>
                <a:cubicBezTo>
                  <a:pt x="1416671" y="2496052"/>
                  <a:pt x="1418319" y="2497701"/>
                  <a:pt x="1421204" y="2496876"/>
                </a:cubicBezTo>
                <a:cubicBezTo>
                  <a:pt x="1423676" y="2495640"/>
                  <a:pt x="1425737" y="2493579"/>
                  <a:pt x="1425737" y="2491931"/>
                </a:cubicBezTo>
                <a:close/>
                <a:moveTo>
                  <a:pt x="1910752" y="2437116"/>
                </a:moveTo>
                <a:cubicBezTo>
                  <a:pt x="1917757" y="2429698"/>
                  <a:pt x="1923938" y="2421867"/>
                  <a:pt x="1923938" y="2419806"/>
                </a:cubicBezTo>
                <a:cubicBezTo>
                  <a:pt x="1923938" y="2417746"/>
                  <a:pt x="1932180" y="2408266"/>
                  <a:pt x="1942482" y="2399199"/>
                </a:cubicBezTo>
                <a:cubicBezTo>
                  <a:pt x="1963086" y="2380653"/>
                  <a:pt x="1964734" y="2377768"/>
                  <a:pt x="1952784" y="2377768"/>
                </a:cubicBezTo>
                <a:cubicBezTo>
                  <a:pt x="1941658" y="2377768"/>
                  <a:pt x="1942482" y="2371998"/>
                  <a:pt x="1954844" y="2365404"/>
                </a:cubicBezTo>
                <a:cubicBezTo>
                  <a:pt x="1960613" y="2362519"/>
                  <a:pt x="1965146" y="2357985"/>
                  <a:pt x="1965146" y="2355513"/>
                </a:cubicBezTo>
                <a:cubicBezTo>
                  <a:pt x="1965146" y="2353040"/>
                  <a:pt x="1973800" y="2344797"/>
                  <a:pt x="1983690" y="2336966"/>
                </a:cubicBezTo>
                <a:cubicBezTo>
                  <a:pt x="1993992" y="2329548"/>
                  <a:pt x="2002233" y="2321305"/>
                  <a:pt x="2002233" y="2318832"/>
                </a:cubicBezTo>
                <a:cubicBezTo>
                  <a:pt x="2002233" y="2316359"/>
                  <a:pt x="2007178" y="2308941"/>
                  <a:pt x="2013359" y="2302759"/>
                </a:cubicBezTo>
                <a:cubicBezTo>
                  <a:pt x="2026958" y="2288334"/>
                  <a:pt x="2022837" y="2282976"/>
                  <a:pt x="1996464" y="2280091"/>
                </a:cubicBezTo>
                <a:lnTo>
                  <a:pt x="1977508" y="2277618"/>
                </a:lnTo>
                <a:lnTo>
                  <a:pt x="1991107" y="2271024"/>
                </a:lnTo>
                <a:cubicBezTo>
                  <a:pt x="2005118" y="2264018"/>
                  <a:pt x="2006766" y="2258660"/>
                  <a:pt x="1996464" y="2252066"/>
                </a:cubicBezTo>
                <a:cubicBezTo>
                  <a:pt x="1987810" y="2246708"/>
                  <a:pt x="1975860" y="2254126"/>
                  <a:pt x="1974212" y="2265254"/>
                </a:cubicBezTo>
                <a:cubicBezTo>
                  <a:pt x="1972976" y="2272673"/>
                  <a:pt x="1968855" y="2273909"/>
                  <a:pt x="1941246" y="2275970"/>
                </a:cubicBezTo>
                <a:cubicBezTo>
                  <a:pt x="1923526" y="2277206"/>
                  <a:pt x="1905807" y="2279679"/>
                  <a:pt x="1902098" y="2281327"/>
                </a:cubicBezTo>
                <a:cubicBezTo>
                  <a:pt x="1897153" y="2282976"/>
                  <a:pt x="1895093" y="2281740"/>
                  <a:pt x="1895093" y="2277206"/>
                </a:cubicBezTo>
                <a:cubicBezTo>
                  <a:pt x="1895093" y="2268963"/>
                  <a:pt x="1880670" y="2261133"/>
                  <a:pt x="1870368" y="2264430"/>
                </a:cubicBezTo>
                <a:cubicBezTo>
                  <a:pt x="1866247" y="2265666"/>
                  <a:pt x="1861715" y="2264842"/>
                  <a:pt x="1860066" y="2262369"/>
                </a:cubicBezTo>
                <a:cubicBezTo>
                  <a:pt x="1856358" y="2256599"/>
                  <a:pt x="1823804" y="2257011"/>
                  <a:pt x="1815150" y="2263605"/>
                </a:cubicBezTo>
                <a:cubicBezTo>
                  <a:pt x="1808557" y="2268551"/>
                  <a:pt x="1809381" y="2269375"/>
                  <a:pt x="1822979" y="2275970"/>
                </a:cubicBezTo>
                <a:cubicBezTo>
                  <a:pt x="1831633" y="2280091"/>
                  <a:pt x="1841935" y="2282152"/>
                  <a:pt x="1846468" y="2280503"/>
                </a:cubicBezTo>
                <a:cubicBezTo>
                  <a:pt x="1855121" y="2278030"/>
                  <a:pt x="1871605" y="2289570"/>
                  <a:pt x="1867896" y="2295752"/>
                </a:cubicBezTo>
                <a:cubicBezTo>
                  <a:pt x="1864599" y="2301522"/>
                  <a:pt x="1837814" y="2299874"/>
                  <a:pt x="1825864" y="2293692"/>
                </a:cubicBezTo>
                <a:cubicBezTo>
                  <a:pt x="1819683" y="2290395"/>
                  <a:pt x="1800315" y="2283388"/>
                  <a:pt x="1782596" y="2278030"/>
                </a:cubicBezTo>
                <a:cubicBezTo>
                  <a:pt x="1764876" y="2272673"/>
                  <a:pt x="1750454" y="2266490"/>
                  <a:pt x="1750454" y="2264430"/>
                </a:cubicBezTo>
                <a:cubicBezTo>
                  <a:pt x="1750454" y="2261957"/>
                  <a:pt x="1761992" y="2259072"/>
                  <a:pt x="1775590" y="2257836"/>
                </a:cubicBezTo>
                <a:cubicBezTo>
                  <a:pt x="1804436" y="2254951"/>
                  <a:pt x="1809793" y="2251653"/>
                  <a:pt x="1798667" y="2243411"/>
                </a:cubicBezTo>
                <a:cubicBezTo>
                  <a:pt x="1790837" y="2238053"/>
                  <a:pt x="1740152" y="2234756"/>
                  <a:pt x="1702653" y="2237229"/>
                </a:cubicBezTo>
                <a:cubicBezTo>
                  <a:pt x="1695235" y="2238053"/>
                  <a:pt x="1689054" y="2236404"/>
                  <a:pt x="1689054" y="2233931"/>
                </a:cubicBezTo>
                <a:cubicBezTo>
                  <a:pt x="1689054" y="2228986"/>
                  <a:pt x="1637544" y="2212912"/>
                  <a:pt x="1621473" y="2212912"/>
                </a:cubicBezTo>
                <a:cubicBezTo>
                  <a:pt x="1613644" y="2212912"/>
                  <a:pt x="1609523" y="2215797"/>
                  <a:pt x="1606639" y="2223628"/>
                </a:cubicBezTo>
                <a:cubicBezTo>
                  <a:pt x="1602930" y="2233107"/>
                  <a:pt x="1600870" y="2234344"/>
                  <a:pt x="1589331" y="2231871"/>
                </a:cubicBezTo>
                <a:cubicBezTo>
                  <a:pt x="1581914" y="2230222"/>
                  <a:pt x="1574497" y="2226513"/>
                  <a:pt x="1572436" y="2223216"/>
                </a:cubicBezTo>
                <a:cubicBezTo>
                  <a:pt x="1570788" y="2219919"/>
                  <a:pt x="1565843" y="2217034"/>
                  <a:pt x="1562134" y="2217034"/>
                </a:cubicBezTo>
                <a:cubicBezTo>
                  <a:pt x="1558014" y="2217034"/>
                  <a:pt x="1553069" y="2215385"/>
                  <a:pt x="1550596" y="2212912"/>
                </a:cubicBezTo>
                <a:cubicBezTo>
                  <a:pt x="1548536" y="2210852"/>
                  <a:pt x="1538234" y="2207142"/>
                  <a:pt x="1528344" y="2205082"/>
                </a:cubicBezTo>
                <a:cubicBezTo>
                  <a:pt x="1518042" y="2202609"/>
                  <a:pt x="1501971" y="2198487"/>
                  <a:pt x="1492081" y="2195602"/>
                </a:cubicBezTo>
                <a:cubicBezTo>
                  <a:pt x="1477246" y="2191481"/>
                  <a:pt x="1473950" y="2191481"/>
                  <a:pt x="1468181" y="2196839"/>
                </a:cubicBezTo>
                <a:cubicBezTo>
                  <a:pt x="1462824" y="2202609"/>
                  <a:pt x="1462824" y="2204257"/>
                  <a:pt x="1469829" y="2212912"/>
                </a:cubicBezTo>
                <a:cubicBezTo>
                  <a:pt x="1477658" y="2222804"/>
                  <a:pt x="1477658" y="2222804"/>
                  <a:pt x="1469829" y="2233519"/>
                </a:cubicBezTo>
                <a:cubicBezTo>
                  <a:pt x="1462412" y="2244235"/>
                  <a:pt x="1461999" y="2245059"/>
                  <a:pt x="1469005" y="2259072"/>
                </a:cubicBezTo>
                <a:cubicBezTo>
                  <a:pt x="1475598" y="2273497"/>
                  <a:pt x="1475598" y="2274321"/>
                  <a:pt x="1467356" y="2285037"/>
                </a:cubicBezTo>
                <a:cubicBezTo>
                  <a:pt x="1462412" y="2291219"/>
                  <a:pt x="1459115" y="2297813"/>
                  <a:pt x="1460351" y="2299462"/>
                </a:cubicBezTo>
                <a:cubicBezTo>
                  <a:pt x="1461175" y="2300698"/>
                  <a:pt x="1478070" y="2310177"/>
                  <a:pt x="1497438" y="2319656"/>
                </a:cubicBezTo>
                <a:cubicBezTo>
                  <a:pt x="1516806" y="2329548"/>
                  <a:pt x="1532465" y="2339027"/>
                  <a:pt x="1532465" y="2341088"/>
                </a:cubicBezTo>
                <a:cubicBezTo>
                  <a:pt x="1532465" y="2346446"/>
                  <a:pt x="1555541" y="2357161"/>
                  <a:pt x="1567903" y="2357161"/>
                </a:cubicBezTo>
                <a:cubicBezTo>
                  <a:pt x="1575733" y="2357161"/>
                  <a:pt x="1578205" y="2355513"/>
                  <a:pt x="1576145" y="2350979"/>
                </a:cubicBezTo>
                <a:cubicBezTo>
                  <a:pt x="1573260" y="2343148"/>
                  <a:pt x="1576969" y="2343148"/>
                  <a:pt x="1596749" y="2351391"/>
                </a:cubicBezTo>
                <a:cubicBezTo>
                  <a:pt x="1605815" y="2355100"/>
                  <a:pt x="1615704" y="2358810"/>
                  <a:pt x="1619001" y="2359222"/>
                </a:cubicBezTo>
                <a:cubicBezTo>
                  <a:pt x="1622298" y="2359634"/>
                  <a:pt x="1632600" y="2363343"/>
                  <a:pt x="1641665" y="2367465"/>
                </a:cubicBezTo>
                <a:cubicBezTo>
                  <a:pt x="1650731" y="2371174"/>
                  <a:pt x="1671335" y="2376120"/>
                  <a:pt x="1686994" y="2378180"/>
                </a:cubicBezTo>
                <a:cubicBezTo>
                  <a:pt x="1714191" y="2381065"/>
                  <a:pt x="1716663" y="2380653"/>
                  <a:pt x="1726553" y="2371174"/>
                </a:cubicBezTo>
                <a:cubicBezTo>
                  <a:pt x="1740152" y="2357985"/>
                  <a:pt x="1747569" y="2358810"/>
                  <a:pt x="1754162" y="2373647"/>
                </a:cubicBezTo>
                <a:cubicBezTo>
                  <a:pt x="1759931" y="2386423"/>
                  <a:pt x="1792074" y="2410739"/>
                  <a:pt x="1803200" y="2410739"/>
                </a:cubicBezTo>
                <a:cubicBezTo>
                  <a:pt x="1806908" y="2410739"/>
                  <a:pt x="1817210" y="2418570"/>
                  <a:pt x="1826276" y="2427637"/>
                </a:cubicBezTo>
                <a:cubicBezTo>
                  <a:pt x="1838638" y="2441238"/>
                  <a:pt x="1843171" y="2443710"/>
                  <a:pt x="1846056" y="2439177"/>
                </a:cubicBezTo>
                <a:cubicBezTo>
                  <a:pt x="1848940" y="2434643"/>
                  <a:pt x="1852237" y="2436292"/>
                  <a:pt x="1862127" y="2446595"/>
                </a:cubicBezTo>
                <a:cubicBezTo>
                  <a:pt x="1873665" y="2458547"/>
                  <a:pt x="1875725" y="2459372"/>
                  <a:pt x="1886027" y="2455250"/>
                </a:cubicBezTo>
                <a:cubicBezTo>
                  <a:pt x="1892208" y="2452777"/>
                  <a:pt x="1903334" y="2444535"/>
                  <a:pt x="1910752" y="2437116"/>
                </a:cubicBezTo>
                <a:close/>
                <a:moveTo>
                  <a:pt x="1367634" y="2293280"/>
                </a:moveTo>
                <a:cubicBezTo>
                  <a:pt x="1367634" y="2289982"/>
                  <a:pt x="1364749" y="2287097"/>
                  <a:pt x="1361453" y="2287097"/>
                </a:cubicBezTo>
                <a:cubicBezTo>
                  <a:pt x="1354859" y="2287097"/>
                  <a:pt x="1353211" y="2292043"/>
                  <a:pt x="1358156" y="2296577"/>
                </a:cubicBezTo>
                <a:cubicBezTo>
                  <a:pt x="1362689" y="2301522"/>
                  <a:pt x="1367634" y="2299874"/>
                  <a:pt x="1367634" y="2293280"/>
                </a:cubicBezTo>
                <a:close/>
                <a:moveTo>
                  <a:pt x="1404721" y="2230634"/>
                </a:moveTo>
                <a:cubicBezTo>
                  <a:pt x="1404309" y="2223216"/>
                  <a:pt x="1397303" y="2216209"/>
                  <a:pt x="1394831" y="2220743"/>
                </a:cubicBezTo>
                <a:cubicBezTo>
                  <a:pt x="1393183" y="2223216"/>
                  <a:pt x="1393183" y="2227337"/>
                  <a:pt x="1394419" y="2229398"/>
                </a:cubicBezTo>
                <a:cubicBezTo>
                  <a:pt x="1397303" y="2234344"/>
                  <a:pt x="1404721" y="2234756"/>
                  <a:pt x="1404721" y="2230634"/>
                </a:cubicBezTo>
                <a:close/>
                <a:moveTo>
                  <a:pt x="1547712" y="2193954"/>
                </a:moveTo>
                <a:cubicBezTo>
                  <a:pt x="1546475" y="2192717"/>
                  <a:pt x="1542767" y="2192305"/>
                  <a:pt x="1539882" y="2193542"/>
                </a:cubicBezTo>
                <a:cubicBezTo>
                  <a:pt x="1536585" y="2194778"/>
                  <a:pt x="1537822" y="2196015"/>
                  <a:pt x="1542355" y="2196015"/>
                </a:cubicBezTo>
                <a:cubicBezTo>
                  <a:pt x="1546887" y="2196427"/>
                  <a:pt x="1549360" y="2195190"/>
                  <a:pt x="1547712" y="2193954"/>
                </a:cubicBezTo>
                <a:close/>
                <a:moveTo>
                  <a:pt x="1730262" y="2182826"/>
                </a:moveTo>
                <a:cubicBezTo>
                  <a:pt x="1730262" y="2169226"/>
                  <a:pt x="1704713" y="2163043"/>
                  <a:pt x="1682873" y="2171286"/>
                </a:cubicBezTo>
                <a:cubicBezTo>
                  <a:pt x="1675456" y="2174171"/>
                  <a:pt x="1675868" y="2174996"/>
                  <a:pt x="1686994" y="2181178"/>
                </a:cubicBezTo>
                <a:cubicBezTo>
                  <a:pt x="1702241" y="2189420"/>
                  <a:pt x="1730262" y="2190657"/>
                  <a:pt x="1730262" y="2182826"/>
                </a:cubicBezTo>
                <a:close/>
                <a:moveTo>
                  <a:pt x="1496614" y="2170874"/>
                </a:moveTo>
                <a:cubicBezTo>
                  <a:pt x="1498262" y="2165928"/>
                  <a:pt x="1497026" y="2160571"/>
                  <a:pt x="1494554" y="2158922"/>
                </a:cubicBezTo>
                <a:cubicBezTo>
                  <a:pt x="1487960" y="2154801"/>
                  <a:pt x="1478483" y="2159334"/>
                  <a:pt x="1481779" y="2165104"/>
                </a:cubicBezTo>
                <a:cubicBezTo>
                  <a:pt x="1483427" y="2167577"/>
                  <a:pt x="1485076" y="2170874"/>
                  <a:pt x="1485488" y="2172935"/>
                </a:cubicBezTo>
                <a:cubicBezTo>
                  <a:pt x="1486724" y="2179117"/>
                  <a:pt x="1487136" y="2179941"/>
                  <a:pt x="1490845" y="2179941"/>
                </a:cubicBezTo>
                <a:cubicBezTo>
                  <a:pt x="1492905" y="2179941"/>
                  <a:pt x="1495378" y="2175820"/>
                  <a:pt x="1496614" y="2170874"/>
                </a:cubicBezTo>
                <a:close/>
                <a:moveTo>
                  <a:pt x="2212393" y="2037753"/>
                </a:moveTo>
                <a:cubicBezTo>
                  <a:pt x="2212393" y="2034456"/>
                  <a:pt x="2209920" y="2031571"/>
                  <a:pt x="2206624" y="2031571"/>
                </a:cubicBezTo>
                <a:cubicBezTo>
                  <a:pt x="2199618" y="2031571"/>
                  <a:pt x="2195085" y="2037341"/>
                  <a:pt x="2198794" y="2041462"/>
                </a:cubicBezTo>
                <a:cubicBezTo>
                  <a:pt x="2203739" y="2046408"/>
                  <a:pt x="2212393" y="2043935"/>
                  <a:pt x="2212393" y="2037753"/>
                </a:cubicBezTo>
                <a:close/>
                <a:moveTo>
                  <a:pt x="2295220" y="2033632"/>
                </a:moveTo>
                <a:cubicBezTo>
                  <a:pt x="2294808" y="2027450"/>
                  <a:pt x="2285330" y="2028686"/>
                  <a:pt x="2283270" y="2034868"/>
                </a:cubicBezTo>
                <a:cubicBezTo>
                  <a:pt x="2282034" y="2038577"/>
                  <a:pt x="2284094" y="2040226"/>
                  <a:pt x="2288215" y="2038989"/>
                </a:cubicBezTo>
                <a:cubicBezTo>
                  <a:pt x="2292336" y="2038577"/>
                  <a:pt x="2295220" y="2036104"/>
                  <a:pt x="2295220" y="2033632"/>
                </a:cubicBezTo>
                <a:close/>
                <a:moveTo>
                  <a:pt x="1723669" y="1982526"/>
                </a:moveTo>
                <a:cubicBezTo>
                  <a:pt x="1724905" y="1980878"/>
                  <a:pt x="1722432" y="1975932"/>
                  <a:pt x="1717900" y="1971811"/>
                </a:cubicBezTo>
                <a:cubicBezTo>
                  <a:pt x="1713779" y="1968101"/>
                  <a:pt x="1711306" y="1962744"/>
                  <a:pt x="1712131" y="1959859"/>
                </a:cubicBezTo>
                <a:cubicBezTo>
                  <a:pt x="1713367" y="1956974"/>
                  <a:pt x="1711718" y="1952852"/>
                  <a:pt x="1708834" y="1950379"/>
                </a:cubicBezTo>
                <a:cubicBezTo>
                  <a:pt x="1701416" y="1944610"/>
                  <a:pt x="1656088" y="1939664"/>
                  <a:pt x="1656088" y="1944610"/>
                </a:cubicBezTo>
                <a:cubicBezTo>
                  <a:pt x="1656088" y="1949555"/>
                  <a:pt x="1664330" y="1954913"/>
                  <a:pt x="1672571" y="1955325"/>
                </a:cubicBezTo>
                <a:cubicBezTo>
                  <a:pt x="1693999" y="1956974"/>
                  <a:pt x="1695235" y="1957386"/>
                  <a:pt x="1689878" y="1961095"/>
                </a:cubicBezTo>
                <a:cubicBezTo>
                  <a:pt x="1686994" y="1962744"/>
                  <a:pt x="1679988" y="1963568"/>
                  <a:pt x="1674219" y="1962331"/>
                </a:cubicBezTo>
                <a:cubicBezTo>
                  <a:pt x="1664330" y="1960683"/>
                  <a:pt x="1660621" y="1966865"/>
                  <a:pt x="1668862" y="1972223"/>
                </a:cubicBezTo>
                <a:cubicBezTo>
                  <a:pt x="1674219" y="1975108"/>
                  <a:pt x="1708834" y="1985411"/>
                  <a:pt x="1716663" y="1985823"/>
                </a:cubicBezTo>
                <a:cubicBezTo>
                  <a:pt x="1719136" y="1986236"/>
                  <a:pt x="1722432" y="1984587"/>
                  <a:pt x="1723669" y="1982526"/>
                </a:cubicBezTo>
                <a:close/>
                <a:moveTo>
                  <a:pt x="1647022" y="1932245"/>
                </a:moveTo>
                <a:cubicBezTo>
                  <a:pt x="1644138" y="1930185"/>
                  <a:pt x="1638781" y="1928536"/>
                  <a:pt x="1635072" y="1928536"/>
                </a:cubicBezTo>
                <a:cubicBezTo>
                  <a:pt x="1631775" y="1928536"/>
                  <a:pt x="1622710" y="1924003"/>
                  <a:pt x="1614880" y="1918233"/>
                </a:cubicBezTo>
                <a:cubicBezTo>
                  <a:pt x="1603754" y="1909990"/>
                  <a:pt x="1597985" y="1908341"/>
                  <a:pt x="1587271" y="1910402"/>
                </a:cubicBezTo>
                <a:cubicBezTo>
                  <a:pt x="1577381" y="1912463"/>
                  <a:pt x="1573260" y="1911226"/>
                  <a:pt x="1571200" y="1906693"/>
                </a:cubicBezTo>
                <a:cubicBezTo>
                  <a:pt x="1568728" y="1899686"/>
                  <a:pt x="1513509" y="1892268"/>
                  <a:pt x="1500735" y="1897626"/>
                </a:cubicBezTo>
                <a:cubicBezTo>
                  <a:pt x="1494141" y="1900098"/>
                  <a:pt x="1494966" y="1901335"/>
                  <a:pt x="1504856" y="1906281"/>
                </a:cubicBezTo>
                <a:cubicBezTo>
                  <a:pt x="1511037" y="1909578"/>
                  <a:pt x="1529580" y="1914935"/>
                  <a:pt x="1546063" y="1918233"/>
                </a:cubicBezTo>
                <a:cubicBezTo>
                  <a:pt x="1562546" y="1921530"/>
                  <a:pt x="1582326" y="1926475"/>
                  <a:pt x="1589743" y="1929772"/>
                </a:cubicBezTo>
                <a:cubicBezTo>
                  <a:pt x="1604578" y="1936367"/>
                  <a:pt x="1656500" y="1938015"/>
                  <a:pt x="1647022" y="1932245"/>
                </a:cubicBezTo>
                <a:close/>
                <a:moveTo>
                  <a:pt x="1186320" y="1433969"/>
                </a:moveTo>
                <a:cubicBezTo>
                  <a:pt x="1186320" y="1431908"/>
                  <a:pt x="1184259" y="1429847"/>
                  <a:pt x="1181787" y="1429847"/>
                </a:cubicBezTo>
                <a:cubicBezTo>
                  <a:pt x="1179726" y="1429847"/>
                  <a:pt x="1178902" y="1431908"/>
                  <a:pt x="1180138" y="1433969"/>
                </a:cubicBezTo>
                <a:cubicBezTo>
                  <a:pt x="1181375" y="1436442"/>
                  <a:pt x="1183435" y="1438090"/>
                  <a:pt x="1184671" y="1438090"/>
                </a:cubicBezTo>
                <a:cubicBezTo>
                  <a:pt x="1185495" y="1438090"/>
                  <a:pt x="1186320" y="1436442"/>
                  <a:pt x="1186320" y="1433969"/>
                </a:cubicBezTo>
                <a:close/>
                <a:moveTo>
                  <a:pt x="1180963" y="1404295"/>
                </a:moveTo>
                <a:cubicBezTo>
                  <a:pt x="1179726" y="1400998"/>
                  <a:pt x="1178490" y="1402234"/>
                  <a:pt x="1178490" y="1406768"/>
                </a:cubicBezTo>
                <a:cubicBezTo>
                  <a:pt x="1178078" y="1411301"/>
                  <a:pt x="1179314" y="1413774"/>
                  <a:pt x="1180550" y="1412125"/>
                </a:cubicBezTo>
                <a:cubicBezTo>
                  <a:pt x="1181787" y="1410889"/>
                  <a:pt x="1182199" y="1407180"/>
                  <a:pt x="1180963" y="1404295"/>
                </a:cubicBezTo>
                <a:close/>
                <a:moveTo>
                  <a:pt x="1399776" y="1324752"/>
                </a:moveTo>
                <a:cubicBezTo>
                  <a:pt x="1401424" y="1307030"/>
                  <a:pt x="1396479" y="1299611"/>
                  <a:pt x="1385765" y="1303733"/>
                </a:cubicBezTo>
                <a:cubicBezTo>
                  <a:pt x="1380408" y="1305793"/>
                  <a:pt x="1379584" y="1307442"/>
                  <a:pt x="1383293" y="1311151"/>
                </a:cubicBezTo>
                <a:cubicBezTo>
                  <a:pt x="1386177" y="1314036"/>
                  <a:pt x="1388238" y="1322279"/>
                  <a:pt x="1388238" y="1330110"/>
                </a:cubicBezTo>
                <a:cubicBezTo>
                  <a:pt x="1388238" y="1349480"/>
                  <a:pt x="1398127" y="1344947"/>
                  <a:pt x="1399776" y="1324752"/>
                </a:cubicBezTo>
                <a:close/>
                <a:moveTo>
                  <a:pt x="930831" y="1228311"/>
                </a:moveTo>
                <a:cubicBezTo>
                  <a:pt x="930831" y="1223366"/>
                  <a:pt x="914760" y="1218008"/>
                  <a:pt x="911052" y="1221717"/>
                </a:cubicBezTo>
                <a:cubicBezTo>
                  <a:pt x="908167" y="1224602"/>
                  <a:pt x="918057" y="1232020"/>
                  <a:pt x="925887" y="1232020"/>
                </a:cubicBezTo>
                <a:cubicBezTo>
                  <a:pt x="928359" y="1232020"/>
                  <a:pt x="930831" y="1230372"/>
                  <a:pt x="930831" y="1228311"/>
                </a:cubicBezTo>
                <a:close/>
                <a:moveTo>
                  <a:pt x="934952" y="1193279"/>
                </a:moveTo>
                <a:cubicBezTo>
                  <a:pt x="934952" y="1192043"/>
                  <a:pt x="933304" y="1189982"/>
                  <a:pt x="930831" y="1188746"/>
                </a:cubicBezTo>
                <a:cubicBezTo>
                  <a:pt x="928771" y="1187509"/>
                  <a:pt x="926711" y="1188334"/>
                  <a:pt x="926711" y="1190394"/>
                </a:cubicBezTo>
                <a:cubicBezTo>
                  <a:pt x="926711" y="1192867"/>
                  <a:pt x="928771" y="1194928"/>
                  <a:pt x="930831" y="1194928"/>
                </a:cubicBezTo>
                <a:cubicBezTo>
                  <a:pt x="933304" y="1194928"/>
                  <a:pt x="934952" y="1194104"/>
                  <a:pt x="934952" y="1193279"/>
                </a:cubicBezTo>
                <a:close/>
                <a:moveTo>
                  <a:pt x="580566" y="1178854"/>
                </a:moveTo>
                <a:cubicBezTo>
                  <a:pt x="580566" y="1170200"/>
                  <a:pt x="575209" y="1161957"/>
                  <a:pt x="569852" y="1161957"/>
                </a:cubicBezTo>
                <a:cubicBezTo>
                  <a:pt x="562846" y="1161957"/>
                  <a:pt x="562434" y="1171024"/>
                  <a:pt x="569027" y="1177618"/>
                </a:cubicBezTo>
                <a:cubicBezTo>
                  <a:pt x="574797" y="1183388"/>
                  <a:pt x="580566" y="1184212"/>
                  <a:pt x="580566" y="1178854"/>
                </a:cubicBezTo>
                <a:close/>
                <a:moveTo>
                  <a:pt x="930831" y="1178442"/>
                </a:moveTo>
                <a:cubicBezTo>
                  <a:pt x="930831" y="1175969"/>
                  <a:pt x="922178" y="1166078"/>
                  <a:pt x="911876" y="1156599"/>
                </a:cubicBezTo>
                <a:cubicBezTo>
                  <a:pt x="901574" y="1147120"/>
                  <a:pt x="891272" y="1135580"/>
                  <a:pt x="889212" y="1131046"/>
                </a:cubicBezTo>
                <a:cubicBezTo>
                  <a:pt x="875613" y="1101372"/>
                  <a:pt x="860778" y="1087772"/>
                  <a:pt x="860778" y="1105081"/>
                </a:cubicBezTo>
                <a:cubicBezTo>
                  <a:pt x="860778" y="1111264"/>
                  <a:pt x="871080" y="1125688"/>
                  <a:pt x="889624" y="1145471"/>
                </a:cubicBezTo>
                <a:cubicBezTo>
                  <a:pt x="905283" y="1162369"/>
                  <a:pt x="918469" y="1177618"/>
                  <a:pt x="918469" y="1179679"/>
                </a:cubicBezTo>
                <a:cubicBezTo>
                  <a:pt x="918469" y="1184212"/>
                  <a:pt x="930831" y="1182976"/>
                  <a:pt x="930831" y="1178442"/>
                </a:cubicBezTo>
                <a:close/>
                <a:moveTo>
                  <a:pt x="1178078" y="1159896"/>
                </a:moveTo>
                <a:cubicBezTo>
                  <a:pt x="1178078" y="1156599"/>
                  <a:pt x="1175193" y="1153714"/>
                  <a:pt x="1171897" y="1153714"/>
                </a:cubicBezTo>
                <a:cubicBezTo>
                  <a:pt x="1165304" y="1153714"/>
                  <a:pt x="1163655" y="1158660"/>
                  <a:pt x="1168600" y="1163193"/>
                </a:cubicBezTo>
                <a:cubicBezTo>
                  <a:pt x="1173133" y="1168139"/>
                  <a:pt x="1178078" y="1166490"/>
                  <a:pt x="1178078" y="1159896"/>
                </a:cubicBezTo>
                <a:close/>
                <a:moveTo>
                  <a:pt x="1223407" y="1118682"/>
                </a:moveTo>
                <a:cubicBezTo>
                  <a:pt x="1223407" y="1112088"/>
                  <a:pt x="1212280" y="1105494"/>
                  <a:pt x="1208160" y="1110027"/>
                </a:cubicBezTo>
                <a:cubicBezTo>
                  <a:pt x="1205275" y="1112912"/>
                  <a:pt x="1214753" y="1124864"/>
                  <a:pt x="1219698" y="1124864"/>
                </a:cubicBezTo>
                <a:cubicBezTo>
                  <a:pt x="1221758" y="1124864"/>
                  <a:pt x="1223407" y="1121979"/>
                  <a:pt x="1223407" y="1118682"/>
                </a:cubicBezTo>
                <a:close/>
                <a:moveTo>
                  <a:pt x="1430269" y="1071286"/>
                </a:moveTo>
                <a:cubicBezTo>
                  <a:pt x="1431506" y="1046970"/>
                  <a:pt x="1430682" y="1044497"/>
                  <a:pt x="1423264" y="1044497"/>
                </a:cubicBezTo>
                <a:cubicBezTo>
                  <a:pt x="1416259" y="1044497"/>
                  <a:pt x="1414611" y="1047794"/>
                  <a:pt x="1413786" y="1063043"/>
                </a:cubicBezTo>
                <a:cubicBezTo>
                  <a:pt x="1412962" y="1072935"/>
                  <a:pt x="1413786" y="1087772"/>
                  <a:pt x="1415023" y="1095602"/>
                </a:cubicBezTo>
                <a:cubicBezTo>
                  <a:pt x="1419143" y="1118270"/>
                  <a:pt x="1428621" y="1103433"/>
                  <a:pt x="1430269" y="1071286"/>
                </a:cubicBezTo>
                <a:close/>
                <a:moveTo>
                  <a:pt x="1166952" y="1095190"/>
                </a:moveTo>
                <a:cubicBezTo>
                  <a:pt x="1168188" y="1089832"/>
                  <a:pt x="1167776" y="1078292"/>
                  <a:pt x="1165716" y="1069225"/>
                </a:cubicBezTo>
                <a:cubicBezTo>
                  <a:pt x="1163243" y="1056449"/>
                  <a:pt x="1159122" y="1055213"/>
                  <a:pt x="1161183" y="1067989"/>
                </a:cubicBezTo>
                <a:cubicBezTo>
                  <a:pt x="1161183" y="1069638"/>
                  <a:pt x="1159535" y="1075820"/>
                  <a:pt x="1157062" y="1082002"/>
                </a:cubicBezTo>
                <a:cubicBezTo>
                  <a:pt x="1152941" y="1093954"/>
                  <a:pt x="1154590" y="1104257"/>
                  <a:pt x="1161183" y="1104257"/>
                </a:cubicBezTo>
                <a:cubicBezTo>
                  <a:pt x="1163243" y="1104257"/>
                  <a:pt x="1165716" y="1100136"/>
                  <a:pt x="1166952" y="1095190"/>
                </a:cubicBezTo>
                <a:close/>
                <a:moveTo>
                  <a:pt x="847592" y="1079117"/>
                </a:moveTo>
                <a:cubicBezTo>
                  <a:pt x="841823" y="1075820"/>
                  <a:pt x="840999" y="1071698"/>
                  <a:pt x="842647" y="1060158"/>
                </a:cubicBezTo>
                <a:cubicBezTo>
                  <a:pt x="843883" y="1051503"/>
                  <a:pt x="843471" y="1046558"/>
                  <a:pt x="840999" y="1048206"/>
                </a:cubicBezTo>
                <a:cubicBezTo>
                  <a:pt x="834817" y="1051916"/>
                  <a:pt x="826576" y="1039551"/>
                  <a:pt x="829460" y="1031309"/>
                </a:cubicBezTo>
                <a:cubicBezTo>
                  <a:pt x="832757" y="1023066"/>
                  <a:pt x="823691" y="1016471"/>
                  <a:pt x="816686" y="1022654"/>
                </a:cubicBezTo>
                <a:cubicBezTo>
                  <a:pt x="812565" y="1025951"/>
                  <a:pt x="811329" y="1025126"/>
                  <a:pt x="811329" y="1020181"/>
                </a:cubicBezTo>
                <a:cubicBezTo>
                  <a:pt x="811329" y="1009465"/>
                  <a:pt x="792373" y="1011526"/>
                  <a:pt x="789489" y="1022654"/>
                </a:cubicBezTo>
                <a:cubicBezTo>
                  <a:pt x="787429" y="1029248"/>
                  <a:pt x="792373" y="1037491"/>
                  <a:pt x="808032" y="1055625"/>
                </a:cubicBezTo>
                <a:cubicBezTo>
                  <a:pt x="819571" y="1068813"/>
                  <a:pt x="829872" y="1078705"/>
                  <a:pt x="831109" y="1077880"/>
                </a:cubicBezTo>
                <a:cubicBezTo>
                  <a:pt x="832345" y="1076644"/>
                  <a:pt x="830697" y="1072110"/>
                  <a:pt x="827400" y="1068401"/>
                </a:cubicBezTo>
                <a:cubicBezTo>
                  <a:pt x="822043" y="1061395"/>
                  <a:pt x="822043" y="1061395"/>
                  <a:pt x="829460" y="1067165"/>
                </a:cubicBezTo>
                <a:cubicBezTo>
                  <a:pt x="833581" y="1070462"/>
                  <a:pt x="838526" y="1077468"/>
                  <a:pt x="840587" y="1083238"/>
                </a:cubicBezTo>
                <a:cubicBezTo>
                  <a:pt x="843883" y="1091069"/>
                  <a:pt x="845531" y="1092305"/>
                  <a:pt x="849652" y="1088184"/>
                </a:cubicBezTo>
                <a:cubicBezTo>
                  <a:pt x="853361" y="1084062"/>
                  <a:pt x="852949" y="1082414"/>
                  <a:pt x="847592" y="1079117"/>
                </a:cubicBezTo>
                <a:close/>
                <a:moveTo>
                  <a:pt x="587983" y="1070462"/>
                </a:moveTo>
                <a:cubicBezTo>
                  <a:pt x="585098" y="1062631"/>
                  <a:pt x="572324" y="1061395"/>
                  <a:pt x="572324" y="1068813"/>
                </a:cubicBezTo>
                <a:cubicBezTo>
                  <a:pt x="572324" y="1072935"/>
                  <a:pt x="576033" y="1075407"/>
                  <a:pt x="580978" y="1075407"/>
                </a:cubicBezTo>
                <a:cubicBezTo>
                  <a:pt x="585923" y="1075407"/>
                  <a:pt x="588807" y="1073347"/>
                  <a:pt x="587983" y="1070462"/>
                </a:cubicBezTo>
                <a:close/>
                <a:moveTo>
                  <a:pt x="435926" y="997101"/>
                </a:moveTo>
                <a:cubicBezTo>
                  <a:pt x="420267" y="983500"/>
                  <a:pt x="411614" y="981440"/>
                  <a:pt x="411614" y="991331"/>
                </a:cubicBezTo>
                <a:cubicBezTo>
                  <a:pt x="411614" y="994628"/>
                  <a:pt x="417795" y="999986"/>
                  <a:pt x="425624" y="1003283"/>
                </a:cubicBezTo>
                <a:cubicBezTo>
                  <a:pt x="433454" y="1006580"/>
                  <a:pt x="441283" y="1011526"/>
                  <a:pt x="442932" y="1014411"/>
                </a:cubicBezTo>
                <a:cubicBezTo>
                  <a:pt x="445404" y="1018120"/>
                  <a:pt x="446640" y="1018120"/>
                  <a:pt x="447877" y="1013999"/>
                </a:cubicBezTo>
                <a:cubicBezTo>
                  <a:pt x="448701" y="1011114"/>
                  <a:pt x="443344" y="1003283"/>
                  <a:pt x="435926" y="997101"/>
                </a:cubicBezTo>
                <a:close/>
                <a:moveTo>
                  <a:pt x="518754" y="988858"/>
                </a:moveTo>
                <a:cubicBezTo>
                  <a:pt x="518754" y="984737"/>
                  <a:pt x="494441" y="970724"/>
                  <a:pt x="491557" y="973197"/>
                </a:cubicBezTo>
                <a:cubicBezTo>
                  <a:pt x="490733" y="974433"/>
                  <a:pt x="493617" y="978967"/>
                  <a:pt x="498150" y="983912"/>
                </a:cubicBezTo>
                <a:cubicBezTo>
                  <a:pt x="506804" y="993392"/>
                  <a:pt x="518754" y="996277"/>
                  <a:pt x="518754" y="988858"/>
                </a:cubicBezTo>
                <a:close/>
                <a:moveTo>
                  <a:pt x="2892321" y="984737"/>
                </a:moveTo>
                <a:cubicBezTo>
                  <a:pt x="2892321" y="979791"/>
                  <a:pt x="2889024" y="979791"/>
                  <a:pt x="2877898" y="984737"/>
                </a:cubicBezTo>
                <a:cubicBezTo>
                  <a:pt x="2870480" y="988034"/>
                  <a:pt x="2870893" y="988446"/>
                  <a:pt x="2881195" y="988446"/>
                </a:cubicBezTo>
                <a:cubicBezTo>
                  <a:pt x="2887376" y="988858"/>
                  <a:pt x="2892321" y="987210"/>
                  <a:pt x="2892321" y="984737"/>
                </a:cubicBezTo>
                <a:close/>
                <a:moveTo>
                  <a:pt x="1436863" y="975670"/>
                </a:moveTo>
                <a:cubicBezTo>
                  <a:pt x="1442220" y="970312"/>
                  <a:pt x="1443456" y="955063"/>
                  <a:pt x="1438923" y="950529"/>
                </a:cubicBezTo>
                <a:cubicBezTo>
                  <a:pt x="1434390" y="945584"/>
                  <a:pt x="1421204" y="960833"/>
                  <a:pt x="1421204" y="971136"/>
                </a:cubicBezTo>
                <a:cubicBezTo>
                  <a:pt x="1421204" y="981440"/>
                  <a:pt x="1429033" y="983500"/>
                  <a:pt x="1436863" y="975670"/>
                </a:cubicBezTo>
                <a:close/>
                <a:moveTo>
                  <a:pt x="485788" y="962069"/>
                </a:moveTo>
                <a:cubicBezTo>
                  <a:pt x="482903" y="958360"/>
                  <a:pt x="479607" y="956711"/>
                  <a:pt x="478782" y="957536"/>
                </a:cubicBezTo>
                <a:cubicBezTo>
                  <a:pt x="475898" y="960421"/>
                  <a:pt x="481667" y="968251"/>
                  <a:pt x="486612" y="968251"/>
                </a:cubicBezTo>
                <a:cubicBezTo>
                  <a:pt x="489084" y="968251"/>
                  <a:pt x="489084" y="965778"/>
                  <a:pt x="485788" y="962069"/>
                </a:cubicBezTo>
                <a:close/>
                <a:moveTo>
                  <a:pt x="1163243" y="943111"/>
                </a:moveTo>
                <a:cubicBezTo>
                  <a:pt x="1168188" y="918382"/>
                  <a:pt x="1166540" y="905606"/>
                  <a:pt x="1158710" y="907255"/>
                </a:cubicBezTo>
                <a:cubicBezTo>
                  <a:pt x="1147172" y="909315"/>
                  <a:pt x="1145524" y="955887"/>
                  <a:pt x="1156650" y="955887"/>
                </a:cubicBezTo>
                <a:cubicBezTo>
                  <a:pt x="1158710" y="955887"/>
                  <a:pt x="1161595" y="950117"/>
                  <a:pt x="1163243" y="943111"/>
                </a:cubicBezTo>
                <a:close/>
                <a:moveTo>
                  <a:pt x="734683" y="943111"/>
                </a:moveTo>
                <a:cubicBezTo>
                  <a:pt x="733446" y="941050"/>
                  <a:pt x="730562" y="940226"/>
                  <a:pt x="728501" y="941874"/>
                </a:cubicBezTo>
                <a:cubicBezTo>
                  <a:pt x="726441" y="943111"/>
                  <a:pt x="725617" y="945996"/>
                  <a:pt x="727265" y="948056"/>
                </a:cubicBezTo>
                <a:cubicBezTo>
                  <a:pt x="728501" y="950117"/>
                  <a:pt x="731386" y="950941"/>
                  <a:pt x="733446" y="949293"/>
                </a:cubicBezTo>
                <a:cubicBezTo>
                  <a:pt x="735507" y="948056"/>
                  <a:pt x="736331" y="945171"/>
                  <a:pt x="734683" y="943111"/>
                </a:cubicBezTo>
                <a:close/>
                <a:moveTo>
                  <a:pt x="1439747" y="928686"/>
                </a:moveTo>
                <a:cubicBezTo>
                  <a:pt x="1446753" y="911376"/>
                  <a:pt x="1444692" y="905194"/>
                  <a:pt x="1432330" y="908903"/>
                </a:cubicBezTo>
                <a:cubicBezTo>
                  <a:pt x="1419555" y="912612"/>
                  <a:pt x="1417495" y="917970"/>
                  <a:pt x="1422028" y="931571"/>
                </a:cubicBezTo>
                <a:cubicBezTo>
                  <a:pt x="1427385" y="947232"/>
                  <a:pt x="1432330" y="946408"/>
                  <a:pt x="1439747" y="928686"/>
                </a:cubicBezTo>
                <a:close/>
                <a:moveTo>
                  <a:pt x="712430" y="935280"/>
                </a:moveTo>
                <a:cubicBezTo>
                  <a:pt x="712430" y="933219"/>
                  <a:pt x="710782" y="931159"/>
                  <a:pt x="708310" y="931159"/>
                </a:cubicBezTo>
                <a:cubicBezTo>
                  <a:pt x="706249" y="931159"/>
                  <a:pt x="704189" y="933219"/>
                  <a:pt x="704189" y="935280"/>
                </a:cubicBezTo>
                <a:cubicBezTo>
                  <a:pt x="704189" y="937753"/>
                  <a:pt x="706249" y="939401"/>
                  <a:pt x="708310" y="939401"/>
                </a:cubicBezTo>
                <a:cubicBezTo>
                  <a:pt x="710782" y="939401"/>
                  <a:pt x="712430" y="937753"/>
                  <a:pt x="712430" y="935280"/>
                </a:cubicBezTo>
                <a:close/>
                <a:moveTo>
                  <a:pt x="764352" y="934868"/>
                </a:moveTo>
                <a:cubicBezTo>
                  <a:pt x="768061" y="928274"/>
                  <a:pt x="760231" y="922092"/>
                  <a:pt x="751990" y="925389"/>
                </a:cubicBezTo>
                <a:cubicBezTo>
                  <a:pt x="746633" y="927449"/>
                  <a:pt x="746221" y="929098"/>
                  <a:pt x="749929" y="933631"/>
                </a:cubicBezTo>
                <a:cubicBezTo>
                  <a:pt x="755699" y="940638"/>
                  <a:pt x="760231" y="941050"/>
                  <a:pt x="764352" y="934868"/>
                </a:cubicBezTo>
                <a:close/>
                <a:moveTo>
                  <a:pt x="687706" y="925801"/>
                </a:moveTo>
                <a:cubicBezTo>
                  <a:pt x="687706" y="922916"/>
                  <a:pt x="682761" y="915497"/>
                  <a:pt x="676992" y="909315"/>
                </a:cubicBezTo>
                <a:cubicBezTo>
                  <a:pt x="670811" y="902721"/>
                  <a:pt x="667102" y="894066"/>
                  <a:pt x="667514" y="888708"/>
                </a:cubicBezTo>
                <a:cubicBezTo>
                  <a:pt x="668750" y="879229"/>
                  <a:pt x="659272" y="861095"/>
                  <a:pt x="653503" y="861095"/>
                </a:cubicBezTo>
                <a:cubicBezTo>
                  <a:pt x="651443" y="861095"/>
                  <a:pt x="651031" y="864804"/>
                  <a:pt x="652679" y="869338"/>
                </a:cubicBezTo>
                <a:cubicBezTo>
                  <a:pt x="654740" y="875520"/>
                  <a:pt x="652679" y="877993"/>
                  <a:pt x="644850" y="880053"/>
                </a:cubicBezTo>
                <a:cubicBezTo>
                  <a:pt x="639081" y="881290"/>
                  <a:pt x="634136" y="883763"/>
                  <a:pt x="634136" y="884999"/>
                </a:cubicBezTo>
                <a:cubicBezTo>
                  <a:pt x="634136" y="890769"/>
                  <a:pt x="648558" y="902309"/>
                  <a:pt x="655564" y="902309"/>
                </a:cubicBezTo>
                <a:cubicBezTo>
                  <a:pt x="659684" y="902309"/>
                  <a:pt x="662981" y="905194"/>
                  <a:pt x="662981" y="909315"/>
                </a:cubicBezTo>
                <a:cubicBezTo>
                  <a:pt x="662981" y="917146"/>
                  <a:pt x="674931" y="930746"/>
                  <a:pt x="682761" y="930746"/>
                </a:cubicBezTo>
                <a:cubicBezTo>
                  <a:pt x="685233" y="931159"/>
                  <a:pt x="687706" y="928686"/>
                  <a:pt x="687706" y="925801"/>
                </a:cubicBezTo>
                <a:close/>
                <a:moveTo>
                  <a:pt x="687706" y="885823"/>
                </a:moveTo>
                <a:cubicBezTo>
                  <a:pt x="679464" y="880465"/>
                  <a:pt x="674107" y="880465"/>
                  <a:pt x="677404" y="885823"/>
                </a:cubicBezTo>
                <a:cubicBezTo>
                  <a:pt x="678640" y="888296"/>
                  <a:pt x="683173" y="889945"/>
                  <a:pt x="686882" y="889945"/>
                </a:cubicBezTo>
                <a:cubicBezTo>
                  <a:pt x="693063" y="889945"/>
                  <a:pt x="693063" y="889120"/>
                  <a:pt x="687706" y="885823"/>
                </a:cubicBezTo>
                <a:close/>
                <a:moveTo>
                  <a:pt x="1433978" y="870574"/>
                </a:moveTo>
                <a:cubicBezTo>
                  <a:pt x="1434390" y="863980"/>
                  <a:pt x="1435214" y="852028"/>
                  <a:pt x="1436039" y="843785"/>
                </a:cubicBezTo>
                <a:cubicBezTo>
                  <a:pt x="1436863" y="835130"/>
                  <a:pt x="1435626" y="828124"/>
                  <a:pt x="1433978" y="828124"/>
                </a:cubicBezTo>
                <a:cubicBezTo>
                  <a:pt x="1429857" y="828124"/>
                  <a:pt x="1425325" y="848731"/>
                  <a:pt x="1425325" y="867689"/>
                </a:cubicBezTo>
                <a:cubicBezTo>
                  <a:pt x="1425325" y="884175"/>
                  <a:pt x="1433154" y="886648"/>
                  <a:pt x="1433978" y="870574"/>
                </a:cubicBezTo>
                <a:close/>
                <a:moveTo>
                  <a:pt x="639081" y="864804"/>
                </a:moveTo>
                <a:cubicBezTo>
                  <a:pt x="636196" y="853676"/>
                  <a:pt x="613532" y="842961"/>
                  <a:pt x="613532" y="852852"/>
                </a:cubicBezTo>
                <a:cubicBezTo>
                  <a:pt x="613532" y="859859"/>
                  <a:pt x="627542" y="872223"/>
                  <a:pt x="634136" y="870986"/>
                </a:cubicBezTo>
                <a:cubicBezTo>
                  <a:pt x="637432" y="870574"/>
                  <a:pt x="639905" y="867689"/>
                  <a:pt x="639081" y="864804"/>
                </a:cubicBezTo>
                <a:close/>
                <a:moveTo>
                  <a:pt x="2968555" y="844609"/>
                </a:moveTo>
                <a:cubicBezTo>
                  <a:pt x="2968555" y="840076"/>
                  <a:pt x="2965258" y="838839"/>
                  <a:pt x="2956193" y="840076"/>
                </a:cubicBezTo>
                <a:cubicBezTo>
                  <a:pt x="2940122" y="841724"/>
                  <a:pt x="2935589" y="844609"/>
                  <a:pt x="2942182" y="849143"/>
                </a:cubicBezTo>
                <a:cubicBezTo>
                  <a:pt x="2950836" y="854913"/>
                  <a:pt x="2968555" y="851616"/>
                  <a:pt x="2968555" y="844609"/>
                </a:cubicBezTo>
                <a:close/>
                <a:moveTo>
                  <a:pt x="616416" y="830184"/>
                </a:moveTo>
                <a:cubicBezTo>
                  <a:pt x="610235" y="824415"/>
                  <a:pt x="602818" y="819881"/>
                  <a:pt x="599933" y="819881"/>
                </a:cubicBezTo>
                <a:cubicBezTo>
                  <a:pt x="597049" y="819881"/>
                  <a:pt x="600345" y="824827"/>
                  <a:pt x="606526" y="830184"/>
                </a:cubicBezTo>
                <a:cubicBezTo>
                  <a:pt x="612708" y="835954"/>
                  <a:pt x="620125" y="840488"/>
                  <a:pt x="623010" y="840488"/>
                </a:cubicBezTo>
                <a:cubicBezTo>
                  <a:pt x="625894" y="840488"/>
                  <a:pt x="622597" y="835542"/>
                  <a:pt x="616416" y="830184"/>
                </a:cubicBezTo>
                <a:close/>
                <a:moveTo>
                  <a:pt x="1159947" y="830597"/>
                </a:moveTo>
                <a:cubicBezTo>
                  <a:pt x="1161183" y="825239"/>
                  <a:pt x="1161595" y="816584"/>
                  <a:pt x="1160771" y="811226"/>
                </a:cubicBezTo>
                <a:cubicBezTo>
                  <a:pt x="1159122" y="798862"/>
                  <a:pt x="1149233" y="795565"/>
                  <a:pt x="1149233" y="807517"/>
                </a:cubicBezTo>
                <a:cubicBezTo>
                  <a:pt x="1149233" y="812462"/>
                  <a:pt x="1147172" y="819881"/>
                  <a:pt x="1145112" y="824415"/>
                </a:cubicBezTo>
                <a:cubicBezTo>
                  <a:pt x="1142639" y="828948"/>
                  <a:pt x="1141815" y="834306"/>
                  <a:pt x="1143051" y="836367"/>
                </a:cubicBezTo>
                <a:cubicBezTo>
                  <a:pt x="1147584" y="843785"/>
                  <a:pt x="1157474" y="840488"/>
                  <a:pt x="1159947" y="830597"/>
                </a:cubicBezTo>
                <a:close/>
                <a:moveTo>
                  <a:pt x="2954132" y="832245"/>
                </a:moveTo>
                <a:cubicBezTo>
                  <a:pt x="2958665" y="829360"/>
                  <a:pt x="2956605" y="828124"/>
                  <a:pt x="2945891" y="828124"/>
                </a:cubicBezTo>
                <a:cubicBezTo>
                  <a:pt x="2935177" y="828124"/>
                  <a:pt x="2933116" y="829360"/>
                  <a:pt x="2937649" y="832245"/>
                </a:cubicBezTo>
                <a:cubicBezTo>
                  <a:pt x="2940946" y="834306"/>
                  <a:pt x="2944654" y="836367"/>
                  <a:pt x="2945891" y="836367"/>
                </a:cubicBezTo>
                <a:cubicBezTo>
                  <a:pt x="2947127" y="836367"/>
                  <a:pt x="2950836" y="834306"/>
                  <a:pt x="2954132" y="832245"/>
                </a:cubicBezTo>
                <a:close/>
                <a:moveTo>
                  <a:pt x="1454170" y="777843"/>
                </a:moveTo>
                <a:cubicBezTo>
                  <a:pt x="1454170" y="765479"/>
                  <a:pt x="1442632" y="769600"/>
                  <a:pt x="1439747" y="782788"/>
                </a:cubicBezTo>
                <a:cubicBezTo>
                  <a:pt x="1436039" y="799686"/>
                  <a:pt x="1441396" y="807105"/>
                  <a:pt x="1448401" y="794740"/>
                </a:cubicBezTo>
                <a:cubicBezTo>
                  <a:pt x="1451285" y="789383"/>
                  <a:pt x="1453758" y="781552"/>
                  <a:pt x="1454170" y="777843"/>
                </a:cubicBezTo>
                <a:close/>
                <a:moveTo>
                  <a:pt x="1155002" y="781964"/>
                </a:moveTo>
                <a:cubicBezTo>
                  <a:pt x="1155414" y="779079"/>
                  <a:pt x="1159535" y="766303"/>
                  <a:pt x="1163655" y="753939"/>
                </a:cubicBezTo>
                <a:cubicBezTo>
                  <a:pt x="1167776" y="741574"/>
                  <a:pt x="1171485" y="720143"/>
                  <a:pt x="1171897" y="706543"/>
                </a:cubicBezTo>
                <a:cubicBezTo>
                  <a:pt x="1172721" y="692942"/>
                  <a:pt x="1174369" y="678517"/>
                  <a:pt x="1176018" y="674808"/>
                </a:cubicBezTo>
                <a:cubicBezTo>
                  <a:pt x="1178078" y="669862"/>
                  <a:pt x="1177254" y="667389"/>
                  <a:pt x="1173545" y="667389"/>
                </a:cubicBezTo>
                <a:cubicBezTo>
                  <a:pt x="1170249" y="667389"/>
                  <a:pt x="1163243" y="677281"/>
                  <a:pt x="1157886" y="689233"/>
                </a:cubicBezTo>
                <a:cubicBezTo>
                  <a:pt x="1139755" y="727562"/>
                  <a:pt x="1138519" y="733744"/>
                  <a:pt x="1142639" y="761357"/>
                </a:cubicBezTo>
                <a:cubicBezTo>
                  <a:pt x="1146348" y="784849"/>
                  <a:pt x="1151705" y="794328"/>
                  <a:pt x="1155002" y="781964"/>
                </a:cubicBezTo>
                <a:close/>
                <a:moveTo>
                  <a:pt x="2678040" y="751878"/>
                </a:moveTo>
                <a:cubicBezTo>
                  <a:pt x="2683397" y="745284"/>
                  <a:pt x="2680513" y="737453"/>
                  <a:pt x="2672271" y="737453"/>
                </a:cubicBezTo>
                <a:cubicBezTo>
                  <a:pt x="2663618" y="737453"/>
                  <a:pt x="2652079" y="748169"/>
                  <a:pt x="2654964" y="753114"/>
                </a:cubicBezTo>
                <a:cubicBezTo>
                  <a:pt x="2659085" y="760121"/>
                  <a:pt x="2671859" y="759296"/>
                  <a:pt x="2678040" y="751878"/>
                </a:cubicBezTo>
                <a:close/>
                <a:moveTo>
                  <a:pt x="345681" y="740338"/>
                </a:moveTo>
                <a:cubicBezTo>
                  <a:pt x="345681" y="731683"/>
                  <a:pt x="330847" y="720143"/>
                  <a:pt x="322193" y="721792"/>
                </a:cubicBezTo>
                <a:cubicBezTo>
                  <a:pt x="313127" y="723440"/>
                  <a:pt x="312303" y="733744"/>
                  <a:pt x="320957" y="740338"/>
                </a:cubicBezTo>
                <a:cubicBezTo>
                  <a:pt x="329198" y="747344"/>
                  <a:pt x="345681" y="746932"/>
                  <a:pt x="345681" y="740338"/>
                </a:cubicBezTo>
                <a:close/>
                <a:moveTo>
                  <a:pt x="286342" y="724677"/>
                </a:moveTo>
                <a:cubicBezTo>
                  <a:pt x="290463" y="718083"/>
                  <a:pt x="278925" y="708191"/>
                  <a:pt x="271920" y="712725"/>
                </a:cubicBezTo>
                <a:cubicBezTo>
                  <a:pt x="266975" y="715610"/>
                  <a:pt x="266975" y="717258"/>
                  <a:pt x="271095" y="722616"/>
                </a:cubicBezTo>
                <a:cubicBezTo>
                  <a:pt x="277689" y="730447"/>
                  <a:pt x="282221" y="730859"/>
                  <a:pt x="286342" y="724677"/>
                </a:cubicBezTo>
                <a:close/>
                <a:moveTo>
                  <a:pt x="256673" y="706131"/>
                </a:moveTo>
                <a:cubicBezTo>
                  <a:pt x="265738" y="702833"/>
                  <a:pt x="264914" y="695003"/>
                  <a:pt x="255024" y="685936"/>
                </a:cubicBezTo>
                <a:cubicBezTo>
                  <a:pt x="250079" y="681814"/>
                  <a:pt x="247607" y="675632"/>
                  <a:pt x="248431" y="672747"/>
                </a:cubicBezTo>
                <a:cubicBezTo>
                  <a:pt x="249667" y="669862"/>
                  <a:pt x="248843" y="666565"/>
                  <a:pt x="246371" y="665329"/>
                </a:cubicBezTo>
                <a:cubicBezTo>
                  <a:pt x="244310" y="663680"/>
                  <a:pt x="243486" y="660795"/>
                  <a:pt x="245134" y="658734"/>
                </a:cubicBezTo>
                <a:cubicBezTo>
                  <a:pt x="249667" y="650904"/>
                  <a:pt x="237717" y="642661"/>
                  <a:pt x="221646" y="642661"/>
                </a:cubicBezTo>
                <a:cubicBezTo>
                  <a:pt x="212992" y="642661"/>
                  <a:pt x="205163" y="644310"/>
                  <a:pt x="203515" y="646370"/>
                </a:cubicBezTo>
                <a:cubicBezTo>
                  <a:pt x="201454" y="650492"/>
                  <a:pt x="217113" y="662856"/>
                  <a:pt x="232360" y="669450"/>
                </a:cubicBezTo>
                <a:cubicBezTo>
                  <a:pt x="239365" y="672747"/>
                  <a:pt x="238129" y="673571"/>
                  <a:pt x="224943" y="674808"/>
                </a:cubicBezTo>
                <a:cubicBezTo>
                  <a:pt x="216289" y="675632"/>
                  <a:pt x="209696" y="677693"/>
                  <a:pt x="210520" y="679754"/>
                </a:cubicBezTo>
                <a:cubicBezTo>
                  <a:pt x="211344" y="682639"/>
                  <a:pt x="246371" y="708191"/>
                  <a:pt x="249667" y="708603"/>
                </a:cubicBezTo>
                <a:cubicBezTo>
                  <a:pt x="250079" y="708603"/>
                  <a:pt x="252964" y="707367"/>
                  <a:pt x="256673" y="706131"/>
                </a:cubicBezTo>
                <a:close/>
                <a:moveTo>
                  <a:pt x="176730" y="539626"/>
                </a:moveTo>
                <a:cubicBezTo>
                  <a:pt x="176730" y="537565"/>
                  <a:pt x="174669" y="535505"/>
                  <a:pt x="172197" y="535505"/>
                </a:cubicBezTo>
                <a:cubicBezTo>
                  <a:pt x="170136" y="535505"/>
                  <a:pt x="169312" y="537565"/>
                  <a:pt x="170548" y="539626"/>
                </a:cubicBezTo>
                <a:cubicBezTo>
                  <a:pt x="171785" y="542099"/>
                  <a:pt x="173845" y="543748"/>
                  <a:pt x="175081" y="543748"/>
                </a:cubicBezTo>
                <a:cubicBezTo>
                  <a:pt x="175905" y="543748"/>
                  <a:pt x="176730" y="542099"/>
                  <a:pt x="176730" y="539626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37DE1F3B-7902-FCD0-2CA9-7D175DAA1482}"/>
              </a:ext>
            </a:extLst>
          </p:cNvPr>
          <p:cNvSpPr/>
          <p:nvPr/>
        </p:nvSpPr>
        <p:spPr>
          <a:xfrm rot="21184306" flipV="1">
            <a:off x="6406637" y="1770751"/>
            <a:ext cx="860370" cy="907626"/>
          </a:xfrm>
          <a:custGeom>
            <a:avLst/>
            <a:gdLst>
              <a:gd name="csX0" fmla="*/ 1227489 w 2136621"/>
              <a:gd name="csY0" fmla="*/ 2490186 h 2507095"/>
              <a:gd name="csX1" fmla="*/ 1194523 w 2136621"/>
              <a:gd name="csY1" fmla="*/ 2479883 h 2507095"/>
              <a:gd name="csX2" fmla="*/ 1175568 w 2136621"/>
              <a:gd name="csY2" fmla="*/ 2475761 h 2507095"/>
              <a:gd name="csX3" fmla="*/ 1192463 w 2136621"/>
              <a:gd name="csY3" fmla="*/ 2434547 h 2507095"/>
              <a:gd name="csX4" fmla="*/ 1172271 w 2136621"/>
              <a:gd name="csY4" fmla="*/ 2421771 h 2507095"/>
              <a:gd name="csX5" fmla="*/ 1137244 w 2136621"/>
              <a:gd name="csY5" fmla="*/ 2417650 h 2507095"/>
              <a:gd name="csX6" fmla="*/ 1154964 w 2136621"/>
              <a:gd name="csY6" fmla="*/ 2373551 h 2507095"/>
              <a:gd name="csX7" fmla="*/ 1187518 w 2136621"/>
              <a:gd name="csY7" fmla="*/ 2332337 h 2507095"/>
              <a:gd name="csX8" fmla="*/ 1212243 w 2136621"/>
              <a:gd name="csY8" fmla="*/ 2300190 h 2507095"/>
              <a:gd name="csX9" fmla="*/ 1224605 w 2136621"/>
              <a:gd name="csY9" fmla="*/ 2276698 h 2507095"/>
              <a:gd name="csX10" fmla="*/ 1222544 w 2136621"/>
              <a:gd name="csY10" fmla="*/ 2251558 h 2507095"/>
              <a:gd name="csX11" fmla="*/ 1213067 w 2136621"/>
              <a:gd name="csY11" fmla="*/ 2222296 h 2507095"/>
              <a:gd name="csX12" fmla="*/ 1195347 w 2136621"/>
              <a:gd name="csY12" fmla="*/ 2191797 h 2507095"/>
              <a:gd name="csX13" fmla="*/ 1182573 w 2136621"/>
              <a:gd name="csY13" fmla="*/ 2167069 h 2507095"/>
              <a:gd name="csX14" fmla="*/ 1172683 w 2136621"/>
              <a:gd name="csY14" fmla="*/ 2144401 h 2507095"/>
              <a:gd name="csX15" fmla="*/ 1155788 w 2136621"/>
              <a:gd name="csY15" fmla="*/ 2113903 h 2507095"/>
              <a:gd name="csX16" fmla="*/ 1142189 w 2136621"/>
              <a:gd name="csY16" fmla="*/ 2088762 h 2507095"/>
              <a:gd name="csX17" fmla="*/ 1114992 w 2136621"/>
              <a:gd name="csY17" fmla="*/ 2042603 h 2507095"/>
              <a:gd name="csX18" fmla="*/ 1098921 w 2136621"/>
              <a:gd name="csY18" fmla="*/ 2017050 h 2507095"/>
              <a:gd name="csX19" fmla="*/ 1026396 w 2136621"/>
              <a:gd name="csY19" fmla="*/ 1913191 h 2507095"/>
              <a:gd name="csX20" fmla="*/ 1018566 w 2136621"/>
              <a:gd name="csY20" fmla="*/ 1903712 h 2507095"/>
              <a:gd name="csX21" fmla="*/ 965820 w 2136621"/>
              <a:gd name="csY21" fmla="*/ 1808508 h 2507095"/>
              <a:gd name="csX22" fmla="*/ 956754 w 2136621"/>
              <a:gd name="csY22" fmla="*/ 1789961 h 2507095"/>
              <a:gd name="csX23" fmla="*/ 948513 w 2136621"/>
              <a:gd name="csY23" fmla="*/ 1773476 h 2507095"/>
              <a:gd name="csX24" fmla="*/ 938623 w 2136621"/>
              <a:gd name="csY24" fmla="*/ 1754517 h 2507095"/>
              <a:gd name="csX25" fmla="*/ 921316 w 2136621"/>
              <a:gd name="csY25" fmla="*/ 1727728 h 2507095"/>
              <a:gd name="csX26" fmla="*/ 882580 w 2136621"/>
              <a:gd name="csY26" fmla="*/ 1670441 h 2507095"/>
              <a:gd name="csX27" fmla="*/ 875987 w 2136621"/>
              <a:gd name="csY27" fmla="*/ 1651483 h 2507095"/>
              <a:gd name="csX28" fmla="*/ 876811 w 2136621"/>
              <a:gd name="csY28" fmla="*/ 1627166 h 2507095"/>
              <a:gd name="csX29" fmla="*/ 876399 w 2136621"/>
              <a:gd name="csY29" fmla="*/ 1604499 h 2507095"/>
              <a:gd name="csX30" fmla="*/ 873927 w 2136621"/>
              <a:gd name="csY30" fmla="*/ 1586364 h 2507095"/>
              <a:gd name="csX31" fmla="*/ 873927 w 2136621"/>
              <a:gd name="csY31" fmla="*/ 1562048 h 2507095"/>
              <a:gd name="csX32" fmla="*/ 875163 w 2136621"/>
              <a:gd name="csY32" fmla="*/ 1539793 h 2507095"/>
              <a:gd name="csX33" fmla="*/ 880520 w 2136621"/>
              <a:gd name="csY33" fmla="*/ 1515889 h 2507095"/>
              <a:gd name="csX34" fmla="*/ 889586 w 2136621"/>
              <a:gd name="csY34" fmla="*/ 1488687 h 2507095"/>
              <a:gd name="csX35" fmla="*/ 898651 w 2136621"/>
              <a:gd name="csY35" fmla="*/ 1436758 h 2507095"/>
              <a:gd name="csX36" fmla="*/ 907717 w 2136621"/>
              <a:gd name="csY36" fmla="*/ 1426867 h 2507095"/>
              <a:gd name="csX37" fmla="*/ 923376 w 2136621"/>
              <a:gd name="csY37" fmla="*/ 1425630 h 2507095"/>
              <a:gd name="csX38" fmla="*/ 938623 w 2136621"/>
              <a:gd name="csY38" fmla="*/ 1419036 h 2507095"/>
              <a:gd name="csX39" fmla="*/ 962111 w 2136621"/>
              <a:gd name="csY39" fmla="*/ 1396368 h 2507095"/>
              <a:gd name="csX40" fmla="*/ 972001 w 2136621"/>
              <a:gd name="csY40" fmla="*/ 1379058 h 2507095"/>
              <a:gd name="csX41" fmla="*/ 983127 w 2136621"/>
              <a:gd name="csY41" fmla="*/ 1396368 h 2507095"/>
              <a:gd name="csX42" fmla="*/ 1008676 w 2136621"/>
              <a:gd name="csY42" fmla="*/ 1405023 h 2507095"/>
              <a:gd name="csX43" fmla="*/ 1037934 w 2136621"/>
              <a:gd name="csY43" fmla="*/ 1397605 h 2507095"/>
              <a:gd name="csX44" fmla="*/ 1062246 w 2136621"/>
              <a:gd name="csY44" fmla="*/ 1400902 h 2507095"/>
              <a:gd name="csX45" fmla="*/ 1082850 w 2136621"/>
              <a:gd name="csY45" fmla="*/ 1402962 h 2507095"/>
              <a:gd name="csX46" fmla="*/ 1101806 w 2136621"/>
              <a:gd name="csY46" fmla="*/ 1405023 h 2507095"/>
              <a:gd name="csX47" fmla="*/ 1131887 w 2136621"/>
              <a:gd name="csY47" fmla="*/ 1414090 h 2507095"/>
              <a:gd name="csX48" fmla="*/ 1148370 w 2136621"/>
              <a:gd name="csY48" fmla="*/ 1441704 h 2507095"/>
              <a:gd name="csX49" fmla="*/ 1159909 w 2136621"/>
              <a:gd name="csY49" fmla="*/ 1463547 h 2507095"/>
              <a:gd name="csX50" fmla="*/ 1175156 w 2136621"/>
              <a:gd name="csY50" fmla="*/ 1479208 h 2507095"/>
              <a:gd name="csX51" fmla="*/ 1182985 w 2136621"/>
              <a:gd name="csY51" fmla="*/ 1489100 h 2507095"/>
              <a:gd name="csX52" fmla="*/ 1188754 w 2136621"/>
              <a:gd name="csY52" fmla="*/ 1497342 h 2507095"/>
              <a:gd name="csX53" fmla="*/ 1202765 w 2136621"/>
              <a:gd name="csY53" fmla="*/ 1505585 h 2507095"/>
              <a:gd name="csX54" fmla="*/ 1224605 w 2136621"/>
              <a:gd name="csY54" fmla="*/ 1520834 h 2507095"/>
              <a:gd name="csX55" fmla="*/ 1218424 w 2136621"/>
              <a:gd name="csY55" fmla="*/ 1526192 h 2507095"/>
              <a:gd name="csX56" fmla="*/ 1223781 w 2136621"/>
              <a:gd name="csY56" fmla="*/ 1536496 h 2507095"/>
              <a:gd name="csX57" fmla="*/ 1251390 w 2136621"/>
              <a:gd name="csY57" fmla="*/ 1555042 h 2507095"/>
              <a:gd name="csX58" fmla="*/ 1270758 w 2136621"/>
              <a:gd name="csY58" fmla="*/ 1569055 h 2507095"/>
              <a:gd name="csX59" fmla="*/ 1297130 w 2136621"/>
              <a:gd name="csY59" fmla="*/ 1592959 h 2507095"/>
              <a:gd name="csX60" fmla="*/ 1335866 w 2136621"/>
              <a:gd name="csY60" fmla="*/ 1614802 h 2507095"/>
              <a:gd name="csX61" fmla="*/ 1346580 w 2136621"/>
              <a:gd name="csY61" fmla="*/ 1602026 h 2507095"/>
              <a:gd name="csX62" fmla="*/ 1371717 w 2136621"/>
              <a:gd name="csY62" fmla="*/ 1604499 h 2507095"/>
              <a:gd name="csX63" fmla="*/ 1417045 w 2136621"/>
              <a:gd name="csY63" fmla="*/ 1610681 h 2507095"/>
              <a:gd name="csX64" fmla="*/ 1452484 w 2136621"/>
              <a:gd name="csY64" fmla="*/ 1610681 h 2507095"/>
              <a:gd name="csX65" fmla="*/ 1478857 w 2136621"/>
              <a:gd name="csY65" fmla="*/ 1616863 h 2507095"/>
              <a:gd name="csX66" fmla="*/ 1474736 w 2136621"/>
              <a:gd name="csY66" fmla="*/ 1595432 h 2507095"/>
              <a:gd name="csX67" fmla="*/ 1460725 w 2136621"/>
              <a:gd name="csY67" fmla="*/ 1575237 h 2507095"/>
              <a:gd name="csX68" fmla="*/ 1413336 w 2136621"/>
              <a:gd name="csY68" fmla="*/ 1527841 h 2507095"/>
              <a:gd name="csX69" fmla="*/ 1346168 w 2136621"/>
              <a:gd name="csY69" fmla="*/ 1468493 h 2507095"/>
              <a:gd name="csX70" fmla="*/ 1288477 w 2136621"/>
              <a:gd name="csY70" fmla="*/ 1416563 h 2507095"/>
              <a:gd name="csX71" fmla="*/ 1219660 w 2136621"/>
              <a:gd name="csY71" fmla="*/ 1355154 h 2507095"/>
              <a:gd name="csX72" fmla="*/ 1183397 w 2136621"/>
              <a:gd name="csY72" fmla="*/ 1320947 h 2507095"/>
              <a:gd name="csX73" fmla="*/ 1222544 w 2136621"/>
              <a:gd name="csY73" fmla="*/ 1346911 h 2507095"/>
              <a:gd name="csX74" fmla="*/ 1379134 w 2136621"/>
              <a:gd name="csY74" fmla="*/ 1456953 h 2507095"/>
              <a:gd name="csX75" fmla="*/ 1440533 w 2136621"/>
              <a:gd name="csY75" fmla="*/ 1496930 h 2507095"/>
              <a:gd name="csX76" fmla="*/ 1493691 w 2136621"/>
              <a:gd name="csY76" fmla="*/ 1510531 h 2507095"/>
              <a:gd name="csX77" fmla="*/ 1491219 w 2136621"/>
              <a:gd name="csY77" fmla="*/ 1482917 h 2507095"/>
              <a:gd name="csX78" fmla="*/ 1485862 w 2136621"/>
              <a:gd name="csY78" fmla="*/ 1450771 h 2507095"/>
              <a:gd name="csX79" fmla="*/ 1478857 w 2136621"/>
              <a:gd name="csY79" fmla="*/ 1428927 h 2507095"/>
              <a:gd name="csX80" fmla="*/ 1471851 w 2136621"/>
              <a:gd name="csY80" fmla="*/ 1408732 h 2507095"/>
              <a:gd name="csX81" fmla="*/ 1463198 w 2136621"/>
              <a:gd name="csY81" fmla="*/ 1384004 h 2507095"/>
              <a:gd name="csX82" fmla="*/ 1443006 w 2136621"/>
              <a:gd name="csY82" fmla="*/ 1358864 h 2507095"/>
              <a:gd name="csX83" fmla="*/ 1429407 w 2136621"/>
              <a:gd name="csY83" fmla="*/ 1340729 h 2507095"/>
              <a:gd name="csX84" fmla="*/ 1393969 w 2136621"/>
              <a:gd name="csY84" fmla="*/ 1325892 h 2507095"/>
              <a:gd name="csX85" fmla="*/ 1354409 w 2136621"/>
              <a:gd name="csY85" fmla="*/ 1312704 h 2507095"/>
              <a:gd name="csX86" fmla="*/ 1342871 w 2136621"/>
              <a:gd name="csY86" fmla="*/ 1307346 h 2507095"/>
              <a:gd name="csX87" fmla="*/ 1285592 w 2136621"/>
              <a:gd name="csY87" fmla="*/ 1274787 h 2507095"/>
              <a:gd name="csX88" fmla="*/ 1255511 w 2136621"/>
              <a:gd name="csY88" fmla="*/ 1261599 h 2507095"/>
              <a:gd name="csX89" fmla="*/ 1208122 w 2136621"/>
              <a:gd name="csY89" fmla="*/ 1233985 h 2507095"/>
              <a:gd name="csX90" fmla="*/ 1185870 w 2136621"/>
              <a:gd name="csY90" fmla="*/ 1231512 h 2507095"/>
              <a:gd name="csX91" fmla="*/ 1177628 w 2136621"/>
              <a:gd name="csY91" fmla="*/ 1219560 h 2507095"/>
              <a:gd name="csX92" fmla="*/ 1120761 w 2136621"/>
              <a:gd name="csY92" fmla="*/ 1200602 h 2507095"/>
              <a:gd name="csX93" fmla="*/ 1108399 w 2136621"/>
              <a:gd name="csY93" fmla="*/ 1191123 h 2507095"/>
              <a:gd name="csX94" fmla="*/ 1011149 w 2136621"/>
              <a:gd name="csY94" fmla="*/ 1139193 h 2507095"/>
              <a:gd name="csX95" fmla="*/ 945216 w 2136621"/>
              <a:gd name="csY95" fmla="*/ 1106634 h 2507095"/>
              <a:gd name="csX96" fmla="*/ 892882 w 2136621"/>
              <a:gd name="csY96" fmla="*/ 1076548 h 2507095"/>
              <a:gd name="csX97" fmla="*/ 844669 w 2136621"/>
              <a:gd name="csY97" fmla="*/ 1050171 h 2507095"/>
              <a:gd name="csX98" fmla="*/ 807582 w 2136621"/>
              <a:gd name="csY98" fmla="*/ 1029976 h 2507095"/>
              <a:gd name="csX99" fmla="*/ 401686 w 2136621"/>
              <a:gd name="csY99" fmla="*/ 775686 h 2507095"/>
              <a:gd name="csX100" fmla="*/ 351000 w 2136621"/>
              <a:gd name="csY100" fmla="*/ 736533 h 2507095"/>
              <a:gd name="csX101" fmla="*/ 207597 w 2136621"/>
              <a:gd name="csY101" fmla="*/ 606297 h 2507095"/>
              <a:gd name="csX102" fmla="*/ 116116 w 2136621"/>
              <a:gd name="csY102" fmla="*/ 485540 h 2507095"/>
              <a:gd name="csX103" fmla="*/ 81090 w 2136621"/>
              <a:gd name="csY103" fmla="*/ 454630 h 2507095"/>
              <a:gd name="csX104" fmla="*/ 66667 w 2136621"/>
              <a:gd name="csY104" fmla="*/ 441853 h 2507095"/>
              <a:gd name="csX105" fmla="*/ 62546 w 2136621"/>
              <a:gd name="csY105" fmla="*/ 431962 h 2507095"/>
              <a:gd name="csX106" fmla="*/ 58425 w 2136621"/>
              <a:gd name="csY106" fmla="*/ 421658 h 2507095"/>
              <a:gd name="csX107" fmla="*/ 52656 w 2136621"/>
              <a:gd name="csY107" fmla="*/ 408470 h 2507095"/>
              <a:gd name="csX108" fmla="*/ 27932 w 2136621"/>
              <a:gd name="csY108" fmla="*/ 350770 h 2507095"/>
              <a:gd name="csX109" fmla="*/ 36173 w 2136621"/>
              <a:gd name="csY109" fmla="*/ 323981 h 2507095"/>
              <a:gd name="csX110" fmla="*/ 46063 w 2136621"/>
              <a:gd name="csY110" fmla="*/ 309144 h 2507095"/>
              <a:gd name="csX111" fmla="*/ 53068 w 2136621"/>
              <a:gd name="csY111" fmla="*/ 284416 h 2507095"/>
              <a:gd name="csX112" fmla="*/ 52244 w 2136621"/>
              <a:gd name="csY112" fmla="*/ 258039 h 2507095"/>
              <a:gd name="csX113" fmla="*/ 10624 w 2136621"/>
              <a:gd name="csY113" fmla="*/ 262573 h 2507095"/>
              <a:gd name="csX114" fmla="*/ -3386 w 2136621"/>
              <a:gd name="csY114" fmla="*/ 257627 h 2507095"/>
              <a:gd name="csX115" fmla="*/ 18042 w 2136621"/>
              <a:gd name="csY115" fmla="*/ 226716 h 2507095"/>
              <a:gd name="csX116" fmla="*/ 34525 w 2136621"/>
              <a:gd name="csY116" fmla="*/ 208582 h 2507095"/>
              <a:gd name="csX117" fmla="*/ 69964 w 2136621"/>
              <a:gd name="csY117" fmla="*/ 180145 h 2507095"/>
              <a:gd name="csX118" fmla="*/ 63782 w 2136621"/>
              <a:gd name="csY118" fmla="*/ 165308 h 2507095"/>
              <a:gd name="csX119" fmla="*/ 69964 w 2136621"/>
              <a:gd name="csY119" fmla="*/ 145937 h 2507095"/>
              <a:gd name="csX120" fmla="*/ 86447 w 2136621"/>
              <a:gd name="csY120" fmla="*/ 125742 h 2507095"/>
              <a:gd name="csX121" fmla="*/ 111995 w 2136621"/>
              <a:gd name="csY121" fmla="*/ 97305 h 2507095"/>
              <a:gd name="csX122" fmla="*/ 140017 w 2136621"/>
              <a:gd name="csY122" fmla="*/ 79583 h 2507095"/>
              <a:gd name="csX123" fmla="*/ 146198 w 2136621"/>
              <a:gd name="csY123" fmla="*/ 75461 h 2507095"/>
              <a:gd name="csX124" fmla="*/ 169274 w 2136621"/>
              <a:gd name="csY124" fmla="*/ 63097 h 2507095"/>
              <a:gd name="csX125" fmla="*/ 200592 w 2136621"/>
              <a:gd name="csY125" fmla="*/ 50733 h 2507095"/>
              <a:gd name="csX126" fmla="*/ 221608 w 2136621"/>
              <a:gd name="csY126" fmla="*/ 44551 h 2507095"/>
              <a:gd name="csX127" fmla="*/ 238503 w 2136621"/>
              <a:gd name="csY127" fmla="*/ 38369 h 2507095"/>
              <a:gd name="csX128" fmla="*/ 262404 w 2136621"/>
              <a:gd name="csY128" fmla="*/ 29302 h 2507095"/>
              <a:gd name="csX129" fmla="*/ 337814 w 2136621"/>
              <a:gd name="csY129" fmla="*/ 11992 h 2507095"/>
              <a:gd name="csX130" fmla="*/ 370368 w 2136621"/>
              <a:gd name="csY130" fmla="*/ 4161 h 2507095"/>
              <a:gd name="csX131" fmla="*/ 393856 w 2136621"/>
              <a:gd name="csY131" fmla="*/ 5398 h 2507095"/>
              <a:gd name="csX132" fmla="*/ 459377 w 2136621"/>
              <a:gd name="csY132" fmla="*/ 22295 h 2507095"/>
              <a:gd name="csX133" fmla="*/ 433416 w 2136621"/>
              <a:gd name="csY133" fmla="*/ 5398 h 2507095"/>
              <a:gd name="csX134" fmla="*/ 408691 w 2136621"/>
              <a:gd name="csY134" fmla="*/ -7379 h 2507095"/>
              <a:gd name="csX135" fmla="*/ 499348 w 2136621"/>
              <a:gd name="csY135" fmla="*/ -2845 h 2507095"/>
              <a:gd name="csX136" fmla="*/ 583824 w 2136621"/>
              <a:gd name="csY136" fmla="*/ 24768 h 2507095"/>
              <a:gd name="csX137" fmla="*/ 626680 w 2136621"/>
              <a:gd name="csY137" fmla="*/ 44139 h 2507095"/>
              <a:gd name="csX138" fmla="*/ 653877 w 2136621"/>
              <a:gd name="csY138" fmla="*/ 45787 h 2507095"/>
              <a:gd name="csX139" fmla="*/ 723519 w 2136621"/>
              <a:gd name="csY139" fmla="*/ 67631 h 2507095"/>
              <a:gd name="csX140" fmla="*/ 767199 w 2136621"/>
              <a:gd name="csY140" fmla="*/ 91947 h 2507095"/>
              <a:gd name="csX141" fmla="*/ 777913 w 2136621"/>
              <a:gd name="csY141" fmla="*/ 98129 h 2507095"/>
              <a:gd name="csX142" fmla="*/ 788215 w 2136621"/>
              <a:gd name="csY142" fmla="*/ 104311 h 2507095"/>
              <a:gd name="csX143" fmla="*/ 796044 w 2136621"/>
              <a:gd name="csY143" fmla="*/ 110493 h 2507095"/>
              <a:gd name="csX144" fmla="*/ 800989 w 2136621"/>
              <a:gd name="csY144" fmla="*/ 116675 h 2507095"/>
              <a:gd name="csX145" fmla="*/ 818296 w 2136621"/>
              <a:gd name="csY145" fmla="*/ 126154 h 2507095"/>
              <a:gd name="csX146" fmla="*/ 867746 w 2136621"/>
              <a:gd name="csY146" fmla="*/ 153768 h 2507095"/>
              <a:gd name="csX147" fmla="*/ 905245 w 2136621"/>
              <a:gd name="csY147" fmla="*/ 186739 h 2507095"/>
              <a:gd name="csX148" fmla="*/ 940683 w 2136621"/>
              <a:gd name="csY148" fmla="*/ 207346 h 2507095"/>
              <a:gd name="csX149" fmla="*/ 964584 w 2136621"/>
              <a:gd name="csY149" fmla="*/ 224244 h 2507095"/>
              <a:gd name="csX150" fmla="*/ 1005792 w 2136621"/>
              <a:gd name="csY150" fmla="*/ 258039 h 2507095"/>
              <a:gd name="csX151" fmla="*/ 1034637 w 2136621"/>
              <a:gd name="csY151" fmla="*/ 286477 h 2507095"/>
              <a:gd name="csX152" fmla="*/ 1056477 w 2136621"/>
              <a:gd name="csY152" fmla="*/ 307908 h 2507095"/>
              <a:gd name="csX153" fmla="*/ 1155788 w 2136621"/>
              <a:gd name="csY153" fmla="*/ 392809 h 2507095"/>
              <a:gd name="csX154" fmla="*/ 1164854 w 2136621"/>
              <a:gd name="csY154" fmla="*/ 408882 h 2507095"/>
              <a:gd name="csX155" fmla="*/ 1139717 w 2136621"/>
              <a:gd name="csY155" fmla="*/ 408882 h 2507095"/>
              <a:gd name="csX156" fmla="*/ 1121585 w 2136621"/>
              <a:gd name="csY156" fmla="*/ 408470 h 2507095"/>
              <a:gd name="csX157" fmla="*/ 1156612 w 2136621"/>
              <a:gd name="csY157" fmla="*/ 443090 h 2507095"/>
              <a:gd name="csX158" fmla="*/ 1164854 w 2136621"/>
              <a:gd name="csY158" fmla="*/ 450920 h 2507095"/>
              <a:gd name="csX159" fmla="*/ 1236143 w 2136621"/>
              <a:gd name="csY159" fmla="*/ 518923 h 2507095"/>
              <a:gd name="csX160" fmla="*/ 1247681 w 2136621"/>
              <a:gd name="csY160" fmla="*/ 531288 h 2507095"/>
              <a:gd name="csX161" fmla="*/ 1286829 w 2136621"/>
              <a:gd name="csY161" fmla="*/ 565907 h 2507095"/>
              <a:gd name="csX162" fmla="*/ 1293010 w 2136621"/>
              <a:gd name="csY162" fmla="*/ 569616 h 2507095"/>
              <a:gd name="csX163" fmla="*/ 1333393 w 2136621"/>
              <a:gd name="csY163" fmla="*/ 615364 h 2507095"/>
              <a:gd name="csX164" fmla="*/ 1329273 w 2136621"/>
              <a:gd name="csY164" fmla="*/ 591460 h 2507095"/>
              <a:gd name="csX165" fmla="*/ 1343695 w 2136621"/>
              <a:gd name="csY165" fmla="*/ 597642 h 2507095"/>
              <a:gd name="csX166" fmla="*/ 1416633 w 2136621"/>
              <a:gd name="csY166" fmla="*/ 681306 h 2507095"/>
              <a:gd name="csX167" fmla="*/ 1450423 w 2136621"/>
              <a:gd name="csY167" fmla="*/ 733236 h 2507095"/>
              <a:gd name="csX168" fmla="*/ 1436001 w 2136621"/>
              <a:gd name="csY168" fmla="*/ 717575 h 2507095"/>
              <a:gd name="csX169" fmla="*/ 1412100 w 2136621"/>
              <a:gd name="csY169" fmla="*/ 697792 h 2507095"/>
              <a:gd name="csX170" fmla="*/ 1390672 w 2136621"/>
              <a:gd name="csY170" fmla="*/ 689549 h 2507095"/>
              <a:gd name="csX171" fmla="*/ 1381194 w 2136621"/>
              <a:gd name="csY171" fmla="*/ 695731 h 2507095"/>
              <a:gd name="csX172" fmla="*/ 1406331 w 2136621"/>
              <a:gd name="csY172" fmla="*/ 736945 h 2507095"/>
              <a:gd name="csX173" fmla="*/ 1422814 w 2136621"/>
              <a:gd name="csY173" fmla="*/ 752194 h 2507095"/>
              <a:gd name="csX174" fmla="*/ 1429819 w 2136621"/>
              <a:gd name="csY174" fmla="*/ 772801 h 2507095"/>
              <a:gd name="csX175" fmla="*/ 1442182 w 2136621"/>
              <a:gd name="csY175" fmla="*/ 791760 h 2507095"/>
              <a:gd name="csX176" fmla="*/ 1459489 w 2136621"/>
              <a:gd name="csY176" fmla="*/ 814839 h 2507095"/>
              <a:gd name="csX177" fmla="*/ 1479269 w 2136621"/>
              <a:gd name="csY177" fmla="*/ 831737 h 2507095"/>
              <a:gd name="csX178" fmla="*/ 1503993 w 2136621"/>
              <a:gd name="csY178" fmla="*/ 857702 h 2507095"/>
              <a:gd name="csX179" fmla="*/ 1516356 w 2136621"/>
              <a:gd name="csY179" fmla="*/ 893558 h 2507095"/>
              <a:gd name="csX180" fmla="*/ 1536548 w 2136621"/>
              <a:gd name="csY180" fmla="*/ 926529 h 2507095"/>
              <a:gd name="csX181" fmla="*/ 1546849 w 2136621"/>
              <a:gd name="csY181" fmla="*/ 947136 h 2507095"/>
              <a:gd name="csX182" fmla="*/ 1568277 w 2136621"/>
              <a:gd name="csY182" fmla="*/ 966919 h 2507095"/>
              <a:gd name="csX183" fmla="*/ 1581052 w 2136621"/>
              <a:gd name="csY183" fmla="*/ 982580 h 2507095"/>
              <a:gd name="csX184" fmla="*/ 1582700 w 2136621"/>
              <a:gd name="csY184" fmla="*/ 990411 h 2507095"/>
              <a:gd name="csX185" fmla="*/ 1587233 w 2136621"/>
              <a:gd name="csY185" fmla="*/ 995357 h 2507095"/>
              <a:gd name="csX186" fmla="*/ 1595887 w 2136621"/>
              <a:gd name="csY186" fmla="*/ 1009369 h 2507095"/>
              <a:gd name="csX187" fmla="*/ 1612370 w 2136621"/>
              <a:gd name="csY187" fmla="*/ 1014727 h 2507095"/>
              <a:gd name="csX188" fmla="*/ 1620199 w 2136621"/>
              <a:gd name="csY188" fmla="*/ 1006072 h 2507095"/>
              <a:gd name="csX189" fmla="*/ 1630501 w 2136621"/>
              <a:gd name="csY189" fmla="*/ 987938 h 2507095"/>
              <a:gd name="csX190" fmla="*/ 1640803 w 2136621"/>
              <a:gd name="csY190" fmla="*/ 968155 h 2507095"/>
              <a:gd name="csX191" fmla="*/ 1645336 w 2136621"/>
              <a:gd name="csY191" fmla="*/ 959500 h 2507095"/>
              <a:gd name="csX192" fmla="*/ 1673769 w 2136621"/>
              <a:gd name="csY192" fmla="*/ 917050 h 2507095"/>
              <a:gd name="csX193" fmla="*/ 1659347 w 2136621"/>
              <a:gd name="csY193" fmla="*/ 913753 h 2507095"/>
              <a:gd name="csX194" fmla="*/ 1644924 w 2136621"/>
              <a:gd name="csY194" fmla="*/ 912104 h 2507095"/>
              <a:gd name="csX195" fmla="*/ 1675418 w 2136621"/>
              <a:gd name="csY195" fmla="*/ 866769 h 2507095"/>
              <a:gd name="csX196" fmla="*/ 1694373 w 2136621"/>
              <a:gd name="csY196" fmla="*/ 841216 h 2507095"/>
              <a:gd name="csX197" fmla="*/ 1708796 w 2136621"/>
              <a:gd name="csY197" fmla="*/ 820197 h 2507095"/>
              <a:gd name="csX198" fmla="*/ 1728988 w 2136621"/>
              <a:gd name="csY198" fmla="*/ 792172 h 2507095"/>
              <a:gd name="csX199" fmla="*/ 1800689 w 2136621"/>
              <a:gd name="csY199" fmla="*/ 714277 h 2507095"/>
              <a:gd name="csX200" fmla="*/ 1816760 w 2136621"/>
              <a:gd name="csY200" fmla="*/ 701913 h 2507095"/>
              <a:gd name="csX201" fmla="*/ 1832419 w 2136621"/>
              <a:gd name="csY201" fmla="*/ 689549 h 2507095"/>
              <a:gd name="csX202" fmla="*/ 1885989 w 2136621"/>
              <a:gd name="csY202" fmla="*/ 664409 h 2507095"/>
              <a:gd name="csX203" fmla="*/ 1945741 w 2136621"/>
              <a:gd name="csY203" fmla="*/ 645862 h 2507095"/>
              <a:gd name="csX204" fmla="*/ 1980355 w 2136621"/>
              <a:gd name="csY204" fmla="*/ 644214 h 2507095"/>
              <a:gd name="csX205" fmla="*/ 1994778 w 2136621"/>
              <a:gd name="csY205" fmla="*/ 649984 h 2507095"/>
              <a:gd name="csX206" fmla="*/ 2012085 w 2136621"/>
              <a:gd name="csY206" fmla="*/ 656578 h 2507095"/>
              <a:gd name="csX207" fmla="*/ 2032277 w 2136621"/>
              <a:gd name="csY207" fmla="*/ 684191 h 2507095"/>
              <a:gd name="csX208" fmla="*/ 2049172 w 2136621"/>
              <a:gd name="csY208" fmla="*/ 708507 h 2507095"/>
              <a:gd name="csX209" fmla="*/ 2063183 w 2136621"/>
              <a:gd name="csY209" fmla="*/ 725405 h 2507095"/>
              <a:gd name="csX210" fmla="*/ 2075133 w 2136621"/>
              <a:gd name="csY210" fmla="*/ 748073 h 2507095"/>
              <a:gd name="csX211" fmla="*/ 2089556 w 2136621"/>
              <a:gd name="csY211" fmla="*/ 760437 h 2507095"/>
              <a:gd name="csX212" fmla="*/ 2081314 w 2136621"/>
              <a:gd name="csY212" fmla="*/ 771565 h 2507095"/>
              <a:gd name="csX213" fmla="*/ 2077605 w 2136621"/>
              <a:gd name="csY213" fmla="*/ 794232 h 2507095"/>
              <a:gd name="csX214" fmla="*/ 2069776 w 2136621"/>
              <a:gd name="csY214" fmla="*/ 821434 h 2507095"/>
              <a:gd name="csX215" fmla="*/ 2055353 w 2136621"/>
              <a:gd name="csY215" fmla="*/ 848223 h 2507095"/>
              <a:gd name="csX216" fmla="*/ 2053293 w 2136621"/>
              <a:gd name="csY216" fmla="*/ 860175 h 2507095"/>
              <a:gd name="csX217" fmla="*/ 2048760 w 2136621"/>
              <a:gd name="csY217" fmla="*/ 877485 h 2507095"/>
              <a:gd name="csX218" fmla="*/ 2034337 w 2136621"/>
              <a:gd name="csY218" fmla="*/ 905098 h 2507095"/>
              <a:gd name="csX219" fmla="*/ 2019914 w 2136621"/>
              <a:gd name="csY219" fmla="*/ 931887 h 2507095"/>
              <a:gd name="csX220" fmla="*/ 2011673 w 2136621"/>
              <a:gd name="csY220" fmla="*/ 957440 h 2507095"/>
              <a:gd name="csX221" fmla="*/ 1998074 w 2136621"/>
              <a:gd name="csY221" fmla="*/ 1041928 h 2507095"/>
              <a:gd name="csX222" fmla="*/ 2034337 w 2136621"/>
              <a:gd name="csY222" fmla="*/ 1171752 h 2507095"/>
              <a:gd name="csX223" fmla="*/ 2045051 w 2136621"/>
              <a:gd name="csY223" fmla="*/ 1194420 h 2507095"/>
              <a:gd name="csX224" fmla="*/ 2052057 w 2136621"/>
              <a:gd name="csY224" fmla="*/ 1210905 h 2507095"/>
              <a:gd name="csX225" fmla="*/ 2049584 w 2136621"/>
              <a:gd name="csY225" fmla="*/ 1210905 h 2507095"/>
              <a:gd name="csX226" fmla="*/ 1962224 w 2136621"/>
              <a:gd name="csY226" fmla="*/ 1066245 h 2507095"/>
              <a:gd name="csX227" fmla="*/ 1929257 w 2136621"/>
              <a:gd name="csY227" fmla="*/ 1031625 h 2507095"/>
              <a:gd name="csX228" fmla="*/ 1906593 w 2136621"/>
              <a:gd name="csY228" fmla="*/ 1057590 h 2507095"/>
              <a:gd name="csX229" fmla="*/ 1896291 w 2136621"/>
              <a:gd name="csY229" fmla="*/ 1062535 h 2507095"/>
              <a:gd name="csX230" fmla="*/ 1868270 w 2136621"/>
              <a:gd name="csY230" fmla="*/ 1069954 h 2507095"/>
              <a:gd name="csX231" fmla="*/ 1856732 w 2136621"/>
              <a:gd name="csY231" fmla="*/ 1081082 h 2507095"/>
              <a:gd name="csX232" fmla="*/ 1814700 w 2136621"/>
              <a:gd name="csY232" fmla="*/ 1099216 h 2507095"/>
              <a:gd name="csX233" fmla="*/ 1762366 w 2136621"/>
              <a:gd name="csY233" fmla="*/ 1121883 h 2507095"/>
              <a:gd name="csX234" fmla="*/ 1702615 w 2136621"/>
              <a:gd name="csY234" fmla="*/ 1172164 h 2507095"/>
              <a:gd name="csX235" fmla="*/ 1710032 w 2136621"/>
              <a:gd name="csY235" fmla="*/ 1182468 h 2507095"/>
              <a:gd name="csX236" fmla="*/ 1774316 w 2136621"/>
              <a:gd name="csY236" fmla="*/ 1217912 h 2507095"/>
              <a:gd name="csX237" fmla="*/ 1802750 w 2136621"/>
              <a:gd name="csY237" fmla="*/ 1245937 h 2507095"/>
              <a:gd name="csX238" fmla="*/ 1823353 w 2136621"/>
              <a:gd name="csY238" fmla="*/ 1253768 h 2507095"/>
              <a:gd name="csX239" fmla="*/ 1867858 w 2136621"/>
              <a:gd name="csY239" fmla="*/ 1261599 h 2507095"/>
              <a:gd name="csX240" fmla="*/ 1909066 w 2136621"/>
              <a:gd name="csY240" fmla="*/ 1267781 h 2507095"/>
              <a:gd name="csX241" fmla="*/ 1935439 w 2136621"/>
              <a:gd name="csY241" fmla="*/ 1276436 h 2507095"/>
              <a:gd name="csX242" fmla="*/ 1998486 w 2136621"/>
              <a:gd name="csY242" fmla="*/ 1298279 h 2507095"/>
              <a:gd name="csX243" fmla="*/ 2014970 w 2136621"/>
              <a:gd name="csY243" fmla="*/ 1306522 h 2507095"/>
              <a:gd name="csX244" fmla="*/ 2040518 w 2136621"/>
              <a:gd name="csY244" fmla="*/ 1318886 h 2507095"/>
              <a:gd name="csX245" fmla="*/ 2063183 w 2136621"/>
              <a:gd name="csY245" fmla="*/ 1328365 h 2507095"/>
              <a:gd name="csX246" fmla="*/ 2082962 w 2136621"/>
              <a:gd name="csY246" fmla="*/ 1337844 h 2507095"/>
              <a:gd name="csX247" fmla="*/ 2113868 w 2136621"/>
              <a:gd name="csY247" fmla="*/ 1357215 h 2507095"/>
              <a:gd name="csX248" fmla="*/ 2133236 w 2136621"/>
              <a:gd name="csY248" fmla="*/ 1373288 h 2507095"/>
              <a:gd name="csX249" fmla="*/ 2117165 w 2136621"/>
              <a:gd name="csY249" fmla="*/ 1388125 h 2507095"/>
              <a:gd name="csX250" fmla="*/ 2100682 w 2136621"/>
              <a:gd name="csY250" fmla="*/ 1412854 h 2507095"/>
              <a:gd name="csX251" fmla="*/ 2082138 w 2136621"/>
              <a:gd name="csY251" fmla="*/ 1434697 h 2507095"/>
              <a:gd name="csX252" fmla="*/ 2063595 w 2136621"/>
              <a:gd name="csY252" fmla="*/ 1440879 h 2507095"/>
              <a:gd name="csX253" fmla="*/ 2075957 w 2136621"/>
              <a:gd name="csY253" fmla="*/ 1450771 h 2507095"/>
              <a:gd name="csX254" fmla="*/ 2051644 w 2136621"/>
              <a:gd name="csY254" fmla="*/ 1505585 h 2507095"/>
              <a:gd name="csX255" fmla="*/ 2049584 w 2136621"/>
              <a:gd name="csY255" fmla="*/ 1513004 h 2507095"/>
              <a:gd name="csX256" fmla="*/ 2031453 w 2136621"/>
              <a:gd name="csY256" fmla="*/ 1534435 h 2507095"/>
              <a:gd name="csX257" fmla="*/ 2014557 w 2136621"/>
              <a:gd name="csY257" fmla="*/ 1545151 h 2507095"/>
              <a:gd name="csX258" fmla="*/ 1975822 w 2136621"/>
              <a:gd name="csY258" fmla="*/ 1552981 h 2507095"/>
              <a:gd name="csX259" fmla="*/ 1937499 w 2136621"/>
              <a:gd name="csY259" fmla="*/ 1557103 h 2507095"/>
              <a:gd name="csX260" fmla="*/ 1916895 w 2136621"/>
              <a:gd name="csY260" fmla="*/ 1559163 h 2507095"/>
              <a:gd name="csX261" fmla="*/ 1894643 w 2136621"/>
              <a:gd name="csY261" fmla="*/ 1558339 h 2507095"/>
              <a:gd name="csX262" fmla="*/ 1876924 w 2136621"/>
              <a:gd name="csY262" fmla="*/ 1557103 h 2507095"/>
              <a:gd name="csX263" fmla="*/ 1862501 w 2136621"/>
              <a:gd name="csY263" fmla="*/ 1550920 h 2507095"/>
              <a:gd name="csX264" fmla="*/ 1848078 w 2136621"/>
              <a:gd name="csY264" fmla="*/ 1543090 h 2507095"/>
              <a:gd name="csX265" fmla="*/ 1819645 w 2136621"/>
              <a:gd name="csY265" fmla="*/ 1534023 h 2507095"/>
              <a:gd name="csX266" fmla="*/ 1802750 w 2136621"/>
              <a:gd name="csY266" fmla="*/ 1573176 h 2507095"/>
              <a:gd name="csX267" fmla="*/ 1782970 w 2136621"/>
              <a:gd name="csY267" fmla="*/ 1606147 h 2507095"/>
              <a:gd name="csX268" fmla="*/ 1772668 w 2136621"/>
              <a:gd name="csY268" fmla="*/ 1612329 h 2507095"/>
              <a:gd name="csX269" fmla="*/ 1725279 w 2136621"/>
              <a:gd name="csY269" fmla="*/ 1654367 h 2507095"/>
              <a:gd name="csX270" fmla="*/ 1714153 w 2136621"/>
              <a:gd name="csY270" fmla="*/ 1677447 h 2507095"/>
              <a:gd name="csX271" fmla="*/ 1737229 w 2136621"/>
              <a:gd name="csY271" fmla="*/ 1691872 h 2507095"/>
              <a:gd name="csX272" fmla="*/ 1762366 w 2136621"/>
              <a:gd name="csY272" fmla="*/ 1703412 h 2507095"/>
              <a:gd name="csX273" fmla="*/ 1780497 w 2136621"/>
              <a:gd name="csY273" fmla="*/ 1711243 h 2507095"/>
              <a:gd name="csX274" fmla="*/ 1807282 w 2136621"/>
              <a:gd name="csY274" fmla="*/ 1723607 h 2507095"/>
              <a:gd name="csX275" fmla="*/ 1835304 w 2136621"/>
              <a:gd name="csY275" fmla="*/ 1736383 h 2507095"/>
              <a:gd name="csX276" fmla="*/ 1853847 w 2136621"/>
              <a:gd name="csY276" fmla="*/ 1744626 h 2507095"/>
              <a:gd name="csX277" fmla="*/ 1917719 w 2136621"/>
              <a:gd name="csY277" fmla="*/ 1784604 h 2507095"/>
              <a:gd name="csX278" fmla="*/ 1944916 w 2136621"/>
              <a:gd name="csY278" fmla="*/ 1792022 h 2507095"/>
              <a:gd name="csX279" fmla="*/ 1986536 w 2136621"/>
              <a:gd name="csY279" fmla="*/ 1809332 h 2507095"/>
              <a:gd name="csX280" fmla="*/ 2011673 w 2136621"/>
              <a:gd name="csY280" fmla="*/ 1839830 h 2507095"/>
              <a:gd name="csX281" fmla="*/ 2038046 w 2136621"/>
              <a:gd name="csY281" fmla="*/ 1861674 h 2507095"/>
              <a:gd name="csX282" fmla="*/ 2069364 w 2136621"/>
              <a:gd name="csY282" fmla="*/ 1885578 h 2507095"/>
              <a:gd name="csX283" fmla="*/ 2085435 w 2136621"/>
              <a:gd name="csY283" fmla="*/ 1907009 h 2507095"/>
              <a:gd name="csX284" fmla="*/ 2110159 w 2136621"/>
              <a:gd name="csY284" fmla="*/ 1929677 h 2507095"/>
              <a:gd name="csX285" fmla="*/ 2111808 w 2136621"/>
              <a:gd name="csY285" fmla="*/ 1948635 h 2507095"/>
              <a:gd name="csX286" fmla="*/ 2072660 w 2136621"/>
              <a:gd name="csY286" fmla="*/ 1953993 h 2507095"/>
              <a:gd name="csX287" fmla="*/ 2040518 w 2136621"/>
              <a:gd name="csY287" fmla="*/ 1955641 h 2507095"/>
              <a:gd name="csX288" fmla="*/ 2061122 w 2136621"/>
              <a:gd name="csY288" fmla="*/ 1975424 h 2507095"/>
              <a:gd name="csX289" fmla="*/ 2098209 w 2136621"/>
              <a:gd name="csY289" fmla="*/ 2002213 h 2507095"/>
              <a:gd name="csX290" fmla="*/ 2114692 w 2136621"/>
              <a:gd name="csY290" fmla="*/ 2021172 h 2507095"/>
              <a:gd name="csX291" fmla="*/ 2104802 w 2136621"/>
              <a:gd name="csY291" fmla="*/ 2044664 h 2507095"/>
              <a:gd name="csX292" fmla="*/ 2075133 w 2136621"/>
              <a:gd name="csY292" fmla="*/ 2046312 h 2507095"/>
              <a:gd name="csX293" fmla="*/ 2077605 w 2136621"/>
              <a:gd name="csY293" fmla="*/ 2062386 h 2507095"/>
              <a:gd name="csX294" fmla="*/ 2071836 w 2136621"/>
              <a:gd name="csY294" fmla="*/ 2085053 h 2507095"/>
              <a:gd name="csX295" fmla="*/ 2055353 w 2136621"/>
              <a:gd name="csY295" fmla="*/ 2094945 h 2507095"/>
              <a:gd name="csX296" fmla="*/ 2044639 w 2136621"/>
              <a:gd name="csY296" fmla="*/ 2100715 h 2507095"/>
              <a:gd name="csX297" fmla="*/ 2006316 w 2136621"/>
              <a:gd name="csY297" fmla="*/ 2105248 h 2507095"/>
              <a:gd name="csX298" fmla="*/ 1965932 w 2136621"/>
              <a:gd name="csY298" fmla="*/ 2101539 h 2507095"/>
              <a:gd name="csX299" fmla="*/ 1941208 w 2136621"/>
              <a:gd name="csY299" fmla="*/ 2103187 h 2507095"/>
              <a:gd name="csX300" fmla="*/ 1889698 w 2136621"/>
              <a:gd name="csY300" fmla="*/ 2103600 h 2507095"/>
              <a:gd name="csX301" fmla="*/ 1863737 w 2136621"/>
              <a:gd name="csY301" fmla="*/ 2092472 h 2507095"/>
              <a:gd name="csX302" fmla="*/ 1826238 w 2136621"/>
              <a:gd name="csY302" fmla="*/ 2080520 h 2507095"/>
              <a:gd name="csX303" fmla="*/ 1774728 w 2136621"/>
              <a:gd name="csY303" fmla="*/ 2061973 h 2507095"/>
              <a:gd name="csX304" fmla="*/ 1725279 w 2136621"/>
              <a:gd name="csY304" fmla="*/ 2043427 h 2507095"/>
              <a:gd name="csX305" fmla="*/ 1648633 w 2136621"/>
              <a:gd name="csY305" fmla="*/ 2011280 h 2507095"/>
              <a:gd name="csX306" fmla="*/ 1622672 w 2136621"/>
              <a:gd name="csY306" fmla="*/ 1998092 h 2507095"/>
              <a:gd name="csX307" fmla="*/ 1601244 w 2136621"/>
              <a:gd name="csY307" fmla="*/ 2007983 h 2507095"/>
              <a:gd name="csX308" fmla="*/ 1611958 w 2136621"/>
              <a:gd name="csY308" fmla="*/ 2025705 h 2507095"/>
              <a:gd name="csX309" fmla="*/ 1630089 w 2136621"/>
              <a:gd name="csY309" fmla="*/ 2054143 h 2507095"/>
              <a:gd name="csX310" fmla="*/ 1669649 w 2136621"/>
              <a:gd name="csY310" fmla="*/ 2144401 h 2507095"/>
              <a:gd name="csX311" fmla="*/ 1677478 w 2136621"/>
              <a:gd name="csY311" fmla="*/ 2162535 h 2507095"/>
              <a:gd name="csX312" fmla="*/ 1683659 w 2136621"/>
              <a:gd name="csY312" fmla="*/ 2228890 h 2507095"/>
              <a:gd name="csX313" fmla="*/ 1677890 w 2136621"/>
              <a:gd name="csY313" fmla="*/ 2248260 h 2507095"/>
              <a:gd name="csX314" fmla="*/ 1674593 w 2136621"/>
              <a:gd name="csY314" fmla="*/ 2267219 h 2507095"/>
              <a:gd name="csX315" fmla="*/ 1635034 w 2136621"/>
              <a:gd name="csY315" fmla="*/ 2338519 h 2507095"/>
              <a:gd name="csX316" fmla="*/ 1549734 w 2136621"/>
              <a:gd name="csY316" fmla="*/ 2406110 h 2507095"/>
              <a:gd name="csX317" fmla="*/ 1529130 w 2136621"/>
              <a:gd name="csY317" fmla="*/ 2418886 h 2507095"/>
              <a:gd name="csX318" fmla="*/ 1499873 w 2136621"/>
              <a:gd name="csY318" fmla="*/ 2441966 h 2507095"/>
              <a:gd name="csX319" fmla="*/ 1457017 w 2136621"/>
              <a:gd name="csY319" fmla="*/ 2452269 h 2507095"/>
              <a:gd name="csX320" fmla="*/ 1403034 w 2136621"/>
              <a:gd name="csY320" fmla="*/ 2466694 h 2507095"/>
              <a:gd name="csX321" fmla="*/ 1356882 w 2136621"/>
              <a:gd name="csY321" fmla="*/ 2480295 h 2507095"/>
              <a:gd name="csX322" fmla="*/ 1264988 w 2136621"/>
              <a:gd name="csY322" fmla="*/ 2491011 h 2507095"/>
              <a:gd name="csX323" fmla="*/ 1227489 w 2136621"/>
              <a:gd name="csY323" fmla="*/ 2490186 h 2507095"/>
              <a:gd name="csX324" fmla="*/ 1381194 w 2136621"/>
              <a:gd name="csY324" fmla="*/ 1672089 h 2507095"/>
              <a:gd name="csX325" fmla="*/ 1377074 w 2136621"/>
              <a:gd name="csY325" fmla="*/ 1661786 h 2507095"/>
              <a:gd name="csX326" fmla="*/ 1356882 w 2136621"/>
              <a:gd name="csY326" fmla="*/ 1657665 h 2507095"/>
              <a:gd name="csX327" fmla="*/ 1356058 w 2136621"/>
              <a:gd name="csY327" fmla="*/ 1667968 h 2507095"/>
              <a:gd name="csX328" fmla="*/ 1381194 w 2136621"/>
              <a:gd name="csY328" fmla="*/ 1672089 h 2507095"/>
              <a:gd name="csX329" fmla="*/ 2101094 w 2136621"/>
              <a:gd name="csY329" fmla="*/ 1371228 h 2507095"/>
              <a:gd name="csX330" fmla="*/ 2093264 w 2136621"/>
              <a:gd name="csY330" fmla="*/ 1370816 h 2507095"/>
              <a:gd name="csX331" fmla="*/ 2095737 w 2136621"/>
              <a:gd name="csY331" fmla="*/ 1373288 h 2507095"/>
              <a:gd name="csX332" fmla="*/ 2101094 w 2136621"/>
              <a:gd name="csY332" fmla="*/ 1371228 h 2507095"/>
              <a:gd name="csX333" fmla="*/ 1849726 w 2136621"/>
              <a:gd name="csY333" fmla="*/ 1280557 h 2507095"/>
              <a:gd name="csX334" fmla="*/ 1841897 w 2136621"/>
              <a:gd name="csY334" fmla="*/ 1280145 h 2507095"/>
              <a:gd name="csX335" fmla="*/ 1844369 w 2136621"/>
              <a:gd name="csY335" fmla="*/ 1282618 h 2507095"/>
              <a:gd name="csX336" fmla="*/ 1849726 w 2136621"/>
              <a:gd name="csY336" fmla="*/ 1280557 h 2507095"/>
              <a:gd name="csX337" fmla="*/ 1687780 w 2136621"/>
              <a:gd name="csY337" fmla="*/ 1154442 h 2507095"/>
              <a:gd name="csX338" fmla="*/ 1692313 w 2136621"/>
              <a:gd name="csY338" fmla="*/ 1144551 h 2507095"/>
              <a:gd name="csX339" fmla="*/ 1693137 w 2136621"/>
              <a:gd name="csY339" fmla="*/ 1136308 h 2507095"/>
              <a:gd name="csX340" fmla="*/ 1679538 w 2136621"/>
              <a:gd name="csY340" fmla="*/ 1150321 h 2507095"/>
              <a:gd name="csX341" fmla="*/ 1686132 w 2136621"/>
              <a:gd name="csY341" fmla="*/ 1161449 h 2507095"/>
              <a:gd name="csX342" fmla="*/ 1687780 w 2136621"/>
              <a:gd name="csY342" fmla="*/ 1154442 h 2507095"/>
              <a:gd name="csX343" fmla="*/ 1652341 w 2136621"/>
              <a:gd name="csY343" fmla="*/ 1069954 h 2507095"/>
              <a:gd name="csX344" fmla="*/ 1637507 w 2136621"/>
              <a:gd name="csY344" fmla="*/ 1065420 h 2507095"/>
              <a:gd name="csX345" fmla="*/ 1642039 w 2136621"/>
              <a:gd name="csY345" fmla="*/ 1080257 h 2507095"/>
              <a:gd name="csX346" fmla="*/ 1652341 w 2136621"/>
              <a:gd name="csY346" fmla="*/ 1069954 h 2507095"/>
              <a:gd name="csX347" fmla="*/ 1257571 w 2136621"/>
              <a:gd name="csY347" fmla="*/ 1005248 h 2507095"/>
              <a:gd name="csX348" fmla="*/ 1232846 w 2136621"/>
              <a:gd name="csY348" fmla="*/ 976810 h 2507095"/>
              <a:gd name="csX349" fmla="*/ 1210594 w 2136621"/>
              <a:gd name="csY349" fmla="*/ 947548 h 2507095"/>
              <a:gd name="csX350" fmla="*/ 1139305 w 2136621"/>
              <a:gd name="csY350" fmla="*/ 860175 h 2507095"/>
              <a:gd name="csX351" fmla="*/ 1125706 w 2136621"/>
              <a:gd name="csY351" fmla="*/ 841216 h 2507095"/>
              <a:gd name="csX352" fmla="*/ 1113344 w 2136621"/>
              <a:gd name="csY352" fmla="*/ 826379 h 2507095"/>
              <a:gd name="csX353" fmla="*/ 1103866 w 2136621"/>
              <a:gd name="csY353" fmla="*/ 810718 h 2507095"/>
              <a:gd name="csX354" fmla="*/ 1078729 w 2136621"/>
              <a:gd name="csY354" fmla="*/ 786814 h 2507095"/>
              <a:gd name="csX355" fmla="*/ 1059774 w 2136621"/>
              <a:gd name="csY355" fmla="*/ 769504 h 2507095"/>
              <a:gd name="csX356" fmla="*/ 999610 w 2136621"/>
              <a:gd name="csY356" fmla="*/ 711805 h 2507095"/>
              <a:gd name="csX357" fmla="*/ 938623 w 2136621"/>
              <a:gd name="csY357" fmla="*/ 654517 h 2507095"/>
              <a:gd name="csX358" fmla="*/ 913074 w 2136621"/>
              <a:gd name="csY358" fmla="*/ 635971 h 2507095"/>
              <a:gd name="csX359" fmla="*/ 885465 w 2136621"/>
              <a:gd name="csY359" fmla="*/ 619897 h 2507095"/>
              <a:gd name="csX360" fmla="*/ 851675 w 2136621"/>
              <a:gd name="csY360" fmla="*/ 588987 h 2507095"/>
              <a:gd name="csX361" fmla="*/ 808407 w 2136621"/>
              <a:gd name="csY361" fmla="*/ 554779 h 2507095"/>
              <a:gd name="csX362" fmla="*/ 756073 w 2136621"/>
              <a:gd name="csY362" fmla="*/ 511505 h 2507095"/>
              <a:gd name="csX363" fmla="*/ 726403 w 2136621"/>
              <a:gd name="csY363" fmla="*/ 487601 h 2507095"/>
              <a:gd name="csX364" fmla="*/ 681487 w 2136621"/>
              <a:gd name="csY364" fmla="*/ 459987 h 2507095"/>
              <a:gd name="csX365" fmla="*/ 620911 w 2136621"/>
              <a:gd name="csY365" fmla="*/ 421658 h 2507095"/>
              <a:gd name="csX366" fmla="*/ 569402 w 2136621"/>
              <a:gd name="csY366" fmla="*/ 393221 h 2507095"/>
              <a:gd name="csX367" fmla="*/ 488634 w 2136621"/>
              <a:gd name="csY367" fmla="*/ 355716 h 2507095"/>
              <a:gd name="csX368" fmla="*/ 467618 w 2136621"/>
              <a:gd name="csY368" fmla="*/ 347061 h 2507095"/>
              <a:gd name="csX369" fmla="*/ 255398 w 2136621"/>
              <a:gd name="csY369" fmla="*/ 336758 h 2507095"/>
              <a:gd name="csX370" fmla="*/ 224493 w 2136621"/>
              <a:gd name="csY370" fmla="*/ 375911 h 2507095"/>
              <a:gd name="csX371" fmla="*/ 208422 w 2136621"/>
              <a:gd name="csY371" fmla="*/ 403112 h 2507095"/>
              <a:gd name="csX372" fmla="*/ 194411 w 2136621"/>
              <a:gd name="csY372" fmla="*/ 422071 h 2507095"/>
              <a:gd name="csX373" fmla="*/ 212542 w 2136621"/>
              <a:gd name="csY373" fmla="*/ 458339 h 2507095"/>
              <a:gd name="csX374" fmla="*/ 216663 w 2136621"/>
              <a:gd name="csY374" fmla="*/ 475237 h 2507095"/>
              <a:gd name="csX375" fmla="*/ 292073 w 2136621"/>
              <a:gd name="csY375" fmla="*/ 588163 h 2507095"/>
              <a:gd name="csX376" fmla="*/ 516656 w 2136621"/>
              <a:gd name="csY376" fmla="*/ 761261 h 2507095"/>
              <a:gd name="csX377" fmla="*/ 564457 w 2136621"/>
              <a:gd name="csY377" fmla="*/ 788463 h 2507095"/>
              <a:gd name="csX378" fmla="*/ 582176 w 2136621"/>
              <a:gd name="csY378" fmla="*/ 798354 h 2507095"/>
              <a:gd name="csX379" fmla="*/ 715689 w 2136621"/>
              <a:gd name="csY379" fmla="*/ 864296 h 2507095"/>
              <a:gd name="csX380" fmla="*/ 765550 w 2136621"/>
              <a:gd name="csY380" fmla="*/ 876660 h 2507095"/>
              <a:gd name="csX381" fmla="*/ 820769 w 2136621"/>
              <a:gd name="csY381" fmla="*/ 889025 h 2507095"/>
              <a:gd name="csX382" fmla="*/ 875163 w 2136621"/>
              <a:gd name="csY382" fmla="*/ 903862 h 2507095"/>
              <a:gd name="csX383" fmla="*/ 911426 w 2136621"/>
              <a:gd name="csY383" fmla="*/ 914165 h 2507095"/>
              <a:gd name="csX384" fmla="*/ 957579 w 2136621"/>
              <a:gd name="csY384" fmla="*/ 924469 h 2507095"/>
              <a:gd name="csX385" fmla="*/ 989721 w 2136621"/>
              <a:gd name="csY385" fmla="*/ 930238 h 2507095"/>
              <a:gd name="csX386" fmla="*/ 1042054 w 2136621"/>
              <a:gd name="csY386" fmla="*/ 953730 h 2507095"/>
              <a:gd name="csX387" fmla="*/ 1069664 w 2136621"/>
              <a:gd name="csY387" fmla="*/ 951670 h 2507095"/>
              <a:gd name="csX388" fmla="*/ 1105927 w 2136621"/>
              <a:gd name="csY388" fmla="*/ 955791 h 2507095"/>
              <a:gd name="csX389" fmla="*/ 1154552 w 2136621"/>
              <a:gd name="csY389" fmla="*/ 978047 h 2507095"/>
              <a:gd name="csX390" fmla="*/ 1194523 w 2136621"/>
              <a:gd name="csY390" fmla="*/ 992472 h 2507095"/>
              <a:gd name="csX391" fmla="*/ 1227489 w 2136621"/>
              <a:gd name="csY391" fmla="*/ 1003187 h 2507095"/>
              <a:gd name="csX392" fmla="*/ 1257571 w 2136621"/>
              <a:gd name="csY392" fmla="*/ 1005248 h 2507095"/>
              <a:gd name="csX393" fmla="*/ 758133 w 2136621"/>
              <a:gd name="csY393" fmla="*/ 948373 h 2507095"/>
              <a:gd name="csX394" fmla="*/ 731760 w 2136621"/>
              <a:gd name="csY394" fmla="*/ 933536 h 2507095"/>
              <a:gd name="csX395" fmla="*/ 514183 w 2136621"/>
              <a:gd name="csY395" fmla="*/ 813603 h 2507095"/>
              <a:gd name="csX396" fmla="*/ 484514 w 2136621"/>
              <a:gd name="csY396" fmla="*/ 792584 h 2507095"/>
              <a:gd name="csX397" fmla="*/ 296194 w 2136621"/>
              <a:gd name="csY397" fmla="*/ 640092 h 2507095"/>
              <a:gd name="csX398" fmla="*/ 311853 w 2136621"/>
              <a:gd name="csY398" fmla="*/ 668118 h 2507095"/>
              <a:gd name="csX399" fmla="*/ 682723 w 2136621"/>
              <a:gd name="csY399" fmla="*/ 923232 h 2507095"/>
              <a:gd name="csX400" fmla="*/ 758133 w 2136621"/>
              <a:gd name="csY400" fmla="*/ 948373 h 2507095"/>
              <a:gd name="csX401" fmla="*/ 1274054 w 2136621"/>
              <a:gd name="csY401" fmla="*/ 907983 h 2507095"/>
              <a:gd name="csX402" fmla="*/ 1267873 w 2136621"/>
              <a:gd name="csY402" fmla="*/ 903862 h 2507095"/>
              <a:gd name="csX403" fmla="*/ 1261692 w 2136621"/>
              <a:gd name="csY403" fmla="*/ 907983 h 2507095"/>
              <a:gd name="csX404" fmla="*/ 1267873 w 2136621"/>
              <a:gd name="csY404" fmla="*/ 912104 h 2507095"/>
              <a:gd name="csX405" fmla="*/ 1274054 w 2136621"/>
              <a:gd name="csY405" fmla="*/ 907983 h 2507095"/>
              <a:gd name="csX406" fmla="*/ 1364711 w 2136621"/>
              <a:gd name="csY406" fmla="*/ 649572 h 2507095"/>
              <a:gd name="csX407" fmla="*/ 1346580 w 2136621"/>
              <a:gd name="csY407" fmla="*/ 631850 h 2507095"/>
              <a:gd name="csX408" fmla="*/ 1349052 w 2136621"/>
              <a:gd name="csY408" fmla="*/ 645862 h 2507095"/>
              <a:gd name="csX409" fmla="*/ 1364711 w 2136621"/>
              <a:gd name="csY409" fmla="*/ 649572 h 2507095"/>
              <a:gd name="csX410" fmla="*/ 64194 w 2136621"/>
              <a:gd name="csY410" fmla="*/ 370965 h 2507095"/>
              <a:gd name="csX411" fmla="*/ 67079 w 2136621"/>
              <a:gd name="csY411" fmla="*/ 343764 h 2507095"/>
              <a:gd name="csX412" fmla="*/ 41942 w 2136621"/>
              <a:gd name="csY412" fmla="*/ 330163 h 2507095"/>
              <a:gd name="csX413" fmla="*/ 38234 w 2136621"/>
              <a:gd name="csY413" fmla="*/ 359838 h 2507095"/>
              <a:gd name="csX414" fmla="*/ 54305 w 2136621"/>
              <a:gd name="csY414" fmla="*/ 387863 h 2507095"/>
              <a:gd name="csX415" fmla="*/ 64194 w 2136621"/>
              <a:gd name="csY415" fmla="*/ 370965 h 2507095"/>
              <a:gd name="csX416" fmla="*/ 1113344 w 2136621"/>
              <a:gd name="csY416" fmla="*/ 382917 h 2507095"/>
              <a:gd name="csX417" fmla="*/ 1091504 w 2136621"/>
              <a:gd name="csY417" fmla="*/ 366020 h 2507095"/>
              <a:gd name="csX418" fmla="*/ 1060598 w 2136621"/>
              <a:gd name="csY418" fmla="*/ 345000 h 2507095"/>
              <a:gd name="csX419" fmla="*/ 1052356 w 2136621"/>
              <a:gd name="csY419" fmla="*/ 358601 h 2507095"/>
              <a:gd name="csX420" fmla="*/ 1067191 w 2136621"/>
              <a:gd name="csY420" fmla="*/ 375087 h 2507095"/>
              <a:gd name="csX421" fmla="*/ 1090680 w 2136621"/>
              <a:gd name="csY421" fmla="*/ 385390 h 2507095"/>
              <a:gd name="csX422" fmla="*/ 1113344 w 2136621"/>
              <a:gd name="csY422" fmla="*/ 382917 h 2507095"/>
              <a:gd name="csX423" fmla="*/ 952634 w 2136621"/>
              <a:gd name="csY423" fmla="*/ 376735 h 2507095"/>
              <a:gd name="csX424" fmla="*/ 919667 w 2136621"/>
              <a:gd name="csY424" fmla="*/ 350770 h 2507095"/>
              <a:gd name="csX425" fmla="*/ 925024 w 2136621"/>
              <a:gd name="csY425" fmla="*/ 372614 h 2507095"/>
              <a:gd name="csX426" fmla="*/ 952634 w 2136621"/>
              <a:gd name="csY426" fmla="*/ 376735 h 2507095"/>
              <a:gd name="csX427" fmla="*/ 1049060 w 2136621"/>
              <a:gd name="csY427" fmla="*/ 325218 h 2507095"/>
              <a:gd name="csX428" fmla="*/ 1039170 w 2136621"/>
              <a:gd name="csY428" fmla="*/ 321921 h 2507095"/>
              <a:gd name="csX429" fmla="*/ 1050296 w 2136621"/>
              <a:gd name="csY429" fmla="*/ 333461 h 2507095"/>
              <a:gd name="csX430" fmla="*/ 1049060 w 2136621"/>
              <a:gd name="csY430" fmla="*/ 325218 h 2507095"/>
              <a:gd name="csX431" fmla="*/ 1035049 w 2136621"/>
              <a:gd name="csY431" fmla="*/ 319448 h 2507095"/>
              <a:gd name="csX432" fmla="*/ 1015681 w 2136621"/>
              <a:gd name="csY432" fmla="*/ 307908 h 2507095"/>
              <a:gd name="csX433" fmla="*/ 1029280 w 2136621"/>
              <a:gd name="csY433" fmla="*/ 322745 h 2507095"/>
              <a:gd name="csX434" fmla="*/ 1035049 w 2136621"/>
              <a:gd name="csY434" fmla="*/ 319448 h 2507095"/>
              <a:gd name="csX435" fmla="*/ 941508 w 2136621"/>
              <a:gd name="csY435" fmla="*/ 282355 h 2507095"/>
              <a:gd name="csX436" fmla="*/ 866922 w 2136621"/>
              <a:gd name="csY436" fmla="*/ 232074 h 2507095"/>
              <a:gd name="csX437" fmla="*/ 857856 w 2136621"/>
              <a:gd name="csY437" fmla="*/ 227953 h 2507095"/>
              <a:gd name="csX438" fmla="*/ 825714 w 2136621"/>
              <a:gd name="csY438" fmla="*/ 194157 h 2507095"/>
              <a:gd name="csX439" fmla="*/ 787803 w 2136621"/>
              <a:gd name="csY439" fmla="*/ 169429 h 2507095"/>
              <a:gd name="csX440" fmla="*/ 707860 w 2136621"/>
              <a:gd name="csY440" fmla="*/ 119148 h 2507095"/>
              <a:gd name="csX441" fmla="*/ 690552 w 2136621"/>
              <a:gd name="csY441" fmla="*/ 114202 h 2507095"/>
              <a:gd name="csX442" fmla="*/ 693437 w 2136621"/>
              <a:gd name="csY442" fmla="*/ 127391 h 2507095"/>
              <a:gd name="csX443" fmla="*/ 814588 w 2136621"/>
              <a:gd name="csY443" fmla="*/ 213116 h 2507095"/>
              <a:gd name="csX444" fmla="*/ 847142 w 2136621"/>
              <a:gd name="csY444" fmla="*/ 234959 h 2507095"/>
              <a:gd name="csX445" fmla="*/ 872691 w 2136621"/>
              <a:gd name="csY445" fmla="*/ 250621 h 2507095"/>
              <a:gd name="csX446" fmla="*/ 904008 w 2136621"/>
              <a:gd name="csY446" fmla="*/ 272464 h 2507095"/>
              <a:gd name="csX447" fmla="*/ 968293 w 2136621"/>
              <a:gd name="csY447" fmla="*/ 314090 h 2507095"/>
              <a:gd name="csX448" fmla="*/ 941508 w 2136621"/>
              <a:gd name="csY448" fmla="*/ 282355 h 2507095"/>
              <a:gd name="csX449" fmla="*/ 552918 w 2136621"/>
              <a:gd name="csY449" fmla="*/ 269579 h 2507095"/>
              <a:gd name="csX450" fmla="*/ 512947 w 2136621"/>
              <a:gd name="csY450" fmla="*/ 249796 h 2507095"/>
              <a:gd name="csX451" fmla="*/ 532315 w 2136621"/>
              <a:gd name="csY451" fmla="*/ 263809 h 2507095"/>
              <a:gd name="csX452" fmla="*/ 552918 w 2136621"/>
              <a:gd name="csY452" fmla="*/ 269579 h 2507095"/>
              <a:gd name="csX453" fmla="*/ 940271 w 2136621"/>
              <a:gd name="csY453" fmla="*/ 236608 h 2507095"/>
              <a:gd name="csX454" fmla="*/ 896179 w 2136621"/>
              <a:gd name="csY454" fmla="*/ 203225 h 2507095"/>
              <a:gd name="csX455" fmla="*/ 896179 w 2136621"/>
              <a:gd name="csY455" fmla="*/ 218474 h 2507095"/>
              <a:gd name="csX456" fmla="*/ 940271 w 2136621"/>
              <a:gd name="csY456" fmla="*/ 236608 h 2507095"/>
              <a:gd name="csX457" fmla="*/ 857444 w 2136621"/>
              <a:gd name="csY457" fmla="*/ 183030 h 2507095"/>
              <a:gd name="csX458" fmla="*/ 822417 w 2136621"/>
              <a:gd name="csY458" fmla="*/ 152531 h 2507095"/>
              <a:gd name="csX459" fmla="*/ 742474 w 2136621"/>
              <a:gd name="csY459" fmla="*/ 118324 h 2507095"/>
              <a:gd name="csX460" fmla="*/ 787803 w 2136621"/>
              <a:gd name="csY460" fmla="*/ 155004 h 2507095"/>
              <a:gd name="csX461" fmla="*/ 824890 w 2136621"/>
              <a:gd name="csY461" fmla="*/ 176023 h 2507095"/>
              <a:gd name="csX462" fmla="*/ 857444 w 2136621"/>
              <a:gd name="csY462" fmla="*/ 183030 h 2507095"/>
              <a:gd name="csX463" fmla="*/ 622972 w 2136621"/>
              <a:gd name="csY463" fmla="*/ 57739 h 2507095"/>
              <a:gd name="csX464" fmla="*/ 593302 w 2136621"/>
              <a:gd name="csY464" fmla="*/ 44963 h 2507095"/>
              <a:gd name="csX465" fmla="*/ 596599 w 2136621"/>
              <a:gd name="csY465" fmla="*/ 55266 h 2507095"/>
              <a:gd name="csX466" fmla="*/ 622972 w 2136621"/>
              <a:gd name="csY466" fmla="*/ 57739 h 25070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</a:cxnLst>
            <a:rect l="l" t="t" r="r" b="b"/>
            <a:pathLst>
              <a:path w="2136621" h="2507095">
                <a:moveTo>
                  <a:pt x="1227489" y="2490186"/>
                </a:moveTo>
                <a:cubicBezTo>
                  <a:pt x="1219248" y="2485653"/>
                  <a:pt x="1204413" y="2481119"/>
                  <a:pt x="1194523" y="2479883"/>
                </a:cubicBezTo>
                <a:cubicBezTo>
                  <a:pt x="1185045" y="2478234"/>
                  <a:pt x="1176392" y="2476586"/>
                  <a:pt x="1175568" y="2475761"/>
                </a:cubicBezTo>
                <a:cubicBezTo>
                  <a:pt x="1172271" y="2472464"/>
                  <a:pt x="1185045" y="2441142"/>
                  <a:pt x="1192463" y="2434547"/>
                </a:cubicBezTo>
                <a:cubicBezTo>
                  <a:pt x="1206061" y="2422183"/>
                  <a:pt x="1201116" y="2419298"/>
                  <a:pt x="1172271" y="2421771"/>
                </a:cubicBezTo>
                <a:cubicBezTo>
                  <a:pt x="1150019" y="2423832"/>
                  <a:pt x="1143426" y="2423008"/>
                  <a:pt x="1137244" y="2417650"/>
                </a:cubicBezTo>
                <a:cubicBezTo>
                  <a:pt x="1125294" y="2406934"/>
                  <a:pt x="1128591" y="2398691"/>
                  <a:pt x="1154964" y="2373551"/>
                </a:cubicBezTo>
                <a:cubicBezTo>
                  <a:pt x="1168562" y="2360362"/>
                  <a:pt x="1183397" y="2341816"/>
                  <a:pt x="1187518" y="2332337"/>
                </a:cubicBezTo>
                <a:cubicBezTo>
                  <a:pt x="1191639" y="2322858"/>
                  <a:pt x="1202765" y="2308433"/>
                  <a:pt x="1212243" y="2300190"/>
                </a:cubicBezTo>
                <a:cubicBezTo>
                  <a:pt x="1227901" y="2287414"/>
                  <a:pt x="1229138" y="2284941"/>
                  <a:pt x="1224605" y="2276698"/>
                </a:cubicBezTo>
                <a:cubicBezTo>
                  <a:pt x="1221720" y="2270928"/>
                  <a:pt x="1220896" y="2261037"/>
                  <a:pt x="1222544" y="2251558"/>
                </a:cubicBezTo>
                <a:cubicBezTo>
                  <a:pt x="1224605" y="2238369"/>
                  <a:pt x="1223369" y="2234248"/>
                  <a:pt x="1213067" y="2222296"/>
                </a:cubicBezTo>
                <a:cubicBezTo>
                  <a:pt x="1206473" y="2214465"/>
                  <a:pt x="1198644" y="2200864"/>
                  <a:pt x="1195347" y="2191797"/>
                </a:cubicBezTo>
                <a:cubicBezTo>
                  <a:pt x="1192463" y="2182730"/>
                  <a:pt x="1186694" y="2171603"/>
                  <a:pt x="1182573" y="2167069"/>
                </a:cubicBezTo>
                <a:cubicBezTo>
                  <a:pt x="1178452" y="2162123"/>
                  <a:pt x="1173919" y="2152232"/>
                  <a:pt x="1172683" y="2144401"/>
                </a:cubicBezTo>
                <a:cubicBezTo>
                  <a:pt x="1171035" y="2136571"/>
                  <a:pt x="1163617" y="2122558"/>
                  <a:pt x="1155788" y="2113903"/>
                </a:cubicBezTo>
                <a:cubicBezTo>
                  <a:pt x="1148370" y="2104836"/>
                  <a:pt x="1142189" y="2093708"/>
                  <a:pt x="1142189" y="2088762"/>
                </a:cubicBezTo>
                <a:cubicBezTo>
                  <a:pt x="1142189" y="2079695"/>
                  <a:pt x="1127355" y="2054967"/>
                  <a:pt x="1114992" y="2042603"/>
                </a:cubicBezTo>
                <a:cubicBezTo>
                  <a:pt x="1111696" y="2038894"/>
                  <a:pt x="1104278" y="2027766"/>
                  <a:pt x="1098921" y="2017050"/>
                </a:cubicBezTo>
                <a:cubicBezTo>
                  <a:pt x="1078317" y="1978721"/>
                  <a:pt x="1036285" y="1918961"/>
                  <a:pt x="1026396" y="1913191"/>
                </a:cubicBezTo>
                <a:cubicBezTo>
                  <a:pt x="1022275" y="1911130"/>
                  <a:pt x="1018566" y="1906597"/>
                  <a:pt x="1018566" y="1903712"/>
                </a:cubicBezTo>
                <a:cubicBezTo>
                  <a:pt x="1018566" y="1894645"/>
                  <a:pt x="1007028" y="1873626"/>
                  <a:pt x="965820" y="1808508"/>
                </a:cubicBezTo>
                <a:cubicBezTo>
                  <a:pt x="963348" y="1803974"/>
                  <a:pt x="958815" y="1795731"/>
                  <a:pt x="956754" y="1789961"/>
                </a:cubicBezTo>
                <a:cubicBezTo>
                  <a:pt x="954282" y="1784191"/>
                  <a:pt x="950985" y="1776773"/>
                  <a:pt x="948513" y="1773476"/>
                </a:cubicBezTo>
                <a:cubicBezTo>
                  <a:pt x="946452" y="1770179"/>
                  <a:pt x="941920" y="1761524"/>
                  <a:pt x="938623" y="1754517"/>
                </a:cubicBezTo>
                <a:cubicBezTo>
                  <a:pt x="935738" y="1747511"/>
                  <a:pt x="927909" y="1735559"/>
                  <a:pt x="921316" y="1727728"/>
                </a:cubicBezTo>
                <a:cubicBezTo>
                  <a:pt x="893707" y="1694757"/>
                  <a:pt x="882580" y="1678684"/>
                  <a:pt x="882580" y="1670441"/>
                </a:cubicBezTo>
                <a:cubicBezTo>
                  <a:pt x="882580" y="1665907"/>
                  <a:pt x="879696" y="1657252"/>
                  <a:pt x="875987" y="1651483"/>
                </a:cubicBezTo>
                <a:cubicBezTo>
                  <a:pt x="869394" y="1642003"/>
                  <a:pt x="869394" y="1640355"/>
                  <a:pt x="876811" y="1627166"/>
                </a:cubicBezTo>
                <a:cubicBezTo>
                  <a:pt x="883817" y="1613566"/>
                  <a:pt x="883817" y="1612741"/>
                  <a:pt x="876399" y="1604499"/>
                </a:cubicBezTo>
                <a:cubicBezTo>
                  <a:pt x="869806" y="1597492"/>
                  <a:pt x="869806" y="1594607"/>
                  <a:pt x="873927" y="1586364"/>
                </a:cubicBezTo>
                <a:cubicBezTo>
                  <a:pt x="878460" y="1578534"/>
                  <a:pt x="878460" y="1574000"/>
                  <a:pt x="873927" y="1562048"/>
                </a:cubicBezTo>
                <a:cubicBezTo>
                  <a:pt x="869394" y="1549272"/>
                  <a:pt x="869394" y="1545975"/>
                  <a:pt x="875163" y="1539793"/>
                </a:cubicBezTo>
                <a:cubicBezTo>
                  <a:pt x="879696" y="1534847"/>
                  <a:pt x="881756" y="1527016"/>
                  <a:pt x="880520" y="1515889"/>
                </a:cubicBezTo>
                <a:cubicBezTo>
                  <a:pt x="879696" y="1502700"/>
                  <a:pt x="881344" y="1497342"/>
                  <a:pt x="889586" y="1488687"/>
                </a:cubicBezTo>
                <a:cubicBezTo>
                  <a:pt x="901124" y="1475911"/>
                  <a:pt x="905657" y="1449946"/>
                  <a:pt x="898651" y="1436758"/>
                </a:cubicBezTo>
                <a:cubicBezTo>
                  <a:pt x="892058" y="1424806"/>
                  <a:pt x="897003" y="1419860"/>
                  <a:pt x="907717" y="1426867"/>
                </a:cubicBezTo>
                <a:cubicBezTo>
                  <a:pt x="915135" y="1430988"/>
                  <a:pt x="917607" y="1430988"/>
                  <a:pt x="923376" y="1425630"/>
                </a:cubicBezTo>
                <a:cubicBezTo>
                  <a:pt x="927497" y="1421921"/>
                  <a:pt x="934090" y="1419036"/>
                  <a:pt x="938623" y="1419036"/>
                </a:cubicBezTo>
                <a:cubicBezTo>
                  <a:pt x="950985" y="1419036"/>
                  <a:pt x="956342" y="1413678"/>
                  <a:pt x="962111" y="1396368"/>
                </a:cubicBezTo>
                <a:cubicBezTo>
                  <a:pt x="965408" y="1387713"/>
                  <a:pt x="969529" y="1379883"/>
                  <a:pt x="972001" y="1379058"/>
                </a:cubicBezTo>
                <a:cubicBezTo>
                  <a:pt x="974062" y="1378234"/>
                  <a:pt x="979419" y="1386065"/>
                  <a:pt x="983127" y="1396368"/>
                </a:cubicBezTo>
                <a:cubicBezTo>
                  <a:pt x="991369" y="1416975"/>
                  <a:pt x="998786" y="1419860"/>
                  <a:pt x="1008676" y="1405023"/>
                </a:cubicBezTo>
                <a:cubicBezTo>
                  <a:pt x="1016506" y="1392247"/>
                  <a:pt x="1025983" y="1390186"/>
                  <a:pt x="1037934" y="1397605"/>
                </a:cubicBezTo>
                <a:cubicBezTo>
                  <a:pt x="1044115" y="1401726"/>
                  <a:pt x="1052356" y="1402550"/>
                  <a:pt x="1062246" y="1400902"/>
                </a:cubicBezTo>
                <a:cubicBezTo>
                  <a:pt x="1071312" y="1398841"/>
                  <a:pt x="1079141" y="1399665"/>
                  <a:pt x="1082850" y="1402962"/>
                </a:cubicBezTo>
                <a:cubicBezTo>
                  <a:pt x="1086147" y="1405435"/>
                  <a:pt x="1094388" y="1406672"/>
                  <a:pt x="1101806" y="1405023"/>
                </a:cubicBezTo>
                <a:cubicBezTo>
                  <a:pt x="1112520" y="1403375"/>
                  <a:pt x="1119113" y="1405435"/>
                  <a:pt x="1131887" y="1414090"/>
                </a:cubicBezTo>
                <a:cubicBezTo>
                  <a:pt x="1146310" y="1424394"/>
                  <a:pt x="1148370" y="1427691"/>
                  <a:pt x="1148370" y="1441704"/>
                </a:cubicBezTo>
                <a:cubicBezTo>
                  <a:pt x="1148370" y="1455304"/>
                  <a:pt x="1150019" y="1459013"/>
                  <a:pt x="1159909" y="1463547"/>
                </a:cubicBezTo>
                <a:cubicBezTo>
                  <a:pt x="1166090" y="1466844"/>
                  <a:pt x="1173095" y="1473850"/>
                  <a:pt x="1175156" y="1479208"/>
                </a:cubicBezTo>
                <a:cubicBezTo>
                  <a:pt x="1177216" y="1484566"/>
                  <a:pt x="1180925" y="1489100"/>
                  <a:pt x="1182985" y="1489100"/>
                </a:cubicBezTo>
                <a:cubicBezTo>
                  <a:pt x="1185045" y="1489100"/>
                  <a:pt x="1187518" y="1492809"/>
                  <a:pt x="1188754" y="1497342"/>
                </a:cubicBezTo>
                <a:cubicBezTo>
                  <a:pt x="1190402" y="1503112"/>
                  <a:pt x="1194523" y="1505585"/>
                  <a:pt x="1202765" y="1505585"/>
                </a:cubicBezTo>
                <a:cubicBezTo>
                  <a:pt x="1215539" y="1505585"/>
                  <a:pt x="1224605" y="1512179"/>
                  <a:pt x="1224605" y="1520834"/>
                </a:cubicBezTo>
                <a:cubicBezTo>
                  <a:pt x="1224605" y="1523719"/>
                  <a:pt x="1221720" y="1526192"/>
                  <a:pt x="1218424" y="1526192"/>
                </a:cubicBezTo>
                <a:cubicBezTo>
                  <a:pt x="1207710" y="1526192"/>
                  <a:pt x="1211830" y="1533611"/>
                  <a:pt x="1223781" y="1536496"/>
                </a:cubicBezTo>
                <a:cubicBezTo>
                  <a:pt x="1230374" y="1537732"/>
                  <a:pt x="1242736" y="1546387"/>
                  <a:pt x="1251390" y="1555042"/>
                </a:cubicBezTo>
                <a:cubicBezTo>
                  <a:pt x="1260044" y="1564109"/>
                  <a:pt x="1268697" y="1570291"/>
                  <a:pt x="1270758" y="1569055"/>
                </a:cubicBezTo>
                <a:cubicBezTo>
                  <a:pt x="1275702" y="1565758"/>
                  <a:pt x="1289713" y="1578946"/>
                  <a:pt x="1297130" y="1592959"/>
                </a:cubicBezTo>
                <a:cubicBezTo>
                  <a:pt x="1304136" y="1606559"/>
                  <a:pt x="1325152" y="1618099"/>
                  <a:pt x="1335866" y="1614802"/>
                </a:cubicBezTo>
                <a:cubicBezTo>
                  <a:pt x="1340399" y="1613154"/>
                  <a:pt x="1345344" y="1607796"/>
                  <a:pt x="1346580" y="1602026"/>
                </a:cubicBezTo>
                <a:cubicBezTo>
                  <a:pt x="1349876" y="1589249"/>
                  <a:pt x="1354409" y="1589662"/>
                  <a:pt x="1371717" y="1604499"/>
                </a:cubicBezTo>
                <a:cubicBezTo>
                  <a:pt x="1387375" y="1618511"/>
                  <a:pt x="1395617" y="1619748"/>
                  <a:pt x="1417045" y="1610681"/>
                </a:cubicBezTo>
                <a:cubicBezTo>
                  <a:pt x="1430232" y="1605323"/>
                  <a:pt x="1433940" y="1605323"/>
                  <a:pt x="1452484" y="1610681"/>
                </a:cubicBezTo>
                <a:cubicBezTo>
                  <a:pt x="1464022" y="1613978"/>
                  <a:pt x="1475972" y="1616863"/>
                  <a:pt x="1478857" y="1616863"/>
                </a:cubicBezTo>
                <a:cubicBezTo>
                  <a:pt x="1487098" y="1616863"/>
                  <a:pt x="1485038" y="1605735"/>
                  <a:pt x="1474736" y="1595432"/>
                </a:cubicBezTo>
                <a:cubicBezTo>
                  <a:pt x="1469791" y="1590074"/>
                  <a:pt x="1463610" y="1581007"/>
                  <a:pt x="1460725" y="1575237"/>
                </a:cubicBezTo>
                <a:cubicBezTo>
                  <a:pt x="1458253" y="1569055"/>
                  <a:pt x="1436825" y="1548036"/>
                  <a:pt x="1413336" y="1527841"/>
                </a:cubicBezTo>
                <a:cubicBezTo>
                  <a:pt x="1389848" y="1508058"/>
                  <a:pt x="1359766" y="1481269"/>
                  <a:pt x="1346168" y="1468493"/>
                </a:cubicBezTo>
                <a:cubicBezTo>
                  <a:pt x="1332569" y="1456128"/>
                  <a:pt x="1306608" y="1432636"/>
                  <a:pt x="1288477" y="1416563"/>
                </a:cubicBezTo>
                <a:cubicBezTo>
                  <a:pt x="1270345" y="1400490"/>
                  <a:pt x="1239440" y="1372464"/>
                  <a:pt x="1219660" y="1355154"/>
                </a:cubicBezTo>
                <a:cubicBezTo>
                  <a:pt x="1199468" y="1337432"/>
                  <a:pt x="1183397" y="1322183"/>
                  <a:pt x="1183397" y="1320947"/>
                </a:cubicBezTo>
                <a:cubicBezTo>
                  <a:pt x="1183397" y="1318474"/>
                  <a:pt x="1203177" y="1331250"/>
                  <a:pt x="1222544" y="1346911"/>
                </a:cubicBezTo>
                <a:cubicBezTo>
                  <a:pt x="1244797" y="1364633"/>
                  <a:pt x="1343695" y="1433873"/>
                  <a:pt x="1379134" y="1456953"/>
                </a:cubicBezTo>
                <a:cubicBezTo>
                  <a:pt x="1395205" y="1467256"/>
                  <a:pt x="1422814" y="1484978"/>
                  <a:pt x="1440533" y="1496930"/>
                </a:cubicBezTo>
                <a:cubicBezTo>
                  <a:pt x="1476384" y="1520010"/>
                  <a:pt x="1483802" y="1521659"/>
                  <a:pt x="1493691" y="1510531"/>
                </a:cubicBezTo>
                <a:cubicBezTo>
                  <a:pt x="1499873" y="1503937"/>
                  <a:pt x="1499873" y="1501876"/>
                  <a:pt x="1491219" y="1482917"/>
                </a:cubicBezTo>
                <a:cubicBezTo>
                  <a:pt x="1483390" y="1466432"/>
                  <a:pt x="1482565" y="1460250"/>
                  <a:pt x="1485862" y="1450771"/>
                </a:cubicBezTo>
                <a:cubicBezTo>
                  <a:pt x="1489571" y="1440879"/>
                  <a:pt x="1488747" y="1437994"/>
                  <a:pt x="1478857" y="1428927"/>
                </a:cubicBezTo>
                <a:cubicBezTo>
                  <a:pt x="1466906" y="1418212"/>
                  <a:pt x="1465258" y="1412854"/>
                  <a:pt x="1471851" y="1408732"/>
                </a:cubicBezTo>
                <a:cubicBezTo>
                  <a:pt x="1480505" y="1403375"/>
                  <a:pt x="1475972" y="1390186"/>
                  <a:pt x="1463198" y="1384004"/>
                </a:cubicBezTo>
                <a:cubicBezTo>
                  <a:pt x="1455368" y="1379883"/>
                  <a:pt x="1447951" y="1370816"/>
                  <a:pt x="1443006" y="1358864"/>
                </a:cubicBezTo>
                <a:cubicBezTo>
                  <a:pt x="1438473" y="1348972"/>
                  <a:pt x="1432292" y="1340729"/>
                  <a:pt x="1429407" y="1340729"/>
                </a:cubicBezTo>
                <a:cubicBezTo>
                  <a:pt x="1426111" y="1340729"/>
                  <a:pt x="1410040" y="1334135"/>
                  <a:pt x="1393969" y="1325892"/>
                </a:cubicBezTo>
                <a:cubicBezTo>
                  <a:pt x="1375837" y="1316825"/>
                  <a:pt x="1360178" y="1311880"/>
                  <a:pt x="1354409" y="1312704"/>
                </a:cubicBezTo>
                <a:cubicBezTo>
                  <a:pt x="1347404" y="1314352"/>
                  <a:pt x="1344107" y="1312704"/>
                  <a:pt x="1342871" y="1307346"/>
                </a:cubicBezTo>
                <a:cubicBezTo>
                  <a:pt x="1339574" y="1295394"/>
                  <a:pt x="1303724" y="1274787"/>
                  <a:pt x="1285592" y="1274787"/>
                </a:cubicBezTo>
                <a:cubicBezTo>
                  <a:pt x="1273230" y="1274787"/>
                  <a:pt x="1266225" y="1271902"/>
                  <a:pt x="1255511" y="1261599"/>
                </a:cubicBezTo>
                <a:cubicBezTo>
                  <a:pt x="1223781" y="1231512"/>
                  <a:pt x="1220896" y="1229864"/>
                  <a:pt x="1208122" y="1233985"/>
                </a:cubicBezTo>
                <a:cubicBezTo>
                  <a:pt x="1199056" y="1237282"/>
                  <a:pt x="1194111" y="1236870"/>
                  <a:pt x="1185870" y="1231512"/>
                </a:cubicBezTo>
                <a:cubicBezTo>
                  <a:pt x="1180513" y="1227803"/>
                  <a:pt x="1176392" y="1222445"/>
                  <a:pt x="1177628" y="1219560"/>
                </a:cubicBezTo>
                <a:cubicBezTo>
                  <a:pt x="1181749" y="1209257"/>
                  <a:pt x="1164854" y="1203487"/>
                  <a:pt x="1120761" y="1200602"/>
                </a:cubicBezTo>
                <a:cubicBezTo>
                  <a:pt x="1119113" y="1200602"/>
                  <a:pt x="1113756" y="1196481"/>
                  <a:pt x="1108399" y="1191123"/>
                </a:cubicBezTo>
                <a:cubicBezTo>
                  <a:pt x="1096037" y="1178759"/>
                  <a:pt x="1077905" y="1168867"/>
                  <a:pt x="1011149" y="1139193"/>
                </a:cubicBezTo>
                <a:cubicBezTo>
                  <a:pt x="981067" y="1125593"/>
                  <a:pt x="951397" y="1111168"/>
                  <a:pt x="945216" y="1106634"/>
                </a:cubicBezTo>
                <a:cubicBezTo>
                  <a:pt x="939035" y="1102513"/>
                  <a:pt x="915547" y="1088912"/>
                  <a:pt x="892882" y="1076548"/>
                </a:cubicBezTo>
                <a:cubicBezTo>
                  <a:pt x="870218" y="1064184"/>
                  <a:pt x="848378" y="1052644"/>
                  <a:pt x="844669" y="1050171"/>
                </a:cubicBezTo>
                <a:cubicBezTo>
                  <a:pt x="840961" y="1048110"/>
                  <a:pt x="824065" y="1038631"/>
                  <a:pt x="807582" y="1029976"/>
                </a:cubicBezTo>
                <a:cubicBezTo>
                  <a:pt x="657174" y="949609"/>
                  <a:pt x="486574" y="842865"/>
                  <a:pt x="401686" y="775686"/>
                </a:cubicBezTo>
                <a:cubicBezTo>
                  <a:pt x="386027" y="763322"/>
                  <a:pt x="363363" y="746012"/>
                  <a:pt x="351000" y="736533"/>
                </a:cubicBezTo>
                <a:cubicBezTo>
                  <a:pt x="323391" y="716338"/>
                  <a:pt x="243036" y="642977"/>
                  <a:pt x="207597" y="606297"/>
                </a:cubicBezTo>
                <a:cubicBezTo>
                  <a:pt x="175043" y="572089"/>
                  <a:pt x="143313" y="530463"/>
                  <a:pt x="116116" y="485540"/>
                </a:cubicBezTo>
                <a:cubicBezTo>
                  <a:pt x="96337" y="452569"/>
                  <a:pt x="87271" y="444738"/>
                  <a:pt x="81090" y="454630"/>
                </a:cubicBezTo>
                <a:cubicBezTo>
                  <a:pt x="77381" y="460812"/>
                  <a:pt x="66667" y="451332"/>
                  <a:pt x="66667" y="441853"/>
                </a:cubicBezTo>
                <a:cubicBezTo>
                  <a:pt x="66667" y="437732"/>
                  <a:pt x="65019" y="433198"/>
                  <a:pt x="62546" y="431962"/>
                </a:cubicBezTo>
                <a:cubicBezTo>
                  <a:pt x="60486" y="430725"/>
                  <a:pt x="58425" y="425780"/>
                  <a:pt x="58425" y="421658"/>
                </a:cubicBezTo>
                <a:cubicBezTo>
                  <a:pt x="58425" y="417537"/>
                  <a:pt x="55953" y="411355"/>
                  <a:pt x="52656" y="408470"/>
                </a:cubicBezTo>
                <a:cubicBezTo>
                  <a:pt x="42354" y="397754"/>
                  <a:pt x="29168" y="368080"/>
                  <a:pt x="27932" y="350770"/>
                </a:cubicBezTo>
                <a:cubicBezTo>
                  <a:pt x="26695" y="337170"/>
                  <a:pt x="28344" y="331812"/>
                  <a:pt x="36173" y="323981"/>
                </a:cubicBezTo>
                <a:cubicBezTo>
                  <a:pt x="41530" y="318624"/>
                  <a:pt x="46063" y="312029"/>
                  <a:pt x="46063" y="309144"/>
                </a:cubicBezTo>
                <a:cubicBezTo>
                  <a:pt x="46063" y="306259"/>
                  <a:pt x="49360" y="295132"/>
                  <a:pt x="53068" y="284416"/>
                </a:cubicBezTo>
                <a:cubicBezTo>
                  <a:pt x="60074" y="264633"/>
                  <a:pt x="60074" y="264221"/>
                  <a:pt x="52244" y="258039"/>
                </a:cubicBezTo>
                <a:cubicBezTo>
                  <a:pt x="42354" y="251033"/>
                  <a:pt x="20102" y="253506"/>
                  <a:pt x="10624" y="262573"/>
                </a:cubicBezTo>
                <a:cubicBezTo>
                  <a:pt x="1147" y="272052"/>
                  <a:pt x="-3386" y="270403"/>
                  <a:pt x="-3386" y="257627"/>
                </a:cubicBezTo>
                <a:cubicBezTo>
                  <a:pt x="-3386" y="244438"/>
                  <a:pt x="1971" y="236608"/>
                  <a:pt x="18042" y="226716"/>
                </a:cubicBezTo>
                <a:cubicBezTo>
                  <a:pt x="24223" y="223007"/>
                  <a:pt x="31640" y="214764"/>
                  <a:pt x="34525" y="208582"/>
                </a:cubicBezTo>
                <a:cubicBezTo>
                  <a:pt x="39058" y="199103"/>
                  <a:pt x="51420" y="189212"/>
                  <a:pt x="69964" y="180145"/>
                </a:cubicBezTo>
                <a:cubicBezTo>
                  <a:pt x="77793" y="176023"/>
                  <a:pt x="75733" y="171078"/>
                  <a:pt x="63782" y="165308"/>
                </a:cubicBezTo>
                <a:cubicBezTo>
                  <a:pt x="47711" y="157477"/>
                  <a:pt x="49360" y="152531"/>
                  <a:pt x="69964" y="145937"/>
                </a:cubicBezTo>
                <a:cubicBezTo>
                  <a:pt x="86859" y="140579"/>
                  <a:pt x="87683" y="139755"/>
                  <a:pt x="86447" y="125742"/>
                </a:cubicBezTo>
                <a:cubicBezTo>
                  <a:pt x="85210" y="111730"/>
                  <a:pt x="86035" y="110905"/>
                  <a:pt x="111995" y="97305"/>
                </a:cubicBezTo>
                <a:cubicBezTo>
                  <a:pt x="126830" y="89474"/>
                  <a:pt x="139605" y="81643"/>
                  <a:pt x="140017" y="79583"/>
                </a:cubicBezTo>
                <a:cubicBezTo>
                  <a:pt x="140841" y="77110"/>
                  <a:pt x="143725" y="75461"/>
                  <a:pt x="146198" y="75461"/>
                </a:cubicBezTo>
                <a:cubicBezTo>
                  <a:pt x="149082" y="75461"/>
                  <a:pt x="159384" y="69691"/>
                  <a:pt x="169274" y="63097"/>
                </a:cubicBezTo>
                <a:cubicBezTo>
                  <a:pt x="179988" y="55679"/>
                  <a:pt x="192763" y="50733"/>
                  <a:pt x="200592" y="50733"/>
                </a:cubicBezTo>
                <a:cubicBezTo>
                  <a:pt x="207597" y="50733"/>
                  <a:pt x="217075" y="47848"/>
                  <a:pt x="221608" y="44551"/>
                </a:cubicBezTo>
                <a:cubicBezTo>
                  <a:pt x="225729" y="41254"/>
                  <a:pt x="233558" y="38369"/>
                  <a:pt x="238503" y="38369"/>
                </a:cubicBezTo>
                <a:cubicBezTo>
                  <a:pt x="243448" y="38369"/>
                  <a:pt x="254162" y="34247"/>
                  <a:pt x="262404" y="29302"/>
                </a:cubicBezTo>
                <a:cubicBezTo>
                  <a:pt x="280947" y="18586"/>
                  <a:pt x="303612" y="13228"/>
                  <a:pt x="337814" y="11992"/>
                </a:cubicBezTo>
                <a:cubicBezTo>
                  <a:pt x="354709" y="11168"/>
                  <a:pt x="366247" y="8283"/>
                  <a:pt x="370368" y="4161"/>
                </a:cubicBezTo>
                <a:cubicBezTo>
                  <a:pt x="376137" y="-1609"/>
                  <a:pt x="378610" y="-1609"/>
                  <a:pt x="393856" y="5398"/>
                </a:cubicBezTo>
                <a:cubicBezTo>
                  <a:pt x="429707" y="21059"/>
                  <a:pt x="454432" y="27241"/>
                  <a:pt x="459377" y="22295"/>
                </a:cubicBezTo>
                <a:cubicBezTo>
                  <a:pt x="466794" y="14877"/>
                  <a:pt x="451959" y="5398"/>
                  <a:pt x="433416" y="5398"/>
                </a:cubicBezTo>
                <a:cubicBezTo>
                  <a:pt x="419817" y="5398"/>
                  <a:pt x="408691" y="-372"/>
                  <a:pt x="408691" y="-7379"/>
                </a:cubicBezTo>
                <a:cubicBezTo>
                  <a:pt x="408691" y="-11500"/>
                  <a:pt x="473800" y="-8203"/>
                  <a:pt x="499348" y="-2845"/>
                </a:cubicBezTo>
                <a:cubicBezTo>
                  <a:pt x="526545" y="2925"/>
                  <a:pt x="566517" y="16113"/>
                  <a:pt x="583824" y="24768"/>
                </a:cubicBezTo>
                <a:cubicBezTo>
                  <a:pt x="608137" y="37544"/>
                  <a:pt x="611846" y="39193"/>
                  <a:pt x="626680" y="44139"/>
                </a:cubicBezTo>
                <a:cubicBezTo>
                  <a:pt x="636158" y="47436"/>
                  <a:pt x="646048" y="48260"/>
                  <a:pt x="653877" y="45787"/>
                </a:cubicBezTo>
                <a:cubicBezTo>
                  <a:pt x="672833" y="40429"/>
                  <a:pt x="703327" y="49909"/>
                  <a:pt x="723519" y="67631"/>
                </a:cubicBezTo>
                <a:cubicBezTo>
                  <a:pt x="743710" y="85353"/>
                  <a:pt x="755661" y="91947"/>
                  <a:pt x="767199" y="91947"/>
                </a:cubicBezTo>
                <a:cubicBezTo>
                  <a:pt x="771732" y="91947"/>
                  <a:pt x="776677" y="94832"/>
                  <a:pt x="777913" y="98129"/>
                </a:cubicBezTo>
                <a:cubicBezTo>
                  <a:pt x="779561" y="101426"/>
                  <a:pt x="784094" y="104311"/>
                  <a:pt x="788215" y="104311"/>
                </a:cubicBezTo>
                <a:cubicBezTo>
                  <a:pt x="792335" y="104311"/>
                  <a:pt x="796044" y="107196"/>
                  <a:pt x="796044" y="110493"/>
                </a:cubicBezTo>
                <a:cubicBezTo>
                  <a:pt x="796044" y="113790"/>
                  <a:pt x="798105" y="116675"/>
                  <a:pt x="800989" y="116675"/>
                </a:cubicBezTo>
                <a:cubicBezTo>
                  <a:pt x="803462" y="116675"/>
                  <a:pt x="811291" y="120797"/>
                  <a:pt x="818296" y="126154"/>
                </a:cubicBezTo>
                <a:cubicBezTo>
                  <a:pt x="836840" y="139755"/>
                  <a:pt x="861565" y="153768"/>
                  <a:pt x="867746" y="153768"/>
                </a:cubicBezTo>
                <a:cubicBezTo>
                  <a:pt x="875163" y="153768"/>
                  <a:pt x="907717" y="182618"/>
                  <a:pt x="905245" y="186739"/>
                </a:cubicBezTo>
                <a:cubicBezTo>
                  <a:pt x="902772" y="190448"/>
                  <a:pt x="932030" y="207346"/>
                  <a:pt x="940683" y="207346"/>
                </a:cubicBezTo>
                <a:cubicBezTo>
                  <a:pt x="943568" y="207346"/>
                  <a:pt x="954282" y="214764"/>
                  <a:pt x="964584" y="224244"/>
                </a:cubicBezTo>
                <a:cubicBezTo>
                  <a:pt x="974886" y="233311"/>
                  <a:pt x="993429" y="248560"/>
                  <a:pt x="1005792" y="258039"/>
                </a:cubicBezTo>
                <a:cubicBezTo>
                  <a:pt x="1018154" y="267518"/>
                  <a:pt x="1031340" y="280295"/>
                  <a:pt x="1034637" y="286477"/>
                </a:cubicBezTo>
                <a:cubicBezTo>
                  <a:pt x="1038346" y="292659"/>
                  <a:pt x="1048236" y="302138"/>
                  <a:pt x="1056477" y="307908"/>
                </a:cubicBezTo>
                <a:cubicBezTo>
                  <a:pt x="1076257" y="321096"/>
                  <a:pt x="1141365" y="376735"/>
                  <a:pt x="1155788" y="392809"/>
                </a:cubicBezTo>
                <a:cubicBezTo>
                  <a:pt x="1161969" y="399815"/>
                  <a:pt x="1166090" y="407234"/>
                  <a:pt x="1164854" y="408882"/>
                </a:cubicBezTo>
                <a:cubicBezTo>
                  <a:pt x="1160321" y="416301"/>
                  <a:pt x="1146722" y="416301"/>
                  <a:pt x="1139717" y="408882"/>
                </a:cubicBezTo>
                <a:cubicBezTo>
                  <a:pt x="1130651" y="398991"/>
                  <a:pt x="1121585" y="398991"/>
                  <a:pt x="1121585" y="408470"/>
                </a:cubicBezTo>
                <a:cubicBezTo>
                  <a:pt x="1121585" y="417537"/>
                  <a:pt x="1145486" y="441029"/>
                  <a:pt x="1156612" y="443090"/>
                </a:cubicBezTo>
                <a:cubicBezTo>
                  <a:pt x="1161145" y="443914"/>
                  <a:pt x="1164854" y="447211"/>
                  <a:pt x="1164854" y="450920"/>
                </a:cubicBezTo>
                <a:cubicBezTo>
                  <a:pt x="1164854" y="459575"/>
                  <a:pt x="1223781" y="516038"/>
                  <a:pt x="1236143" y="518923"/>
                </a:cubicBezTo>
                <a:cubicBezTo>
                  <a:pt x="1241088" y="520572"/>
                  <a:pt x="1246445" y="525930"/>
                  <a:pt x="1247681" y="531288"/>
                </a:cubicBezTo>
                <a:cubicBezTo>
                  <a:pt x="1250978" y="543652"/>
                  <a:pt x="1275702" y="565907"/>
                  <a:pt x="1286829" y="565907"/>
                </a:cubicBezTo>
                <a:cubicBezTo>
                  <a:pt x="1291361" y="565907"/>
                  <a:pt x="1294246" y="567556"/>
                  <a:pt x="1293010" y="569616"/>
                </a:cubicBezTo>
                <a:cubicBezTo>
                  <a:pt x="1288065" y="577035"/>
                  <a:pt x="1322267" y="615364"/>
                  <a:pt x="1333393" y="615364"/>
                </a:cubicBezTo>
                <a:cubicBezTo>
                  <a:pt x="1338338" y="615364"/>
                  <a:pt x="1335454" y="600527"/>
                  <a:pt x="1329273" y="591460"/>
                </a:cubicBezTo>
                <a:cubicBezTo>
                  <a:pt x="1316910" y="573738"/>
                  <a:pt x="1326388" y="577859"/>
                  <a:pt x="1343695" y="597642"/>
                </a:cubicBezTo>
                <a:cubicBezTo>
                  <a:pt x="1392320" y="652869"/>
                  <a:pt x="1402210" y="664409"/>
                  <a:pt x="1416633" y="681306"/>
                </a:cubicBezTo>
                <a:cubicBezTo>
                  <a:pt x="1437237" y="706447"/>
                  <a:pt x="1452896" y="730351"/>
                  <a:pt x="1450423" y="733236"/>
                </a:cubicBezTo>
                <a:cubicBezTo>
                  <a:pt x="1449187" y="734472"/>
                  <a:pt x="1442594" y="727466"/>
                  <a:pt x="1436001" y="717575"/>
                </a:cubicBezTo>
                <a:cubicBezTo>
                  <a:pt x="1428171" y="705622"/>
                  <a:pt x="1420342" y="699440"/>
                  <a:pt x="1412100" y="697792"/>
                </a:cubicBezTo>
                <a:cubicBezTo>
                  <a:pt x="1405095" y="696143"/>
                  <a:pt x="1395617" y="692434"/>
                  <a:pt x="1390672" y="689549"/>
                </a:cubicBezTo>
                <a:cubicBezTo>
                  <a:pt x="1379958" y="682543"/>
                  <a:pt x="1373777" y="686664"/>
                  <a:pt x="1381194" y="695731"/>
                </a:cubicBezTo>
                <a:cubicBezTo>
                  <a:pt x="1386139" y="701913"/>
                  <a:pt x="1397677" y="720872"/>
                  <a:pt x="1406331" y="736945"/>
                </a:cubicBezTo>
                <a:cubicBezTo>
                  <a:pt x="1408391" y="741479"/>
                  <a:pt x="1415809" y="748485"/>
                  <a:pt x="1422814" y="752194"/>
                </a:cubicBezTo>
                <a:cubicBezTo>
                  <a:pt x="1435176" y="759201"/>
                  <a:pt x="1438885" y="769916"/>
                  <a:pt x="1429819" y="772801"/>
                </a:cubicBezTo>
                <a:cubicBezTo>
                  <a:pt x="1426935" y="774038"/>
                  <a:pt x="1432292" y="781868"/>
                  <a:pt x="1442182" y="791760"/>
                </a:cubicBezTo>
                <a:cubicBezTo>
                  <a:pt x="1451660" y="801239"/>
                  <a:pt x="1459489" y="811542"/>
                  <a:pt x="1459489" y="814839"/>
                </a:cubicBezTo>
                <a:cubicBezTo>
                  <a:pt x="1459489" y="823907"/>
                  <a:pt x="1472263" y="834622"/>
                  <a:pt x="1479269" y="831737"/>
                </a:cubicBezTo>
                <a:cubicBezTo>
                  <a:pt x="1487098" y="828852"/>
                  <a:pt x="1509762" y="851932"/>
                  <a:pt x="1503993" y="857702"/>
                </a:cubicBezTo>
                <a:cubicBezTo>
                  <a:pt x="1499873" y="861823"/>
                  <a:pt x="1506466" y="881606"/>
                  <a:pt x="1516356" y="893558"/>
                </a:cubicBezTo>
                <a:cubicBezTo>
                  <a:pt x="1522949" y="901389"/>
                  <a:pt x="1527894" y="909219"/>
                  <a:pt x="1536548" y="926529"/>
                </a:cubicBezTo>
                <a:cubicBezTo>
                  <a:pt x="1538608" y="931063"/>
                  <a:pt x="1543553" y="940542"/>
                  <a:pt x="1546849" y="947136"/>
                </a:cubicBezTo>
                <a:cubicBezTo>
                  <a:pt x="1550558" y="954143"/>
                  <a:pt x="1560036" y="962797"/>
                  <a:pt x="1568277" y="966919"/>
                </a:cubicBezTo>
                <a:cubicBezTo>
                  <a:pt x="1579816" y="973101"/>
                  <a:pt x="1582700" y="976398"/>
                  <a:pt x="1581052" y="982580"/>
                </a:cubicBezTo>
                <a:cubicBezTo>
                  <a:pt x="1579404" y="987114"/>
                  <a:pt x="1580228" y="990411"/>
                  <a:pt x="1582700" y="990411"/>
                </a:cubicBezTo>
                <a:cubicBezTo>
                  <a:pt x="1585173" y="990411"/>
                  <a:pt x="1587233" y="992472"/>
                  <a:pt x="1587233" y="995357"/>
                </a:cubicBezTo>
                <a:cubicBezTo>
                  <a:pt x="1587233" y="997829"/>
                  <a:pt x="1591354" y="1004424"/>
                  <a:pt x="1595887" y="1009369"/>
                </a:cubicBezTo>
                <a:cubicBezTo>
                  <a:pt x="1602892" y="1016788"/>
                  <a:pt x="1606601" y="1018024"/>
                  <a:pt x="1612370" y="1014727"/>
                </a:cubicBezTo>
                <a:cubicBezTo>
                  <a:pt x="1616903" y="1012666"/>
                  <a:pt x="1620199" y="1008545"/>
                  <a:pt x="1620199" y="1006072"/>
                </a:cubicBezTo>
                <a:cubicBezTo>
                  <a:pt x="1620199" y="1003599"/>
                  <a:pt x="1624732" y="995357"/>
                  <a:pt x="1630501" y="987938"/>
                </a:cubicBezTo>
                <a:cubicBezTo>
                  <a:pt x="1636270" y="980519"/>
                  <a:pt x="1640803" y="971865"/>
                  <a:pt x="1640803" y="968155"/>
                </a:cubicBezTo>
                <a:cubicBezTo>
                  <a:pt x="1640803" y="964858"/>
                  <a:pt x="1642864" y="960737"/>
                  <a:pt x="1645336" y="959500"/>
                </a:cubicBezTo>
                <a:cubicBezTo>
                  <a:pt x="1652753" y="954555"/>
                  <a:pt x="1673769" y="923644"/>
                  <a:pt x="1673769" y="917050"/>
                </a:cubicBezTo>
                <a:cubicBezTo>
                  <a:pt x="1673769" y="912516"/>
                  <a:pt x="1670473" y="911692"/>
                  <a:pt x="1659347" y="913753"/>
                </a:cubicBezTo>
                <a:cubicBezTo>
                  <a:pt x="1649869" y="915814"/>
                  <a:pt x="1644924" y="914989"/>
                  <a:pt x="1644924" y="912104"/>
                </a:cubicBezTo>
                <a:cubicBezTo>
                  <a:pt x="1644924" y="903037"/>
                  <a:pt x="1657286" y="884903"/>
                  <a:pt x="1675418" y="866769"/>
                </a:cubicBezTo>
                <a:cubicBezTo>
                  <a:pt x="1685720" y="856878"/>
                  <a:pt x="1694373" y="845338"/>
                  <a:pt x="1694373" y="841216"/>
                </a:cubicBezTo>
                <a:cubicBezTo>
                  <a:pt x="1694373" y="837507"/>
                  <a:pt x="1700966" y="828028"/>
                  <a:pt x="1708796" y="820197"/>
                </a:cubicBezTo>
                <a:cubicBezTo>
                  <a:pt x="1716625" y="812779"/>
                  <a:pt x="1725691" y="800002"/>
                  <a:pt x="1728988" y="792172"/>
                </a:cubicBezTo>
                <a:cubicBezTo>
                  <a:pt x="1735581" y="776510"/>
                  <a:pt x="1792860" y="714277"/>
                  <a:pt x="1800689" y="714277"/>
                </a:cubicBezTo>
                <a:cubicBezTo>
                  <a:pt x="1803574" y="714277"/>
                  <a:pt x="1810579" y="708920"/>
                  <a:pt x="1816760" y="701913"/>
                </a:cubicBezTo>
                <a:cubicBezTo>
                  <a:pt x="1822529" y="695319"/>
                  <a:pt x="1829947" y="689549"/>
                  <a:pt x="1832419" y="689549"/>
                </a:cubicBezTo>
                <a:cubicBezTo>
                  <a:pt x="1839837" y="689549"/>
                  <a:pt x="1883105" y="669354"/>
                  <a:pt x="1885989" y="664409"/>
                </a:cubicBezTo>
                <a:cubicBezTo>
                  <a:pt x="1891346" y="655754"/>
                  <a:pt x="1920192" y="646687"/>
                  <a:pt x="1945741" y="645862"/>
                </a:cubicBezTo>
                <a:cubicBezTo>
                  <a:pt x="1960575" y="645038"/>
                  <a:pt x="1975822" y="644626"/>
                  <a:pt x="1980355" y="644214"/>
                </a:cubicBezTo>
                <a:cubicBezTo>
                  <a:pt x="1984476" y="643802"/>
                  <a:pt x="1991069" y="646687"/>
                  <a:pt x="1994778" y="649984"/>
                </a:cubicBezTo>
                <a:cubicBezTo>
                  <a:pt x="1998899" y="653693"/>
                  <a:pt x="2006728" y="656578"/>
                  <a:pt x="2012085" y="656578"/>
                </a:cubicBezTo>
                <a:cubicBezTo>
                  <a:pt x="2026920" y="656578"/>
                  <a:pt x="2032277" y="663996"/>
                  <a:pt x="2032277" y="684191"/>
                </a:cubicBezTo>
                <a:cubicBezTo>
                  <a:pt x="2032277" y="701089"/>
                  <a:pt x="2033101" y="702325"/>
                  <a:pt x="2049172" y="708507"/>
                </a:cubicBezTo>
                <a:cubicBezTo>
                  <a:pt x="2063595" y="714690"/>
                  <a:pt x="2065655" y="716750"/>
                  <a:pt x="2063183" y="725405"/>
                </a:cubicBezTo>
                <a:cubicBezTo>
                  <a:pt x="2061122" y="733648"/>
                  <a:pt x="2063595" y="738182"/>
                  <a:pt x="2075133" y="748073"/>
                </a:cubicBezTo>
                <a:lnTo>
                  <a:pt x="2089556" y="760437"/>
                </a:lnTo>
                <a:lnTo>
                  <a:pt x="2081314" y="771565"/>
                </a:lnTo>
                <a:cubicBezTo>
                  <a:pt x="2074721" y="780632"/>
                  <a:pt x="2073897" y="784753"/>
                  <a:pt x="2077605" y="794232"/>
                </a:cubicBezTo>
                <a:cubicBezTo>
                  <a:pt x="2084199" y="811542"/>
                  <a:pt x="2082962" y="816076"/>
                  <a:pt x="2069776" y="821434"/>
                </a:cubicBezTo>
                <a:cubicBezTo>
                  <a:pt x="2055765" y="827204"/>
                  <a:pt x="2052057" y="834622"/>
                  <a:pt x="2055353" y="848223"/>
                </a:cubicBezTo>
                <a:cubicBezTo>
                  <a:pt x="2056589" y="853168"/>
                  <a:pt x="2055765" y="858938"/>
                  <a:pt x="2053293" y="860175"/>
                </a:cubicBezTo>
                <a:cubicBezTo>
                  <a:pt x="2050820" y="861823"/>
                  <a:pt x="2048760" y="869654"/>
                  <a:pt x="2048760" y="877485"/>
                </a:cubicBezTo>
                <a:cubicBezTo>
                  <a:pt x="2048760" y="889025"/>
                  <a:pt x="2045875" y="894794"/>
                  <a:pt x="2034337" y="905098"/>
                </a:cubicBezTo>
                <a:cubicBezTo>
                  <a:pt x="2023211" y="914989"/>
                  <a:pt x="2019914" y="920759"/>
                  <a:pt x="2019914" y="931887"/>
                </a:cubicBezTo>
                <a:cubicBezTo>
                  <a:pt x="2019914" y="939718"/>
                  <a:pt x="2016206" y="950845"/>
                  <a:pt x="2011673" y="957440"/>
                </a:cubicBezTo>
                <a:cubicBezTo>
                  <a:pt x="1995190" y="980519"/>
                  <a:pt x="1992717" y="997005"/>
                  <a:pt x="1998074" y="1041928"/>
                </a:cubicBezTo>
                <a:cubicBezTo>
                  <a:pt x="2002607" y="1079433"/>
                  <a:pt x="2021151" y="1146612"/>
                  <a:pt x="2034337" y="1171752"/>
                </a:cubicBezTo>
                <a:cubicBezTo>
                  <a:pt x="2037222" y="1177522"/>
                  <a:pt x="2042167" y="1187826"/>
                  <a:pt x="2045051" y="1194420"/>
                </a:cubicBezTo>
                <a:cubicBezTo>
                  <a:pt x="2047936" y="1201426"/>
                  <a:pt x="2051232" y="1208845"/>
                  <a:pt x="2052057" y="1210905"/>
                </a:cubicBezTo>
                <a:cubicBezTo>
                  <a:pt x="2053293" y="1213790"/>
                  <a:pt x="2052469" y="1213790"/>
                  <a:pt x="2049584" y="1210905"/>
                </a:cubicBezTo>
                <a:cubicBezTo>
                  <a:pt x="2044639" y="1206372"/>
                  <a:pt x="1962224" y="1069954"/>
                  <a:pt x="1962224" y="1066245"/>
                </a:cubicBezTo>
                <a:cubicBezTo>
                  <a:pt x="1962224" y="1060062"/>
                  <a:pt x="1935026" y="1031625"/>
                  <a:pt x="1929257" y="1031625"/>
                </a:cubicBezTo>
                <a:cubicBezTo>
                  <a:pt x="1920192" y="1031625"/>
                  <a:pt x="1909890" y="1043165"/>
                  <a:pt x="1906593" y="1057590"/>
                </a:cubicBezTo>
                <a:cubicBezTo>
                  <a:pt x="1903709" y="1068305"/>
                  <a:pt x="1902884" y="1068717"/>
                  <a:pt x="1896291" y="1062535"/>
                </a:cubicBezTo>
                <a:cubicBezTo>
                  <a:pt x="1885989" y="1053056"/>
                  <a:pt x="1874863" y="1056353"/>
                  <a:pt x="1868270" y="1069954"/>
                </a:cubicBezTo>
                <a:cubicBezTo>
                  <a:pt x="1865385" y="1076136"/>
                  <a:pt x="1860028" y="1081082"/>
                  <a:pt x="1856732" y="1081082"/>
                </a:cubicBezTo>
                <a:cubicBezTo>
                  <a:pt x="1853435" y="1081082"/>
                  <a:pt x="1834480" y="1089324"/>
                  <a:pt x="1814700" y="1099216"/>
                </a:cubicBezTo>
                <a:cubicBezTo>
                  <a:pt x="1794920" y="1109107"/>
                  <a:pt x="1771020" y="1119411"/>
                  <a:pt x="1762366" y="1121883"/>
                </a:cubicBezTo>
                <a:cubicBezTo>
                  <a:pt x="1742586" y="1127241"/>
                  <a:pt x="1702615" y="1161037"/>
                  <a:pt x="1702615" y="1172164"/>
                </a:cubicBezTo>
                <a:cubicBezTo>
                  <a:pt x="1702615" y="1176698"/>
                  <a:pt x="1705911" y="1181231"/>
                  <a:pt x="1710032" y="1182468"/>
                </a:cubicBezTo>
                <a:cubicBezTo>
                  <a:pt x="1729812" y="1188650"/>
                  <a:pt x="1776377" y="1214615"/>
                  <a:pt x="1774316" y="1217912"/>
                </a:cubicBezTo>
                <a:cubicBezTo>
                  <a:pt x="1771844" y="1221621"/>
                  <a:pt x="1796156" y="1245525"/>
                  <a:pt x="1802750" y="1245937"/>
                </a:cubicBezTo>
                <a:cubicBezTo>
                  <a:pt x="1804398" y="1245937"/>
                  <a:pt x="1813876" y="1249647"/>
                  <a:pt x="1823353" y="1253768"/>
                </a:cubicBezTo>
                <a:cubicBezTo>
                  <a:pt x="1834892" y="1258714"/>
                  <a:pt x="1849726" y="1261599"/>
                  <a:pt x="1867858" y="1261599"/>
                </a:cubicBezTo>
                <a:cubicBezTo>
                  <a:pt x="1883517" y="1261599"/>
                  <a:pt x="1900824" y="1264071"/>
                  <a:pt x="1909066" y="1267781"/>
                </a:cubicBezTo>
                <a:cubicBezTo>
                  <a:pt x="1916895" y="1271078"/>
                  <a:pt x="1928845" y="1275199"/>
                  <a:pt x="1935439" y="1276436"/>
                </a:cubicBezTo>
                <a:cubicBezTo>
                  <a:pt x="1971289" y="1282618"/>
                  <a:pt x="1987772" y="1288388"/>
                  <a:pt x="1998486" y="1298279"/>
                </a:cubicBezTo>
                <a:cubicBezTo>
                  <a:pt x="2001371" y="1301164"/>
                  <a:pt x="2008788" y="1304873"/>
                  <a:pt x="2014970" y="1306522"/>
                </a:cubicBezTo>
                <a:cubicBezTo>
                  <a:pt x="2021151" y="1307758"/>
                  <a:pt x="2032689" y="1313528"/>
                  <a:pt x="2040518" y="1318886"/>
                </a:cubicBezTo>
                <a:cubicBezTo>
                  <a:pt x="2048348" y="1323832"/>
                  <a:pt x="2058650" y="1328365"/>
                  <a:pt x="2063183" y="1328365"/>
                </a:cubicBezTo>
                <a:cubicBezTo>
                  <a:pt x="2067715" y="1328365"/>
                  <a:pt x="2076781" y="1332487"/>
                  <a:pt x="2082962" y="1337844"/>
                </a:cubicBezTo>
                <a:cubicBezTo>
                  <a:pt x="2089143" y="1342790"/>
                  <a:pt x="2103154" y="1351445"/>
                  <a:pt x="2113868" y="1357215"/>
                </a:cubicBezTo>
                <a:cubicBezTo>
                  <a:pt x="2124582" y="1362985"/>
                  <a:pt x="2133236" y="1370403"/>
                  <a:pt x="2133236" y="1373288"/>
                </a:cubicBezTo>
                <a:cubicBezTo>
                  <a:pt x="2133236" y="1376586"/>
                  <a:pt x="2125818" y="1383180"/>
                  <a:pt x="2117165" y="1388125"/>
                </a:cubicBezTo>
                <a:cubicBezTo>
                  <a:pt x="2102742" y="1396368"/>
                  <a:pt x="2100682" y="1399253"/>
                  <a:pt x="2100682" y="1412854"/>
                </a:cubicBezTo>
                <a:cubicBezTo>
                  <a:pt x="2100270" y="1427691"/>
                  <a:pt x="2099445" y="1428927"/>
                  <a:pt x="2082138" y="1434697"/>
                </a:cubicBezTo>
                <a:lnTo>
                  <a:pt x="2063595" y="1440879"/>
                </a:lnTo>
                <a:lnTo>
                  <a:pt x="2075957" y="1450771"/>
                </a:lnTo>
                <a:cubicBezTo>
                  <a:pt x="2126643" y="1491985"/>
                  <a:pt x="2122522" y="1501464"/>
                  <a:pt x="2051644" y="1505585"/>
                </a:cubicBezTo>
                <a:cubicBezTo>
                  <a:pt x="2049584" y="1505585"/>
                  <a:pt x="2048760" y="1508882"/>
                  <a:pt x="2049584" y="1513004"/>
                </a:cubicBezTo>
                <a:cubicBezTo>
                  <a:pt x="2051232" y="1523307"/>
                  <a:pt x="2041755" y="1534435"/>
                  <a:pt x="2031453" y="1534435"/>
                </a:cubicBezTo>
                <a:cubicBezTo>
                  <a:pt x="2026920" y="1534435"/>
                  <a:pt x="2019502" y="1539381"/>
                  <a:pt x="2014557" y="1545151"/>
                </a:cubicBezTo>
                <a:cubicBezTo>
                  <a:pt x="2006728" y="1555454"/>
                  <a:pt x="2005492" y="1555866"/>
                  <a:pt x="1975822" y="1552981"/>
                </a:cubicBezTo>
                <a:cubicBezTo>
                  <a:pt x="1949861" y="1550508"/>
                  <a:pt x="1944092" y="1551333"/>
                  <a:pt x="1937499" y="1557103"/>
                </a:cubicBezTo>
                <a:cubicBezTo>
                  <a:pt x="1930494" y="1563285"/>
                  <a:pt x="1927609" y="1563697"/>
                  <a:pt x="1916895" y="1559163"/>
                </a:cubicBezTo>
                <a:cubicBezTo>
                  <a:pt x="1907417" y="1555454"/>
                  <a:pt x="1901648" y="1555042"/>
                  <a:pt x="1894643" y="1558339"/>
                </a:cubicBezTo>
                <a:cubicBezTo>
                  <a:pt x="1887225" y="1561636"/>
                  <a:pt x="1883105" y="1561224"/>
                  <a:pt x="1876924" y="1557103"/>
                </a:cubicBezTo>
                <a:cubicBezTo>
                  <a:pt x="1872803" y="1553805"/>
                  <a:pt x="1866210" y="1550920"/>
                  <a:pt x="1862501" y="1550920"/>
                </a:cubicBezTo>
                <a:cubicBezTo>
                  <a:pt x="1858380" y="1550920"/>
                  <a:pt x="1852199" y="1547211"/>
                  <a:pt x="1848078" y="1543090"/>
                </a:cubicBezTo>
                <a:cubicBezTo>
                  <a:pt x="1840249" y="1534847"/>
                  <a:pt x="1834480" y="1533198"/>
                  <a:pt x="1819645" y="1534023"/>
                </a:cubicBezTo>
                <a:cubicBezTo>
                  <a:pt x="1808107" y="1534435"/>
                  <a:pt x="1799865" y="1554630"/>
                  <a:pt x="1802750" y="1573176"/>
                </a:cubicBezTo>
                <a:cubicBezTo>
                  <a:pt x="1805222" y="1589662"/>
                  <a:pt x="1797805" y="1602438"/>
                  <a:pt x="1782970" y="1606147"/>
                </a:cubicBezTo>
                <a:cubicBezTo>
                  <a:pt x="1777201" y="1607796"/>
                  <a:pt x="1772668" y="1610269"/>
                  <a:pt x="1772668" y="1612329"/>
                </a:cubicBezTo>
                <a:cubicBezTo>
                  <a:pt x="1772668" y="1622221"/>
                  <a:pt x="1742174" y="1649422"/>
                  <a:pt x="1725279" y="1654367"/>
                </a:cubicBezTo>
                <a:cubicBezTo>
                  <a:pt x="1705499" y="1660137"/>
                  <a:pt x="1699730" y="1672089"/>
                  <a:pt x="1714153" y="1677447"/>
                </a:cubicBezTo>
                <a:cubicBezTo>
                  <a:pt x="1717862" y="1679096"/>
                  <a:pt x="1728576" y="1685278"/>
                  <a:pt x="1737229" y="1691872"/>
                </a:cubicBezTo>
                <a:cubicBezTo>
                  <a:pt x="1745883" y="1698054"/>
                  <a:pt x="1757421" y="1703412"/>
                  <a:pt x="1762366" y="1703412"/>
                </a:cubicBezTo>
                <a:cubicBezTo>
                  <a:pt x="1767311" y="1703412"/>
                  <a:pt x="1775552" y="1706709"/>
                  <a:pt x="1780497" y="1711243"/>
                </a:cubicBezTo>
                <a:cubicBezTo>
                  <a:pt x="1785442" y="1715364"/>
                  <a:pt x="1797393" y="1721134"/>
                  <a:pt x="1807282" y="1723607"/>
                </a:cubicBezTo>
                <a:cubicBezTo>
                  <a:pt x="1816760" y="1726080"/>
                  <a:pt x="1829535" y="1731850"/>
                  <a:pt x="1835304" y="1736383"/>
                </a:cubicBezTo>
                <a:cubicBezTo>
                  <a:pt x="1841485" y="1740917"/>
                  <a:pt x="1849726" y="1744626"/>
                  <a:pt x="1853847" y="1744626"/>
                </a:cubicBezTo>
                <a:cubicBezTo>
                  <a:pt x="1862089" y="1744626"/>
                  <a:pt x="1900000" y="1768530"/>
                  <a:pt x="1917719" y="1784604"/>
                </a:cubicBezTo>
                <a:cubicBezTo>
                  <a:pt x="1926785" y="1793258"/>
                  <a:pt x="1930906" y="1794495"/>
                  <a:pt x="1944916" y="1792022"/>
                </a:cubicBezTo>
                <a:cubicBezTo>
                  <a:pt x="1960163" y="1789549"/>
                  <a:pt x="1963048" y="1790786"/>
                  <a:pt x="1986536" y="1809332"/>
                </a:cubicBezTo>
                <a:cubicBezTo>
                  <a:pt x="2005492" y="1824581"/>
                  <a:pt x="2011673" y="1831587"/>
                  <a:pt x="2011673" y="1839830"/>
                </a:cubicBezTo>
                <a:cubicBezTo>
                  <a:pt x="2011673" y="1853431"/>
                  <a:pt x="2017442" y="1857964"/>
                  <a:pt x="2038046" y="1861674"/>
                </a:cubicBezTo>
                <a:cubicBezTo>
                  <a:pt x="2060710" y="1865795"/>
                  <a:pt x="2069364" y="1872389"/>
                  <a:pt x="2069364" y="1885578"/>
                </a:cubicBezTo>
                <a:cubicBezTo>
                  <a:pt x="2069364" y="1894233"/>
                  <a:pt x="2073072" y="1899178"/>
                  <a:pt x="2085435" y="1907009"/>
                </a:cubicBezTo>
                <a:cubicBezTo>
                  <a:pt x="2094088" y="1912779"/>
                  <a:pt x="2105215" y="1922670"/>
                  <a:pt x="2110159" y="1929677"/>
                </a:cubicBezTo>
                <a:cubicBezTo>
                  <a:pt x="2118401" y="1941217"/>
                  <a:pt x="2118401" y="1942041"/>
                  <a:pt x="2111808" y="1948635"/>
                </a:cubicBezTo>
                <a:cubicBezTo>
                  <a:pt x="2106039" y="1954405"/>
                  <a:pt x="2099033" y="1955641"/>
                  <a:pt x="2072660" y="1953993"/>
                </a:cubicBezTo>
                <a:cubicBezTo>
                  <a:pt x="2054941" y="1952756"/>
                  <a:pt x="2040518" y="1953581"/>
                  <a:pt x="2040518" y="1955641"/>
                </a:cubicBezTo>
                <a:cubicBezTo>
                  <a:pt x="2040518" y="1961823"/>
                  <a:pt x="2054529" y="1975424"/>
                  <a:pt x="2061122" y="1975424"/>
                </a:cubicBezTo>
                <a:cubicBezTo>
                  <a:pt x="2070600" y="1975424"/>
                  <a:pt x="2098209" y="1995207"/>
                  <a:pt x="2098209" y="2002213"/>
                </a:cubicBezTo>
                <a:cubicBezTo>
                  <a:pt x="2098209" y="2005510"/>
                  <a:pt x="2105627" y="2014165"/>
                  <a:pt x="2114692" y="2021172"/>
                </a:cubicBezTo>
                <a:cubicBezTo>
                  <a:pt x="2139005" y="2040542"/>
                  <a:pt x="2136532" y="2045900"/>
                  <a:pt x="2104802" y="2044664"/>
                </a:cubicBezTo>
                <a:cubicBezTo>
                  <a:pt x="2090380" y="2043839"/>
                  <a:pt x="2076781" y="2044664"/>
                  <a:pt x="2075133" y="2046312"/>
                </a:cubicBezTo>
                <a:cubicBezTo>
                  <a:pt x="2073897" y="2047961"/>
                  <a:pt x="2074721" y="2055379"/>
                  <a:pt x="2077605" y="2062386"/>
                </a:cubicBezTo>
                <a:cubicBezTo>
                  <a:pt x="2082962" y="2074750"/>
                  <a:pt x="2082550" y="2075986"/>
                  <a:pt x="2071836" y="2085053"/>
                </a:cubicBezTo>
                <a:cubicBezTo>
                  <a:pt x="2065655" y="2090411"/>
                  <a:pt x="2058238" y="2094945"/>
                  <a:pt x="2055353" y="2094945"/>
                </a:cubicBezTo>
                <a:cubicBezTo>
                  <a:pt x="2052057" y="2094945"/>
                  <a:pt x="2047524" y="2097417"/>
                  <a:pt x="2044639" y="2100715"/>
                </a:cubicBezTo>
                <a:cubicBezTo>
                  <a:pt x="2040930" y="2105248"/>
                  <a:pt x="2031865" y="2106484"/>
                  <a:pt x="2006316" y="2105248"/>
                </a:cubicBezTo>
                <a:cubicBezTo>
                  <a:pt x="1987772" y="2104836"/>
                  <a:pt x="1969641" y="2102775"/>
                  <a:pt x="1965932" y="2101539"/>
                </a:cubicBezTo>
                <a:cubicBezTo>
                  <a:pt x="1962224" y="2099890"/>
                  <a:pt x="1951098" y="2100715"/>
                  <a:pt x="1941208" y="2103187"/>
                </a:cubicBezTo>
                <a:cubicBezTo>
                  <a:pt x="1904945" y="2112667"/>
                  <a:pt x="1901236" y="2112667"/>
                  <a:pt x="1889698" y="2103600"/>
                </a:cubicBezTo>
                <a:cubicBezTo>
                  <a:pt x="1883929" y="2099066"/>
                  <a:pt x="1872391" y="2094120"/>
                  <a:pt x="1863737" y="2092472"/>
                </a:cubicBezTo>
                <a:cubicBezTo>
                  <a:pt x="1855496" y="2091235"/>
                  <a:pt x="1838600" y="2085465"/>
                  <a:pt x="1826238" y="2080520"/>
                </a:cubicBezTo>
                <a:cubicBezTo>
                  <a:pt x="1813876" y="2075162"/>
                  <a:pt x="1790799" y="2066919"/>
                  <a:pt x="1774728" y="2061973"/>
                </a:cubicBezTo>
                <a:cubicBezTo>
                  <a:pt x="1759069" y="2057028"/>
                  <a:pt x="1736817" y="2048373"/>
                  <a:pt x="1725279" y="2043427"/>
                </a:cubicBezTo>
                <a:cubicBezTo>
                  <a:pt x="1677890" y="2021584"/>
                  <a:pt x="1658935" y="2013753"/>
                  <a:pt x="1648633" y="2011280"/>
                </a:cubicBezTo>
                <a:cubicBezTo>
                  <a:pt x="1642864" y="2009632"/>
                  <a:pt x="1631325" y="2003862"/>
                  <a:pt x="1622672" y="1998092"/>
                </a:cubicBezTo>
                <a:cubicBezTo>
                  <a:pt x="1597123" y="1980782"/>
                  <a:pt x="1581876" y="1987788"/>
                  <a:pt x="1601244" y="2007983"/>
                </a:cubicBezTo>
                <a:cubicBezTo>
                  <a:pt x="1607013" y="2014165"/>
                  <a:pt x="1611958" y="2021996"/>
                  <a:pt x="1611958" y="2025705"/>
                </a:cubicBezTo>
                <a:cubicBezTo>
                  <a:pt x="1611958" y="2029414"/>
                  <a:pt x="1620199" y="2042191"/>
                  <a:pt x="1630089" y="2054143"/>
                </a:cubicBezTo>
                <a:cubicBezTo>
                  <a:pt x="1647808" y="2076398"/>
                  <a:pt x="1669649" y="2125443"/>
                  <a:pt x="1669649" y="2144401"/>
                </a:cubicBezTo>
                <a:cubicBezTo>
                  <a:pt x="1669649" y="2149759"/>
                  <a:pt x="1672945" y="2158002"/>
                  <a:pt x="1677478" y="2162535"/>
                </a:cubicBezTo>
                <a:cubicBezTo>
                  <a:pt x="1687780" y="2174075"/>
                  <a:pt x="1691901" y="2217762"/>
                  <a:pt x="1683659" y="2228890"/>
                </a:cubicBezTo>
                <a:cubicBezTo>
                  <a:pt x="1680363" y="2233011"/>
                  <a:pt x="1677890" y="2242078"/>
                  <a:pt x="1677890" y="2248260"/>
                </a:cubicBezTo>
                <a:cubicBezTo>
                  <a:pt x="1677890" y="2254855"/>
                  <a:pt x="1676242" y="2263097"/>
                  <a:pt x="1674593" y="2267219"/>
                </a:cubicBezTo>
                <a:cubicBezTo>
                  <a:pt x="1662643" y="2291947"/>
                  <a:pt x="1643276" y="2326979"/>
                  <a:pt x="1635034" y="2338519"/>
                </a:cubicBezTo>
                <a:cubicBezTo>
                  <a:pt x="1625556" y="2352120"/>
                  <a:pt x="1560036" y="2403637"/>
                  <a:pt x="1549734" y="2406110"/>
                </a:cubicBezTo>
                <a:cubicBezTo>
                  <a:pt x="1543553" y="2407346"/>
                  <a:pt x="1534487" y="2413116"/>
                  <a:pt x="1529130" y="2418886"/>
                </a:cubicBezTo>
                <a:cubicBezTo>
                  <a:pt x="1524185" y="2424244"/>
                  <a:pt x="1510587" y="2434547"/>
                  <a:pt x="1499873" y="2441966"/>
                </a:cubicBezTo>
                <a:cubicBezTo>
                  <a:pt x="1481741" y="2453506"/>
                  <a:pt x="1477620" y="2454330"/>
                  <a:pt x="1457017" y="2452269"/>
                </a:cubicBezTo>
                <a:cubicBezTo>
                  <a:pt x="1436825" y="2450209"/>
                  <a:pt x="1431880" y="2451445"/>
                  <a:pt x="1403034" y="2466694"/>
                </a:cubicBezTo>
                <a:cubicBezTo>
                  <a:pt x="1376661" y="2480295"/>
                  <a:pt x="1368832" y="2482768"/>
                  <a:pt x="1356882" y="2480295"/>
                </a:cubicBezTo>
                <a:cubicBezTo>
                  <a:pt x="1325152" y="2474525"/>
                  <a:pt x="1297130" y="2477822"/>
                  <a:pt x="1264988" y="2491011"/>
                </a:cubicBezTo>
                <a:cubicBezTo>
                  <a:pt x="1242324" y="2500078"/>
                  <a:pt x="1246857" y="2500490"/>
                  <a:pt x="1227489" y="2490186"/>
                </a:cubicBezTo>
                <a:close/>
                <a:moveTo>
                  <a:pt x="1381194" y="1672089"/>
                </a:moveTo>
                <a:cubicBezTo>
                  <a:pt x="1381194" y="1670853"/>
                  <a:pt x="1379134" y="1666320"/>
                  <a:pt x="1377074" y="1661786"/>
                </a:cubicBezTo>
                <a:cubicBezTo>
                  <a:pt x="1372129" y="1653131"/>
                  <a:pt x="1365947" y="1651895"/>
                  <a:pt x="1356882" y="1657665"/>
                </a:cubicBezTo>
                <a:cubicBezTo>
                  <a:pt x="1351937" y="1660962"/>
                  <a:pt x="1351937" y="1662610"/>
                  <a:pt x="1356058" y="1667968"/>
                </a:cubicBezTo>
                <a:cubicBezTo>
                  <a:pt x="1361415" y="1674150"/>
                  <a:pt x="1381194" y="1677447"/>
                  <a:pt x="1381194" y="1672089"/>
                </a:cubicBezTo>
                <a:close/>
                <a:moveTo>
                  <a:pt x="2101094" y="1371228"/>
                </a:moveTo>
                <a:cubicBezTo>
                  <a:pt x="2099858" y="1369991"/>
                  <a:pt x="2096149" y="1369579"/>
                  <a:pt x="2093264" y="1370816"/>
                </a:cubicBezTo>
                <a:cubicBezTo>
                  <a:pt x="2089968" y="1372052"/>
                  <a:pt x="2091204" y="1373288"/>
                  <a:pt x="2095737" y="1373288"/>
                </a:cubicBezTo>
                <a:cubicBezTo>
                  <a:pt x="2100270" y="1373701"/>
                  <a:pt x="2102742" y="1372464"/>
                  <a:pt x="2101094" y="1371228"/>
                </a:cubicBezTo>
                <a:close/>
                <a:moveTo>
                  <a:pt x="1849726" y="1280557"/>
                </a:moveTo>
                <a:cubicBezTo>
                  <a:pt x="1848490" y="1279321"/>
                  <a:pt x="1844782" y="1278908"/>
                  <a:pt x="1841897" y="1280145"/>
                </a:cubicBezTo>
                <a:cubicBezTo>
                  <a:pt x="1838600" y="1281381"/>
                  <a:pt x="1839837" y="1282618"/>
                  <a:pt x="1844369" y="1282618"/>
                </a:cubicBezTo>
                <a:cubicBezTo>
                  <a:pt x="1848902" y="1283030"/>
                  <a:pt x="1851375" y="1281793"/>
                  <a:pt x="1849726" y="1280557"/>
                </a:cubicBezTo>
                <a:close/>
                <a:moveTo>
                  <a:pt x="1687780" y="1154442"/>
                </a:moveTo>
                <a:cubicBezTo>
                  <a:pt x="1686132" y="1151970"/>
                  <a:pt x="1688192" y="1147436"/>
                  <a:pt x="1692313" y="1144551"/>
                </a:cubicBezTo>
                <a:cubicBezTo>
                  <a:pt x="1698906" y="1139605"/>
                  <a:pt x="1698906" y="1138781"/>
                  <a:pt x="1693137" y="1136308"/>
                </a:cubicBezTo>
                <a:cubicBezTo>
                  <a:pt x="1683247" y="1132599"/>
                  <a:pt x="1678302" y="1137545"/>
                  <a:pt x="1679538" y="1150321"/>
                </a:cubicBezTo>
                <a:cubicBezTo>
                  <a:pt x="1681599" y="1164746"/>
                  <a:pt x="1681187" y="1164334"/>
                  <a:pt x="1686132" y="1161449"/>
                </a:cubicBezTo>
                <a:cubicBezTo>
                  <a:pt x="1688604" y="1159800"/>
                  <a:pt x="1689016" y="1156915"/>
                  <a:pt x="1687780" y="1154442"/>
                </a:cubicBezTo>
                <a:close/>
                <a:moveTo>
                  <a:pt x="1652341" y="1069954"/>
                </a:moveTo>
                <a:cubicBezTo>
                  <a:pt x="1653990" y="1059650"/>
                  <a:pt x="1645748" y="1057177"/>
                  <a:pt x="1637507" y="1065420"/>
                </a:cubicBezTo>
                <a:cubicBezTo>
                  <a:pt x="1629265" y="1073663"/>
                  <a:pt x="1631737" y="1081906"/>
                  <a:pt x="1642039" y="1080257"/>
                </a:cubicBezTo>
                <a:cubicBezTo>
                  <a:pt x="1647808" y="1079433"/>
                  <a:pt x="1651517" y="1075724"/>
                  <a:pt x="1652341" y="1069954"/>
                </a:cubicBezTo>
                <a:close/>
                <a:moveTo>
                  <a:pt x="1257571" y="1005248"/>
                </a:moveTo>
                <a:cubicBezTo>
                  <a:pt x="1257571" y="1002363"/>
                  <a:pt x="1246445" y="989587"/>
                  <a:pt x="1232846" y="976810"/>
                </a:cubicBezTo>
                <a:cubicBezTo>
                  <a:pt x="1215951" y="961561"/>
                  <a:pt x="1208946" y="952082"/>
                  <a:pt x="1210594" y="947548"/>
                </a:cubicBezTo>
                <a:cubicBezTo>
                  <a:pt x="1213067" y="941778"/>
                  <a:pt x="1177628" y="898504"/>
                  <a:pt x="1139305" y="860175"/>
                </a:cubicBezTo>
                <a:cubicBezTo>
                  <a:pt x="1131887" y="852756"/>
                  <a:pt x="1125706" y="844101"/>
                  <a:pt x="1125706" y="841216"/>
                </a:cubicBezTo>
                <a:cubicBezTo>
                  <a:pt x="1125706" y="837919"/>
                  <a:pt x="1120349" y="831325"/>
                  <a:pt x="1113344" y="826379"/>
                </a:cubicBezTo>
                <a:cubicBezTo>
                  <a:pt x="1105514" y="820197"/>
                  <a:pt x="1102218" y="814839"/>
                  <a:pt x="1103866" y="810718"/>
                </a:cubicBezTo>
                <a:cubicBezTo>
                  <a:pt x="1106751" y="802887"/>
                  <a:pt x="1086559" y="783929"/>
                  <a:pt x="1078729" y="786814"/>
                </a:cubicBezTo>
                <a:cubicBezTo>
                  <a:pt x="1076257" y="787638"/>
                  <a:pt x="1067603" y="780220"/>
                  <a:pt x="1059774" y="769504"/>
                </a:cubicBezTo>
                <a:cubicBezTo>
                  <a:pt x="1051944" y="759201"/>
                  <a:pt x="1024747" y="733236"/>
                  <a:pt x="999610" y="711805"/>
                </a:cubicBezTo>
                <a:cubicBezTo>
                  <a:pt x="974474" y="690785"/>
                  <a:pt x="946865" y="664821"/>
                  <a:pt x="938623" y="654517"/>
                </a:cubicBezTo>
                <a:cubicBezTo>
                  <a:pt x="927909" y="641741"/>
                  <a:pt x="920080" y="635971"/>
                  <a:pt x="913074" y="635971"/>
                </a:cubicBezTo>
                <a:cubicBezTo>
                  <a:pt x="907305" y="635971"/>
                  <a:pt x="895767" y="629377"/>
                  <a:pt x="885465" y="619897"/>
                </a:cubicBezTo>
                <a:cubicBezTo>
                  <a:pt x="875987" y="611243"/>
                  <a:pt x="860740" y="597230"/>
                  <a:pt x="851675" y="588987"/>
                </a:cubicBezTo>
                <a:cubicBezTo>
                  <a:pt x="842609" y="580744"/>
                  <a:pt x="823241" y="565083"/>
                  <a:pt x="808407" y="554779"/>
                </a:cubicBezTo>
                <a:cubicBezTo>
                  <a:pt x="793572" y="544476"/>
                  <a:pt x="770083" y="524693"/>
                  <a:pt x="756073" y="511505"/>
                </a:cubicBezTo>
                <a:cubicBezTo>
                  <a:pt x="742062" y="498316"/>
                  <a:pt x="728876" y="487601"/>
                  <a:pt x="726403" y="487601"/>
                </a:cubicBezTo>
                <a:cubicBezTo>
                  <a:pt x="723931" y="487601"/>
                  <a:pt x="703739" y="475237"/>
                  <a:pt x="681487" y="459987"/>
                </a:cubicBezTo>
                <a:cubicBezTo>
                  <a:pt x="659647" y="445150"/>
                  <a:pt x="632449" y="427841"/>
                  <a:pt x="620911" y="421658"/>
                </a:cubicBezTo>
                <a:cubicBezTo>
                  <a:pt x="609785" y="415476"/>
                  <a:pt x="586297" y="402700"/>
                  <a:pt x="569402" y="393221"/>
                </a:cubicBezTo>
                <a:cubicBezTo>
                  <a:pt x="531490" y="372202"/>
                  <a:pt x="496052" y="355716"/>
                  <a:pt x="488634" y="355716"/>
                </a:cubicBezTo>
                <a:cubicBezTo>
                  <a:pt x="485750" y="355716"/>
                  <a:pt x="476272" y="351595"/>
                  <a:pt x="467618" y="347061"/>
                </a:cubicBezTo>
                <a:cubicBezTo>
                  <a:pt x="426823" y="323981"/>
                  <a:pt x="295370" y="317799"/>
                  <a:pt x="255398" y="336758"/>
                </a:cubicBezTo>
                <a:cubicBezTo>
                  <a:pt x="234795" y="346649"/>
                  <a:pt x="226965" y="356540"/>
                  <a:pt x="224493" y="375911"/>
                </a:cubicBezTo>
                <a:cubicBezTo>
                  <a:pt x="222844" y="388687"/>
                  <a:pt x="218724" y="395281"/>
                  <a:pt x="208422" y="403112"/>
                </a:cubicBezTo>
                <a:cubicBezTo>
                  <a:pt x="200592" y="408882"/>
                  <a:pt x="194411" y="417537"/>
                  <a:pt x="194411" y="422071"/>
                </a:cubicBezTo>
                <a:cubicBezTo>
                  <a:pt x="194411" y="431962"/>
                  <a:pt x="203889" y="451332"/>
                  <a:pt x="212542" y="458339"/>
                </a:cubicBezTo>
                <a:cubicBezTo>
                  <a:pt x="216663" y="461636"/>
                  <a:pt x="217899" y="467406"/>
                  <a:pt x="216663" y="475237"/>
                </a:cubicBezTo>
                <a:cubicBezTo>
                  <a:pt x="212954" y="491722"/>
                  <a:pt x="241388" y="534172"/>
                  <a:pt x="292073" y="588163"/>
                </a:cubicBezTo>
                <a:cubicBezTo>
                  <a:pt x="355945" y="656166"/>
                  <a:pt x="393032" y="684603"/>
                  <a:pt x="516656" y="761261"/>
                </a:cubicBezTo>
                <a:cubicBezTo>
                  <a:pt x="540968" y="776098"/>
                  <a:pt x="562396" y="788463"/>
                  <a:pt x="564457" y="788463"/>
                </a:cubicBezTo>
                <a:cubicBezTo>
                  <a:pt x="566105" y="788463"/>
                  <a:pt x="574346" y="792996"/>
                  <a:pt x="582176" y="798354"/>
                </a:cubicBezTo>
                <a:cubicBezTo>
                  <a:pt x="603604" y="812779"/>
                  <a:pt x="672421" y="846986"/>
                  <a:pt x="715689" y="864296"/>
                </a:cubicBezTo>
                <a:cubicBezTo>
                  <a:pt x="742474" y="875012"/>
                  <a:pt x="756073" y="878721"/>
                  <a:pt x="765550" y="876660"/>
                </a:cubicBezTo>
                <a:cubicBezTo>
                  <a:pt x="774616" y="875012"/>
                  <a:pt x="791099" y="878721"/>
                  <a:pt x="820769" y="889025"/>
                </a:cubicBezTo>
                <a:cubicBezTo>
                  <a:pt x="844257" y="897267"/>
                  <a:pt x="868570" y="903862"/>
                  <a:pt x="875163" y="903862"/>
                </a:cubicBezTo>
                <a:cubicBezTo>
                  <a:pt x="881756" y="903862"/>
                  <a:pt x="897827" y="908395"/>
                  <a:pt x="911426" y="914165"/>
                </a:cubicBezTo>
                <a:cubicBezTo>
                  <a:pt x="927085" y="920759"/>
                  <a:pt x="943980" y="924469"/>
                  <a:pt x="957579" y="924469"/>
                </a:cubicBezTo>
                <a:cubicBezTo>
                  <a:pt x="969529" y="924469"/>
                  <a:pt x="983952" y="927354"/>
                  <a:pt x="989721" y="930238"/>
                </a:cubicBezTo>
                <a:cubicBezTo>
                  <a:pt x="1011561" y="942603"/>
                  <a:pt x="1025159" y="948785"/>
                  <a:pt x="1042054" y="953730"/>
                </a:cubicBezTo>
                <a:cubicBezTo>
                  <a:pt x="1056889" y="957852"/>
                  <a:pt x="1061010" y="957852"/>
                  <a:pt x="1069664" y="951670"/>
                </a:cubicBezTo>
                <a:cubicBezTo>
                  <a:pt x="1079966" y="945075"/>
                  <a:pt x="1081614" y="945488"/>
                  <a:pt x="1105927" y="955791"/>
                </a:cubicBezTo>
                <a:cubicBezTo>
                  <a:pt x="1120349" y="961561"/>
                  <a:pt x="1142189" y="971452"/>
                  <a:pt x="1154552" y="978047"/>
                </a:cubicBezTo>
                <a:cubicBezTo>
                  <a:pt x="1167326" y="984229"/>
                  <a:pt x="1185045" y="990823"/>
                  <a:pt x="1194523" y="992472"/>
                </a:cubicBezTo>
                <a:cubicBezTo>
                  <a:pt x="1204001" y="993708"/>
                  <a:pt x="1218836" y="998654"/>
                  <a:pt x="1227489" y="1003187"/>
                </a:cubicBezTo>
                <a:cubicBezTo>
                  <a:pt x="1245621" y="1012254"/>
                  <a:pt x="1257571" y="1013491"/>
                  <a:pt x="1257571" y="1005248"/>
                </a:cubicBezTo>
                <a:close/>
                <a:moveTo>
                  <a:pt x="758133" y="948373"/>
                </a:moveTo>
                <a:cubicBezTo>
                  <a:pt x="756897" y="945488"/>
                  <a:pt x="745359" y="938893"/>
                  <a:pt x="731760" y="933536"/>
                </a:cubicBezTo>
                <a:cubicBezTo>
                  <a:pt x="683547" y="914577"/>
                  <a:pt x="554979" y="843689"/>
                  <a:pt x="514183" y="813603"/>
                </a:cubicBezTo>
                <a:cubicBezTo>
                  <a:pt x="502645" y="805360"/>
                  <a:pt x="489458" y="795881"/>
                  <a:pt x="484514" y="792584"/>
                </a:cubicBezTo>
                <a:cubicBezTo>
                  <a:pt x="425999" y="752606"/>
                  <a:pt x="365423" y="703562"/>
                  <a:pt x="296194" y="640092"/>
                </a:cubicBezTo>
                <a:cubicBezTo>
                  <a:pt x="242212" y="591048"/>
                  <a:pt x="254574" y="612479"/>
                  <a:pt x="311853" y="668118"/>
                </a:cubicBezTo>
                <a:cubicBezTo>
                  <a:pt x="421466" y="773625"/>
                  <a:pt x="530666" y="849047"/>
                  <a:pt x="682723" y="923232"/>
                </a:cubicBezTo>
                <a:cubicBezTo>
                  <a:pt x="742886" y="952494"/>
                  <a:pt x="761430" y="958676"/>
                  <a:pt x="758133" y="948373"/>
                </a:cubicBezTo>
                <a:close/>
                <a:moveTo>
                  <a:pt x="1274054" y="907983"/>
                </a:moveTo>
                <a:cubicBezTo>
                  <a:pt x="1274054" y="905922"/>
                  <a:pt x="1271170" y="903862"/>
                  <a:pt x="1267873" y="903862"/>
                </a:cubicBezTo>
                <a:cubicBezTo>
                  <a:pt x="1264576" y="903862"/>
                  <a:pt x="1261692" y="905922"/>
                  <a:pt x="1261692" y="907983"/>
                </a:cubicBezTo>
                <a:cubicBezTo>
                  <a:pt x="1261692" y="910456"/>
                  <a:pt x="1264576" y="912104"/>
                  <a:pt x="1267873" y="912104"/>
                </a:cubicBezTo>
                <a:cubicBezTo>
                  <a:pt x="1271170" y="912104"/>
                  <a:pt x="1274054" y="910456"/>
                  <a:pt x="1274054" y="907983"/>
                </a:cubicBezTo>
                <a:close/>
                <a:moveTo>
                  <a:pt x="1364711" y="649572"/>
                </a:moveTo>
                <a:cubicBezTo>
                  <a:pt x="1364299" y="642977"/>
                  <a:pt x="1353173" y="631850"/>
                  <a:pt x="1346580" y="631850"/>
                </a:cubicBezTo>
                <a:cubicBezTo>
                  <a:pt x="1337102" y="631850"/>
                  <a:pt x="1338338" y="638444"/>
                  <a:pt x="1349052" y="645862"/>
                </a:cubicBezTo>
                <a:cubicBezTo>
                  <a:pt x="1358942" y="652869"/>
                  <a:pt x="1364711" y="654105"/>
                  <a:pt x="1364711" y="649572"/>
                </a:cubicBezTo>
                <a:close/>
                <a:moveTo>
                  <a:pt x="64194" y="370965"/>
                </a:moveTo>
                <a:cubicBezTo>
                  <a:pt x="70788" y="361074"/>
                  <a:pt x="71200" y="357365"/>
                  <a:pt x="67079" y="343764"/>
                </a:cubicBezTo>
                <a:cubicBezTo>
                  <a:pt x="61722" y="324806"/>
                  <a:pt x="53893" y="320684"/>
                  <a:pt x="41942" y="330163"/>
                </a:cubicBezTo>
                <a:cubicBezTo>
                  <a:pt x="33701" y="336758"/>
                  <a:pt x="33701" y="338406"/>
                  <a:pt x="38234" y="359838"/>
                </a:cubicBezTo>
                <a:cubicBezTo>
                  <a:pt x="44003" y="385802"/>
                  <a:pt x="50596" y="396930"/>
                  <a:pt x="54305" y="387863"/>
                </a:cubicBezTo>
                <a:cubicBezTo>
                  <a:pt x="55541" y="384978"/>
                  <a:pt x="60074" y="377147"/>
                  <a:pt x="64194" y="370965"/>
                </a:cubicBezTo>
                <a:close/>
                <a:moveTo>
                  <a:pt x="1113344" y="382917"/>
                </a:moveTo>
                <a:cubicBezTo>
                  <a:pt x="1113344" y="370141"/>
                  <a:pt x="1104278" y="363135"/>
                  <a:pt x="1091504" y="366020"/>
                </a:cubicBezTo>
                <a:cubicBezTo>
                  <a:pt x="1080790" y="368905"/>
                  <a:pt x="1069664" y="361074"/>
                  <a:pt x="1060598" y="345000"/>
                </a:cubicBezTo>
                <a:cubicBezTo>
                  <a:pt x="1053593" y="333048"/>
                  <a:pt x="1047824" y="342940"/>
                  <a:pt x="1052356" y="358601"/>
                </a:cubicBezTo>
                <a:cubicBezTo>
                  <a:pt x="1054829" y="368492"/>
                  <a:pt x="1058950" y="373026"/>
                  <a:pt x="1067191" y="375087"/>
                </a:cubicBezTo>
                <a:cubicBezTo>
                  <a:pt x="1073372" y="376323"/>
                  <a:pt x="1084086" y="381269"/>
                  <a:pt x="1090680" y="385390"/>
                </a:cubicBezTo>
                <a:cubicBezTo>
                  <a:pt x="1107163" y="395281"/>
                  <a:pt x="1113344" y="394869"/>
                  <a:pt x="1113344" y="382917"/>
                </a:cubicBezTo>
                <a:close/>
                <a:moveTo>
                  <a:pt x="952634" y="376735"/>
                </a:moveTo>
                <a:cubicBezTo>
                  <a:pt x="952634" y="372614"/>
                  <a:pt x="927085" y="352419"/>
                  <a:pt x="919667" y="350770"/>
                </a:cubicBezTo>
                <a:cubicBezTo>
                  <a:pt x="908129" y="347885"/>
                  <a:pt x="912250" y="364783"/>
                  <a:pt x="925024" y="372614"/>
                </a:cubicBezTo>
                <a:cubicBezTo>
                  <a:pt x="939035" y="380857"/>
                  <a:pt x="952634" y="382917"/>
                  <a:pt x="952634" y="376735"/>
                </a:cubicBezTo>
                <a:close/>
                <a:moveTo>
                  <a:pt x="1049060" y="325218"/>
                </a:moveTo>
                <a:cubicBezTo>
                  <a:pt x="1046587" y="318624"/>
                  <a:pt x="1039170" y="315739"/>
                  <a:pt x="1039170" y="321921"/>
                </a:cubicBezTo>
                <a:cubicBezTo>
                  <a:pt x="1039170" y="326042"/>
                  <a:pt x="1048236" y="335521"/>
                  <a:pt x="1050296" y="333461"/>
                </a:cubicBezTo>
                <a:cubicBezTo>
                  <a:pt x="1051120" y="332636"/>
                  <a:pt x="1050708" y="328927"/>
                  <a:pt x="1049060" y="325218"/>
                </a:cubicBezTo>
                <a:close/>
                <a:moveTo>
                  <a:pt x="1035049" y="319448"/>
                </a:moveTo>
                <a:cubicBezTo>
                  <a:pt x="1035049" y="315326"/>
                  <a:pt x="1018154" y="305023"/>
                  <a:pt x="1015681" y="307908"/>
                </a:cubicBezTo>
                <a:cubicBezTo>
                  <a:pt x="1011973" y="311205"/>
                  <a:pt x="1022687" y="322745"/>
                  <a:pt x="1029280" y="322745"/>
                </a:cubicBezTo>
                <a:cubicBezTo>
                  <a:pt x="1032577" y="322745"/>
                  <a:pt x="1035049" y="321509"/>
                  <a:pt x="1035049" y="319448"/>
                </a:cubicBezTo>
                <a:close/>
                <a:moveTo>
                  <a:pt x="941508" y="282355"/>
                </a:moveTo>
                <a:cubicBezTo>
                  <a:pt x="912250" y="252269"/>
                  <a:pt x="881756" y="232074"/>
                  <a:pt x="866922" y="232074"/>
                </a:cubicBezTo>
                <a:cubicBezTo>
                  <a:pt x="861977" y="232074"/>
                  <a:pt x="857856" y="230014"/>
                  <a:pt x="857856" y="227953"/>
                </a:cubicBezTo>
                <a:cubicBezTo>
                  <a:pt x="857856" y="223831"/>
                  <a:pt x="843433" y="208582"/>
                  <a:pt x="825714" y="194157"/>
                </a:cubicBezTo>
                <a:cubicBezTo>
                  <a:pt x="820769" y="190036"/>
                  <a:pt x="803874" y="178908"/>
                  <a:pt x="787803" y="169429"/>
                </a:cubicBezTo>
                <a:cubicBezTo>
                  <a:pt x="727227" y="132337"/>
                  <a:pt x="718162" y="126567"/>
                  <a:pt x="707860" y="119148"/>
                </a:cubicBezTo>
                <a:cubicBezTo>
                  <a:pt x="702091" y="115027"/>
                  <a:pt x="694261" y="112966"/>
                  <a:pt x="690552" y="114202"/>
                </a:cubicBezTo>
                <a:cubicBezTo>
                  <a:pt x="684371" y="116675"/>
                  <a:pt x="684783" y="118324"/>
                  <a:pt x="693437" y="127391"/>
                </a:cubicBezTo>
                <a:cubicBezTo>
                  <a:pt x="706623" y="141816"/>
                  <a:pt x="777089" y="191685"/>
                  <a:pt x="814588" y="213116"/>
                </a:cubicBezTo>
                <a:cubicBezTo>
                  <a:pt x="826126" y="219710"/>
                  <a:pt x="840549" y="229601"/>
                  <a:pt x="847142" y="234959"/>
                </a:cubicBezTo>
                <a:cubicBezTo>
                  <a:pt x="853323" y="240317"/>
                  <a:pt x="864861" y="247323"/>
                  <a:pt x="872691" y="250621"/>
                </a:cubicBezTo>
                <a:cubicBezTo>
                  <a:pt x="880108" y="253506"/>
                  <a:pt x="894119" y="263397"/>
                  <a:pt x="904008" y="272464"/>
                </a:cubicBezTo>
                <a:cubicBezTo>
                  <a:pt x="925849" y="292659"/>
                  <a:pt x="966644" y="319036"/>
                  <a:pt x="968293" y="314090"/>
                </a:cubicBezTo>
                <a:cubicBezTo>
                  <a:pt x="969117" y="312441"/>
                  <a:pt x="957166" y="298017"/>
                  <a:pt x="941508" y="282355"/>
                </a:cubicBezTo>
                <a:close/>
                <a:moveTo>
                  <a:pt x="552918" y="269579"/>
                </a:moveTo>
                <a:cubicBezTo>
                  <a:pt x="552918" y="264221"/>
                  <a:pt x="516656" y="246499"/>
                  <a:pt x="512947" y="249796"/>
                </a:cubicBezTo>
                <a:cubicBezTo>
                  <a:pt x="509650" y="253093"/>
                  <a:pt x="508826" y="252681"/>
                  <a:pt x="532315" y="263809"/>
                </a:cubicBezTo>
                <a:cubicBezTo>
                  <a:pt x="554567" y="274525"/>
                  <a:pt x="552918" y="274113"/>
                  <a:pt x="552918" y="269579"/>
                </a:cubicBezTo>
                <a:close/>
                <a:moveTo>
                  <a:pt x="940271" y="236608"/>
                </a:moveTo>
                <a:cubicBezTo>
                  <a:pt x="940271" y="229189"/>
                  <a:pt x="905657" y="203225"/>
                  <a:pt x="896179" y="203225"/>
                </a:cubicBezTo>
                <a:cubicBezTo>
                  <a:pt x="884229" y="203225"/>
                  <a:pt x="884229" y="207758"/>
                  <a:pt x="896179" y="218474"/>
                </a:cubicBezTo>
                <a:cubicBezTo>
                  <a:pt x="913486" y="234547"/>
                  <a:pt x="940271" y="245263"/>
                  <a:pt x="940271" y="236608"/>
                </a:cubicBezTo>
                <a:close/>
                <a:moveTo>
                  <a:pt x="857444" y="183030"/>
                </a:moveTo>
                <a:cubicBezTo>
                  <a:pt x="861977" y="180145"/>
                  <a:pt x="853323" y="172726"/>
                  <a:pt x="822417" y="152531"/>
                </a:cubicBezTo>
                <a:cubicBezTo>
                  <a:pt x="760193" y="112554"/>
                  <a:pt x="742474" y="104723"/>
                  <a:pt x="742474" y="118324"/>
                </a:cubicBezTo>
                <a:cubicBezTo>
                  <a:pt x="742474" y="125330"/>
                  <a:pt x="760606" y="139755"/>
                  <a:pt x="787803" y="155004"/>
                </a:cubicBezTo>
                <a:cubicBezTo>
                  <a:pt x="798105" y="160774"/>
                  <a:pt x="814588" y="170253"/>
                  <a:pt x="824890" y="176023"/>
                </a:cubicBezTo>
                <a:cubicBezTo>
                  <a:pt x="845081" y="187563"/>
                  <a:pt x="848790" y="188387"/>
                  <a:pt x="857444" y="183030"/>
                </a:cubicBezTo>
                <a:close/>
                <a:moveTo>
                  <a:pt x="622972" y="57739"/>
                </a:moveTo>
                <a:cubicBezTo>
                  <a:pt x="622972" y="49909"/>
                  <a:pt x="603192" y="41666"/>
                  <a:pt x="593302" y="44963"/>
                </a:cubicBezTo>
                <a:cubicBezTo>
                  <a:pt x="585473" y="47436"/>
                  <a:pt x="585885" y="47848"/>
                  <a:pt x="596599" y="55266"/>
                </a:cubicBezTo>
                <a:cubicBezTo>
                  <a:pt x="610609" y="64334"/>
                  <a:pt x="622972" y="65570"/>
                  <a:pt x="622972" y="57739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8DE72765-DFF2-FF66-2665-5A3A723C9CF5}"/>
              </a:ext>
            </a:extLst>
          </p:cNvPr>
          <p:cNvSpPr/>
          <p:nvPr/>
        </p:nvSpPr>
        <p:spPr>
          <a:xfrm flipV="1">
            <a:off x="8738220" y="1780872"/>
            <a:ext cx="1352473" cy="1298708"/>
          </a:xfrm>
          <a:custGeom>
            <a:avLst/>
            <a:gdLst>
              <a:gd name="csX0" fmla="*/ 1398715 w 2408181"/>
              <a:gd name="csY0" fmla="*/ 3064525 h 3086332"/>
              <a:gd name="csX1" fmla="*/ 1383468 w 2408181"/>
              <a:gd name="csY1" fmla="*/ 3033614 h 3086332"/>
              <a:gd name="csX2" fmla="*/ 1372342 w 2408181"/>
              <a:gd name="csY2" fmla="*/ 3016716 h 3086332"/>
              <a:gd name="csX3" fmla="*/ 1344733 w 2408181"/>
              <a:gd name="csY3" fmla="*/ 3022898 h 3086332"/>
              <a:gd name="csX4" fmla="*/ 1321656 w 2408181"/>
              <a:gd name="csY4" fmla="*/ 3019601 h 3086332"/>
              <a:gd name="csX5" fmla="*/ 1312179 w 2408181"/>
              <a:gd name="csY5" fmla="*/ 3006001 h 3086332"/>
              <a:gd name="csX6" fmla="*/ 1298168 w 2408181"/>
              <a:gd name="csY6" fmla="*/ 2978387 h 3086332"/>
              <a:gd name="csX7" fmla="*/ 1268911 w 2408181"/>
              <a:gd name="csY7" fmla="*/ 2946653 h 3086332"/>
              <a:gd name="csX8" fmla="*/ 1250779 w 2408181"/>
              <a:gd name="csY8" fmla="*/ 2926870 h 3086332"/>
              <a:gd name="csX9" fmla="*/ 1242538 w 2408181"/>
              <a:gd name="csY9" fmla="*/ 2888953 h 3086332"/>
              <a:gd name="csX10" fmla="*/ 1244598 w 2408181"/>
              <a:gd name="csY10" fmla="*/ 2862576 h 3086332"/>
              <a:gd name="csX11" fmla="*/ 1256960 w 2408181"/>
              <a:gd name="csY11" fmla="*/ 2865873 h 3086332"/>
              <a:gd name="csX12" fmla="*/ 1291987 w 2408181"/>
              <a:gd name="csY12" fmla="*/ 2866286 h 3086332"/>
              <a:gd name="csX13" fmla="*/ 1345145 w 2408181"/>
              <a:gd name="csY13" fmla="*/ 2839496 h 3086332"/>
              <a:gd name="csX14" fmla="*/ 1358743 w 2408181"/>
              <a:gd name="csY14" fmla="*/ 2797458 h 3086332"/>
              <a:gd name="csX15" fmla="*/ 1360804 w 2408181"/>
              <a:gd name="csY15" fmla="*/ 2764075 h 3086332"/>
              <a:gd name="csX16" fmla="*/ 1356683 w 2408181"/>
              <a:gd name="csY16" fmla="*/ 2677938 h 3086332"/>
              <a:gd name="csX17" fmla="*/ 1355859 w 2408181"/>
              <a:gd name="csY17" fmla="*/ 2654858 h 3086332"/>
              <a:gd name="csX18" fmla="*/ 1351738 w 2408181"/>
              <a:gd name="csY18" fmla="*/ 2619826 h 3086332"/>
              <a:gd name="csX19" fmla="*/ 1350914 w 2408181"/>
              <a:gd name="csY19" fmla="*/ 2603341 h 3086332"/>
              <a:gd name="csX20" fmla="*/ 1356683 w 2408181"/>
              <a:gd name="csY20" fmla="*/ 2580673 h 3086332"/>
              <a:gd name="csX21" fmla="*/ 1347617 w 2408181"/>
              <a:gd name="csY21" fmla="*/ 2579024 h 3086332"/>
              <a:gd name="csX22" fmla="*/ 1340612 w 2408181"/>
              <a:gd name="csY22" fmla="*/ 2574903 h 3086332"/>
              <a:gd name="csX23" fmla="*/ 1337315 w 2408181"/>
              <a:gd name="csY23" fmla="*/ 2518852 h 3086332"/>
              <a:gd name="csX24" fmla="*/ 1337727 w 2408181"/>
              <a:gd name="csY24" fmla="*/ 2504015 h 3086332"/>
              <a:gd name="csX25" fmla="*/ 1341436 w 2408181"/>
              <a:gd name="csY25" fmla="*/ 2481347 h 3086332"/>
              <a:gd name="csX26" fmla="*/ 1302701 w 2408181"/>
              <a:gd name="csY26" fmla="*/ 2450849 h 3086332"/>
              <a:gd name="csX27" fmla="*/ 1247070 w 2408181"/>
              <a:gd name="csY27" fmla="*/ 2425708 h 3086332"/>
              <a:gd name="csX28" fmla="*/ 1197621 w 2408181"/>
              <a:gd name="csY28" fmla="*/ 2404277 h 3086332"/>
              <a:gd name="csX29" fmla="*/ 1162182 w 2408181"/>
              <a:gd name="csY29" fmla="*/ 2390264 h 3086332"/>
              <a:gd name="csX30" fmla="*/ 1123447 w 2408181"/>
              <a:gd name="csY30" fmla="*/ 2374191 h 3086332"/>
              <a:gd name="csX31" fmla="*/ 1078531 w 2408181"/>
              <a:gd name="csY31" fmla="*/ 2355233 h 3086332"/>
              <a:gd name="csX32" fmla="*/ 1050922 w 2408181"/>
              <a:gd name="csY32" fmla="*/ 2344517 h 3086332"/>
              <a:gd name="csX33" fmla="*/ 974275 w 2408181"/>
              <a:gd name="csY33" fmla="*/ 2330092 h 3086332"/>
              <a:gd name="csX34" fmla="*/ 939248 w 2408181"/>
              <a:gd name="csY34" fmla="*/ 2345341 h 3086332"/>
              <a:gd name="csX35" fmla="*/ 909579 w 2408181"/>
              <a:gd name="csY35" fmla="*/ 2345341 h 3086332"/>
              <a:gd name="csX36" fmla="*/ 876613 w 2408181"/>
              <a:gd name="csY36" fmla="*/ 2336686 h 3086332"/>
              <a:gd name="csX37" fmla="*/ 846119 w 2408181"/>
              <a:gd name="csY37" fmla="*/ 2336274 h 3086332"/>
              <a:gd name="csX38" fmla="*/ 862602 w 2408181"/>
              <a:gd name="csY38" fmla="*/ 2267447 h 3086332"/>
              <a:gd name="csX39" fmla="*/ 872492 w 2408181"/>
              <a:gd name="csY39" fmla="*/ 2238185 h 3086332"/>
              <a:gd name="csX40" fmla="*/ 931419 w 2408181"/>
              <a:gd name="csY40" fmla="*/ 2167297 h 3086332"/>
              <a:gd name="csX41" fmla="*/ 954907 w 2408181"/>
              <a:gd name="csY41" fmla="*/ 2144629 h 3086332"/>
              <a:gd name="csX42" fmla="*/ 963561 w 2408181"/>
              <a:gd name="csY42" fmla="*/ 2132265 h 3086332"/>
              <a:gd name="csX43" fmla="*/ 981692 w 2408181"/>
              <a:gd name="csY43" fmla="*/ 2103828 h 3086332"/>
              <a:gd name="csX44" fmla="*/ 1007653 w 2408181"/>
              <a:gd name="csY44" fmla="*/ 2071269 h 3086332"/>
              <a:gd name="csX45" fmla="*/ 1035263 w 2408181"/>
              <a:gd name="csY45" fmla="*/ 2045716 h 3086332"/>
              <a:gd name="csX46" fmla="*/ 1059575 w 2408181"/>
              <a:gd name="csY46" fmla="*/ 2029230 h 3086332"/>
              <a:gd name="csX47" fmla="*/ 1086772 w 2408181"/>
              <a:gd name="csY47" fmla="*/ 2012745 h 3086332"/>
              <a:gd name="csX48" fmla="*/ 1113145 w 2408181"/>
              <a:gd name="csY48" fmla="*/ 2001205 h 3086332"/>
              <a:gd name="csX49" fmla="*/ 1140342 w 2408181"/>
              <a:gd name="csY49" fmla="*/ 1996671 h 3086332"/>
              <a:gd name="csX50" fmla="*/ 1165479 w 2408181"/>
              <a:gd name="csY50" fmla="*/ 1992550 h 3086332"/>
              <a:gd name="csX51" fmla="*/ 1172896 w 2408181"/>
              <a:gd name="csY51" fmla="*/ 1974416 h 3086332"/>
              <a:gd name="csX52" fmla="*/ 1103255 w 2408181"/>
              <a:gd name="csY52" fmla="*/ 1908061 h 3086332"/>
              <a:gd name="csX53" fmla="*/ 1000236 w 2408181"/>
              <a:gd name="csY53" fmla="*/ 1809148 h 3086332"/>
              <a:gd name="csX54" fmla="*/ 919881 w 2408181"/>
              <a:gd name="csY54" fmla="*/ 1736611 h 3086332"/>
              <a:gd name="csX55" fmla="*/ 817274 w 2408181"/>
              <a:gd name="csY55" fmla="*/ 1650474 h 3086332"/>
              <a:gd name="csX56" fmla="*/ 749281 w 2408181"/>
              <a:gd name="csY56" fmla="*/ 1597720 h 3086332"/>
              <a:gd name="csX57" fmla="*/ 691178 w 2408181"/>
              <a:gd name="csY57" fmla="*/ 1556919 h 3086332"/>
              <a:gd name="csX58" fmla="*/ 652855 w 2408181"/>
              <a:gd name="csY58" fmla="*/ 1530542 h 3086332"/>
              <a:gd name="csX59" fmla="*/ 626894 w 2408181"/>
              <a:gd name="csY59" fmla="*/ 1516529 h 3086332"/>
              <a:gd name="csX60" fmla="*/ 600521 w 2408181"/>
              <a:gd name="csY60" fmla="*/ 1502516 h 3086332"/>
              <a:gd name="csX61" fmla="*/ 586098 w 2408181"/>
              <a:gd name="csY61" fmla="*/ 1480673 h 3086332"/>
              <a:gd name="csX62" fmla="*/ 579917 w 2408181"/>
              <a:gd name="csY62" fmla="*/ 1441519 h 3086332"/>
              <a:gd name="csX63" fmla="*/ 565082 w 2408181"/>
              <a:gd name="csY63" fmla="*/ 1417615 h 3086332"/>
              <a:gd name="csX64" fmla="*/ 545714 w 2408181"/>
              <a:gd name="csY64" fmla="*/ 1377638 h 3086332"/>
              <a:gd name="csX65" fmla="*/ 555604 w 2408181"/>
              <a:gd name="csY65" fmla="*/ 1353734 h 3086332"/>
              <a:gd name="csX66" fmla="*/ 574148 w 2408181"/>
              <a:gd name="csY66" fmla="*/ 1337248 h 3086332"/>
              <a:gd name="csX67" fmla="*/ 596812 w 2408181"/>
              <a:gd name="csY67" fmla="*/ 1320763 h 3086332"/>
              <a:gd name="csX68" fmla="*/ 600933 w 2408181"/>
              <a:gd name="csY68" fmla="*/ 1293149 h 3086332"/>
              <a:gd name="csX69" fmla="*/ 588158 w 2408181"/>
              <a:gd name="csY69" fmla="*/ 1277488 h 3086332"/>
              <a:gd name="csX70" fmla="*/ 602169 w 2408181"/>
              <a:gd name="csY70" fmla="*/ 1269245 h 3086332"/>
              <a:gd name="csX71" fmla="*/ 619064 w 2408181"/>
              <a:gd name="csY71" fmla="*/ 1252760 h 3086332"/>
              <a:gd name="csX72" fmla="*/ 674695 w 2408181"/>
              <a:gd name="csY72" fmla="*/ 1190939 h 3086332"/>
              <a:gd name="csX73" fmla="*/ 697359 w 2408181"/>
              <a:gd name="csY73" fmla="*/ 1178575 h 3086332"/>
              <a:gd name="csX74" fmla="*/ 722496 w 2408181"/>
              <a:gd name="csY74" fmla="*/ 1166210 h 3086332"/>
              <a:gd name="csX75" fmla="*/ 734446 w 2408181"/>
              <a:gd name="csY75" fmla="*/ 1162089 h 3086332"/>
              <a:gd name="csX76" fmla="*/ 749693 w 2408181"/>
              <a:gd name="csY76" fmla="*/ 1157968 h 3086332"/>
              <a:gd name="csX77" fmla="*/ 770297 w 2408181"/>
              <a:gd name="csY77" fmla="*/ 1150961 h 3086332"/>
              <a:gd name="csX78" fmla="*/ 804499 w 2408181"/>
              <a:gd name="csY78" fmla="*/ 1142306 h 3086332"/>
              <a:gd name="csX79" fmla="*/ 847355 w 2408181"/>
              <a:gd name="csY79" fmla="*/ 1149725 h 3086332"/>
              <a:gd name="csX80" fmla="*/ 883618 w 2408181"/>
              <a:gd name="csY80" fmla="*/ 1165798 h 3086332"/>
              <a:gd name="csX81" fmla="*/ 907931 w 2408181"/>
              <a:gd name="csY81" fmla="*/ 1181459 h 3086332"/>
              <a:gd name="csX82" fmla="*/ 937600 w 2408181"/>
              <a:gd name="csY82" fmla="*/ 1207424 h 3086332"/>
              <a:gd name="csX83" fmla="*/ 946254 w 2408181"/>
              <a:gd name="csY83" fmla="*/ 1213194 h 3086332"/>
              <a:gd name="csX84" fmla="*/ 961913 w 2408181"/>
              <a:gd name="csY84" fmla="*/ 1221849 h 3086332"/>
              <a:gd name="csX85" fmla="*/ 989522 w 2408181"/>
              <a:gd name="csY85" fmla="*/ 1232565 h 3086332"/>
              <a:gd name="csX86" fmla="*/ 1037323 w 2408181"/>
              <a:gd name="csY86" fmla="*/ 1253172 h 3086332"/>
              <a:gd name="csX87" fmla="*/ 1077294 w 2408181"/>
              <a:gd name="csY87" fmla="*/ 1260590 h 3086332"/>
              <a:gd name="csX88" fmla="*/ 1081003 w 2408181"/>
              <a:gd name="csY88" fmla="*/ 1245753 h 3086332"/>
              <a:gd name="csX89" fmla="*/ 1026197 w 2408181"/>
              <a:gd name="csY89" fmla="*/ 1168271 h 3086332"/>
              <a:gd name="csX90" fmla="*/ 991170 w 2408181"/>
              <a:gd name="csY90" fmla="*/ 1124584 h 3086332"/>
              <a:gd name="csX91" fmla="*/ 876613 w 2408181"/>
              <a:gd name="csY91" fmla="*/ 976214 h 3086332"/>
              <a:gd name="csX92" fmla="*/ 857657 w 2408181"/>
              <a:gd name="csY92" fmla="*/ 953134 h 3086332"/>
              <a:gd name="csX93" fmla="*/ 861366 w 2408181"/>
              <a:gd name="csY93" fmla="*/ 946128 h 3086332"/>
              <a:gd name="csX94" fmla="*/ 934304 w 2408181"/>
              <a:gd name="csY94" fmla="*/ 1001355 h 3086332"/>
              <a:gd name="csX95" fmla="*/ 916996 w 2408181"/>
              <a:gd name="csY95" fmla="*/ 978687 h 3086332"/>
              <a:gd name="csX96" fmla="*/ 895568 w 2408181"/>
              <a:gd name="csY96" fmla="*/ 955195 h 3086332"/>
              <a:gd name="csX97" fmla="*/ 826751 w 2408181"/>
              <a:gd name="csY97" fmla="*/ 878537 h 3086332"/>
              <a:gd name="csX98" fmla="*/ 823867 w 2408181"/>
              <a:gd name="csY98" fmla="*/ 889665 h 3086332"/>
              <a:gd name="csX99" fmla="*/ 827575 w 2408181"/>
              <a:gd name="csY99" fmla="*/ 904090 h 3086332"/>
              <a:gd name="csX100" fmla="*/ 814389 w 2408181"/>
              <a:gd name="csY100" fmla="*/ 905326 h 3086332"/>
              <a:gd name="csX101" fmla="*/ 806560 w 2408181"/>
              <a:gd name="csY101" fmla="*/ 897908 h 3086332"/>
              <a:gd name="csX102" fmla="*/ 671398 w 2408181"/>
              <a:gd name="csY102" fmla="*/ 759429 h 3086332"/>
              <a:gd name="csX103" fmla="*/ 526759 w 2408181"/>
              <a:gd name="csY103" fmla="*/ 609822 h 3086332"/>
              <a:gd name="csX104" fmla="*/ 438162 w 2408181"/>
              <a:gd name="csY104" fmla="*/ 530691 h 3086332"/>
              <a:gd name="csX105" fmla="*/ 389537 w 2408181"/>
              <a:gd name="csY105" fmla="*/ 497720 h 3086332"/>
              <a:gd name="csX106" fmla="*/ 363164 w 2408181"/>
              <a:gd name="csY106" fmla="*/ 482059 h 3086332"/>
              <a:gd name="csX107" fmla="*/ 343384 w 2408181"/>
              <a:gd name="csY107" fmla="*/ 471755 h 3086332"/>
              <a:gd name="csX108" fmla="*/ 326077 w 2408181"/>
              <a:gd name="csY108" fmla="*/ 457743 h 3086332"/>
              <a:gd name="csX109" fmla="*/ 274155 w 2408181"/>
              <a:gd name="csY109" fmla="*/ 436724 h 3086332"/>
              <a:gd name="csX110" fmla="*/ 249431 w 2408181"/>
              <a:gd name="csY110" fmla="*/ 428069 h 3086332"/>
              <a:gd name="csX111" fmla="*/ 238305 w 2408181"/>
              <a:gd name="csY111" fmla="*/ 415704 h 3086332"/>
              <a:gd name="csX112" fmla="*/ 217701 w 2408181"/>
              <a:gd name="csY112" fmla="*/ 393449 h 3086332"/>
              <a:gd name="csX113" fmla="*/ 186795 w 2408181"/>
              <a:gd name="csY113" fmla="*/ 378200 h 3086332"/>
              <a:gd name="csX114" fmla="*/ 143115 w 2408181"/>
              <a:gd name="csY114" fmla="*/ 355532 h 3086332"/>
              <a:gd name="csX115" fmla="*/ 98198 w 2408181"/>
              <a:gd name="csY115" fmla="*/ 331216 h 3086332"/>
              <a:gd name="csX116" fmla="*/ 60699 w 2408181"/>
              <a:gd name="csY116" fmla="*/ 311433 h 3086332"/>
              <a:gd name="csX117" fmla="*/ 4245 w 2408181"/>
              <a:gd name="csY117" fmla="*/ 278050 h 3086332"/>
              <a:gd name="csX118" fmla="*/ -4821 w 2408181"/>
              <a:gd name="csY118" fmla="*/ 269807 h 3086332"/>
              <a:gd name="csX119" fmla="*/ -13475 w 2408181"/>
              <a:gd name="csY119" fmla="*/ 262389 h 3086332"/>
              <a:gd name="csX120" fmla="*/ -6057 w 2408181"/>
              <a:gd name="csY120" fmla="*/ 262801 h 3086332"/>
              <a:gd name="csX121" fmla="*/ 71413 w 2408181"/>
              <a:gd name="csY121" fmla="*/ 278050 h 3086332"/>
              <a:gd name="csX122" fmla="*/ 86248 w 2408181"/>
              <a:gd name="csY122" fmla="*/ 259504 h 3086332"/>
              <a:gd name="csX123" fmla="*/ 73061 w 2408181"/>
              <a:gd name="csY123" fmla="*/ 244254 h 3086332"/>
              <a:gd name="csX124" fmla="*/ 62347 w 2408181"/>
              <a:gd name="csY124" fmla="*/ 235187 h 3086332"/>
              <a:gd name="csX125" fmla="*/ 144763 w 2408181"/>
              <a:gd name="csY125" fmla="*/ 245079 h 3086332"/>
              <a:gd name="csX126" fmla="*/ 187619 w 2408181"/>
              <a:gd name="csY126" fmla="*/ 246315 h 3086332"/>
              <a:gd name="csX127" fmla="*/ 167839 w 2408181"/>
              <a:gd name="csY127" fmla="*/ 227769 h 3086332"/>
              <a:gd name="csX128" fmla="*/ 156713 w 2408181"/>
              <a:gd name="csY128" fmla="*/ 216229 h 3086332"/>
              <a:gd name="csX129" fmla="*/ 157949 w 2408181"/>
              <a:gd name="csY129" fmla="*/ 205925 h 3086332"/>
              <a:gd name="csX130" fmla="*/ 93253 w 2408181"/>
              <a:gd name="csY130" fmla="*/ 174603 h 3086332"/>
              <a:gd name="csX131" fmla="*/ 98198 w 2408181"/>
              <a:gd name="csY131" fmla="*/ 167596 h 3086332"/>
              <a:gd name="csX132" fmla="*/ 108912 w 2408181"/>
              <a:gd name="csY132" fmla="*/ 170069 h 3086332"/>
              <a:gd name="csX133" fmla="*/ 109736 w 2408181"/>
              <a:gd name="csY133" fmla="*/ 164299 h 3086332"/>
              <a:gd name="csX134" fmla="*/ 107264 w 2408181"/>
              <a:gd name="csY134" fmla="*/ 157705 h 3086332"/>
              <a:gd name="csX135" fmla="*/ 118802 w 2408181"/>
              <a:gd name="csY135" fmla="*/ 160178 h 3086332"/>
              <a:gd name="csX136" fmla="*/ 129928 w 2408181"/>
              <a:gd name="csY136" fmla="*/ 162239 h 3086332"/>
              <a:gd name="csX137" fmla="*/ 127868 w 2408181"/>
              <a:gd name="csY137" fmla="*/ 157705 h 3086332"/>
              <a:gd name="csX138" fmla="*/ 122511 w 2408181"/>
              <a:gd name="csY138" fmla="*/ 145753 h 3086332"/>
              <a:gd name="csX139" fmla="*/ 138170 w 2408181"/>
              <a:gd name="csY139" fmla="*/ 138335 h 3086332"/>
              <a:gd name="csX140" fmla="*/ 168663 w 2408181"/>
              <a:gd name="csY140" fmla="*/ 154820 h 3086332"/>
              <a:gd name="csX141" fmla="*/ 225118 w 2408181"/>
              <a:gd name="csY141" fmla="*/ 181197 h 3086332"/>
              <a:gd name="csX142" fmla="*/ 250255 w 2408181"/>
              <a:gd name="csY142" fmla="*/ 199743 h 3086332"/>
              <a:gd name="csX143" fmla="*/ 290638 w 2408181"/>
              <a:gd name="csY143" fmla="*/ 235187 h 3086332"/>
              <a:gd name="csX144" fmla="*/ 306297 w 2408181"/>
              <a:gd name="csY144" fmla="*/ 226532 h 3086332"/>
              <a:gd name="csX145" fmla="*/ 325253 w 2408181"/>
              <a:gd name="csY145" fmla="*/ 197683 h 3086332"/>
              <a:gd name="csX146" fmla="*/ 315775 w 2408181"/>
              <a:gd name="csY146" fmla="*/ 173366 h 3086332"/>
              <a:gd name="csX147" fmla="*/ 284869 w 2408181"/>
              <a:gd name="csY147" fmla="*/ 156469 h 3086332"/>
              <a:gd name="csX148" fmla="*/ 260969 w 2408181"/>
              <a:gd name="csY148" fmla="*/ 144105 h 3086332"/>
              <a:gd name="csX149" fmla="*/ 258084 w 2408181"/>
              <a:gd name="csY149" fmla="*/ 138747 h 3086332"/>
              <a:gd name="csX150" fmla="*/ 259733 w 2408181"/>
              <a:gd name="csY150" fmla="*/ 130504 h 3086332"/>
              <a:gd name="csX151" fmla="*/ 265914 w 2408181"/>
              <a:gd name="csY151" fmla="*/ 127619 h 3086332"/>
              <a:gd name="csX152" fmla="*/ 274979 w 2408181"/>
              <a:gd name="csY152" fmla="*/ 131328 h 3086332"/>
              <a:gd name="csX153" fmla="*/ 285281 w 2408181"/>
              <a:gd name="csY153" fmla="*/ 132565 h 3086332"/>
              <a:gd name="csX154" fmla="*/ 293111 w 2408181"/>
              <a:gd name="csY154" fmla="*/ 137510 h 3086332"/>
              <a:gd name="csX155" fmla="*/ 310830 w 2408181"/>
              <a:gd name="csY155" fmla="*/ 137922 h 3086332"/>
              <a:gd name="csX156" fmla="*/ 354923 w 2408181"/>
              <a:gd name="csY156" fmla="*/ 142044 h 3086332"/>
              <a:gd name="csX157" fmla="*/ 393246 w 2408181"/>
              <a:gd name="csY157" fmla="*/ 152347 h 3086332"/>
              <a:gd name="csX158" fmla="*/ 419619 w 2408181"/>
              <a:gd name="csY158" fmla="*/ 161002 h 3086332"/>
              <a:gd name="csX159" fmla="*/ 465359 w 2408181"/>
              <a:gd name="csY159" fmla="*/ 179136 h 3086332"/>
              <a:gd name="csX160" fmla="*/ 503270 w 2408181"/>
              <a:gd name="csY160" fmla="*/ 197270 h 3086332"/>
              <a:gd name="csX161" fmla="*/ 516045 w 2408181"/>
              <a:gd name="csY161" fmla="*/ 205925 h 3086332"/>
              <a:gd name="csX162" fmla="*/ 526759 w 2408181"/>
              <a:gd name="csY162" fmla="*/ 212520 h 3086332"/>
              <a:gd name="csX163" fmla="*/ 555604 w 2408181"/>
              <a:gd name="csY163" fmla="*/ 216641 h 3086332"/>
              <a:gd name="csX164" fmla="*/ 589807 w 2408181"/>
              <a:gd name="csY164" fmla="*/ 235187 h 3086332"/>
              <a:gd name="csX165" fmla="*/ 619888 w 2408181"/>
              <a:gd name="csY165" fmla="*/ 254146 h 3086332"/>
              <a:gd name="csX166" fmla="*/ 595164 w 2408181"/>
              <a:gd name="csY166" fmla="*/ 214992 h 3086332"/>
              <a:gd name="csX167" fmla="*/ 585686 w 2408181"/>
              <a:gd name="csY167" fmla="*/ 203040 h 3086332"/>
              <a:gd name="csX168" fmla="*/ 665629 w 2408181"/>
              <a:gd name="csY168" fmla="*/ 246727 h 3086332"/>
              <a:gd name="csX169" fmla="*/ 694062 w 2408181"/>
              <a:gd name="csY169" fmla="*/ 267746 h 3086332"/>
              <a:gd name="csX170" fmla="*/ 720435 w 2408181"/>
              <a:gd name="csY170" fmla="*/ 292475 h 3086332"/>
              <a:gd name="csX171" fmla="*/ 756286 w 2408181"/>
              <a:gd name="csY171" fmla="*/ 319676 h 3086332"/>
              <a:gd name="csX172" fmla="*/ 780599 w 2408181"/>
              <a:gd name="csY172" fmla="*/ 341519 h 3086332"/>
              <a:gd name="csX173" fmla="*/ 815625 w 2408181"/>
              <a:gd name="csY173" fmla="*/ 386442 h 3086332"/>
              <a:gd name="csX174" fmla="*/ 841998 w 2408181"/>
              <a:gd name="csY174" fmla="*/ 423535 h 3086332"/>
              <a:gd name="csX175" fmla="*/ 859305 w 2408181"/>
              <a:gd name="csY175" fmla="*/ 454858 h 3086332"/>
              <a:gd name="csX176" fmla="*/ 878261 w 2408181"/>
              <a:gd name="csY176" fmla="*/ 469283 h 3086332"/>
              <a:gd name="csX177" fmla="*/ 879497 w 2408181"/>
              <a:gd name="csY177" fmla="*/ 485356 h 3086332"/>
              <a:gd name="csX178" fmla="*/ 872492 w 2408181"/>
              <a:gd name="csY178" fmla="*/ 495247 h 3086332"/>
              <a:gd name="csX179" fmla="*/ 897217 w 2408181"/>
              <a:gd name="csY179" fmla="*/ 523273 h 3086332"/>
              <a:gd name="csX180" fmla="*/ 921941 w 2408181"/>
              <a:gd name="csY180" fmla="*/ 554595 h 3086332"/>
              <a:gd name="csX181" fmla="*/ 926062 w 2408181"/>
              <a:gd name="csY181" fmla="*/ 560365 h 3086332"/>
              <a:gd name="csX182" fmla="*/ 930183 w 2408181"/>
              <a:gd name="csY182" fmla="*/ 566135 h 3086332"/>
              <a:gd name="csX183" fmla="*/ 936364 w 2408181"/>
              <a:gd name="csY183" fmla="*/ 576851 h 3086332"/>
              <a:gd name="csX184" fmla="*/ 940073 w 2408181"/>
              <a:gd name="csY184" fmla="*/ 590864 h 3086332"/>
              <a:gd name="csX185" fmla="*/ 954495 w 2408181"/>
              <a:gd name="csY185" fmla="*/ 617241 h 3086332"/>
              <a:gd name="csX186" fmla="*/ 976335 w 2408181"/>
              <a:gd name="csY186" fmla="*/ 634550 h 3086332"/>
              <a:gd name="csX187" fmla="*/ 974687 w 2408181"/>
              <a:gd name="csY187" fmla="*/ 639084 h 3086332"/>
              <a:gd name="csX188" fmla="*/ 977160 w 2408181"/>
              <a:gd name="csY188" fmla="*/ 649387 h 3086332"/>
              <a:gd name="csX189" fmla="*/ 990758 w 2408181"/>
              <a:gd name="csY189" fmla="*/ 652685 h 3086332"/>
              <a:gd name="csX190" fmla="*/ 1007653 w 2408181"/>
              <a:gd name="csY190" fmla="*/ 673292 h 3086332"/>
              <a:gd name="csX191" fmla="*/ 1020840 w 2408181"/>
              <a:gd name="csY191" fmla="*/ 693074 h 3086332"/>
              <a:gd name="csX192" fmla="*/ 1015895 w 2408181"/>
              <a:gd name="csY192" fmla="*/ 693074 h 3086332"/>
              <a:gd name="csX193" fmla="*/ 1013010 w 2408181"/>
              <a:gd name="csY193" fmla="*/ 698844 h 3086332"/>
              <a:gd name="csX194" fmla="*/ 1022900 w 2408181"/>
              <a:gd name="csY194" fmla="*/ 709560 h 3086332"/>
              <a:gd name="csX195" fmla="*/ 1009714 w 2408181"/>
              <a:gd name="csY195" fmla="*/ 706675 h 3086332"/>
              <a:gd name="csX196" fmla="*/ 996115 w 2408181"/>
              <a:gd name="csY196" fmla="*/ 707911 h 3086332"/>
              <a:gd name="csX197" fmla="*/ 1034026 w 2408181"/>
              <a:gd name="csY197" fmla="*/ 738822 h 3086332"/>
              <a:gd name="csX198" fmla="*/ 1045564 w 2408181"/>
              <a:gd name="csY198" fmla="*/ 749949 h 3086332"/>
              <a:gd name="csX199" fmla="*/ 1033202 w 2408181"/>
              <a:gd name="csY199" fmla="*/ 763550 h 3086332"/>
              <a:gd name="csX200" fmla="*/ 1044328 w 2408181"/>
              <a:gd name="csY200" fmla="*/ 781272 h 3086332"/>
              <a:gd name="csX201" fmla="*/ 1059575 w 2408181"/>
              <a:gd name="csY201" fmla="*/ 806000 h 3086332"/>
              <a:gd name="csX202" fmla="*/ 1061636 w 2408181"/>
              <a:gd name="csY202" fmla="*/ 817540 h 3086332"/>
              <a:gd name="csX203" fmla="*/ 1066168 w 2408181"/>
              <a:gd name="csY203" fmla="*/ 827844 h 3086332"/>
              <a:gd name="csX204" fmla="*/ 1088833 w 2408181"/>
              <a:gd name="csY204" fmla="*/ 857518 h 3086332"/>
              <a:gd name="csX205" fmla="*/ 1109024 w 2408181"/>
              <a:gd name="csY205" fmla="*/ 888840 h 3086332"/>
              <a:gd name="csX206" fmla="*/ 1115206 w 2408181"/>
              <a:gd name="csY206" fmla="*/ 902441 h 3086332"/>
              <a:gd name="csX207" fmla="*/ 1123859 w 2408181"/>
              <a:gd name="csY207" fmla="*/ 911096 h 3086332"/>
              <a:gd name="csX208" fmla="*/ 1148996 w 2408181"/>
              <a:gd name="csY208" fmla="*/ 942831 h 3086332"/>
              <a:gd name="csX209" fmla="*/ 1176193 w 2408181"/>
              <a:gd name="csY209" fmla="*/ 981572 h 3086332"/>
              <a:gd name="csX210" fmla="*/ 1189792 w 2408181"/>
              <a:gd name="csY210" fmla="*/ 1002591 h 3086332"/>
              <a:gd name="csX211" fmla="*/ 1199269 w 2408181"/>
              <a:gd name="csY211" fmla="*/ 1016192 h 3086332"/>
              <a:gd name="csX212" fmla="*/ 1208335 w 2408181"/>
              <a:gd name="csY212" fmla="*/ 1027731 h 3086332"/>
              <a:gd name="csX213" fmla="*/ 1226879 w 2408181"/>
              <a:gd name="csY213" fmla="*/ 1047514 h 3086332"/>
              <a:gd name="csX214" fmla="*/ 1228939 w 2408181"/>
              <a:gd name="csY214" fmla="*/ 1071830 h 3086332"/>
              <a:gd name="csX215" fmla="*/ 1237593 w 2408181"/>
              <a:gd name="csY215" fmla="*/ 1099856 h 3086332"/>
              <a:gd name="csX216" fmla="*/ 1256548 w 2408181"/>
              <a:gd name="csY216" fmla="*/ 1114281 h 3086332"/>
              <a:gd name="csX217" fmla="*/ 1257784 w 2408181"/>
              <a:gd name="csY217" fmla="*/ 1033089 h 3086332"/>
              <a:gd name="csX218" fmla="*/ 1257372 w 2408181"/>
              <a:gd name="csY218" fmla="*/ 892962 h 3086332"/>
              <a:gd name="csX219" fmla="*/ 1261905 w 2408181"/>
              <a:gd name="csY219" fmla="*/ 840208 h 3086332"/>
              <a:gd name="csX220" fmla="*/ 1275504 w 2408181"/>
              <a:gd name="csY220" fmla="*/ 847627 h 3086332"/>
              <a:gd name="csX221" fmla="*/ 1287866 w 2408181"/>
              <a:gd name="csY221" fmla="*/ 853809 h 3086332"/>
              <a:gd name="csX222" fmla="*/ 1285394 w 2408181"/>
              <a:gd name="csY222" fmla="*/ 839384 h 3086332"/>
              <a:gd name="csX223" fmla="*/ 1287454 w 2408181"/>
              <a:gd name="csY223" fmla="*/ 810122 h 3086332"/>
              <a:gd name="csX224" fmla="*/ 1294047 w 2408181"/>
              <a:gd name="csY224" fmla="*/ 799406 h 3086332"/>
              <a:gd name="csX225" fmla="*/ 1284569 w 2408181"/>
              <a:gd name="csY225" fmla="*/ 776739 h 3086332"/>
              <a:gd name="csX226" fmla="*/ 1287042 w 2408181"/>
              <a:gd name="csY226" fmla="*/ 718215 h 3086332"/>
              <a:gd name="csX227" fmla="*/ 1285806 w 2408181"/>
              <a:gd name="csY227" fmla="*/ 674528 h 3086332"/>
              <a:gd name="csX228" fmla="*/ 1287866 w 2408181"/>
              <a:gd name="csY228" fmla="*/ 645678 h 3086332"/>
              <a:gd name="csX229" fmla="*/ 1277152 w 2408181"/>
              <a:gd name="csY229" fmla="*/ 653921 h 3086332"/>
              <a:gd name="csX230" fmla="*/ 1263966 w 2408181"/>
              <a:gd name="csY230" fmla="*/ 671643 h 3086332"/>
              <a:gd name="csX231" fmla="*/ 1259433 w 2408181"/>
              <a:gd name="csY231" fmla="*/ 650212 h 3086332"/>
              <a:gd name="csX232" fmla="*/ 1261493 w 2408181"/>
              <a:gd name="csY232" fmla="*/ 594573 h 3086332"/>
              <a:gd name="csX233" fmla="*/ 1268086 w 2408181"/>
              <a:gd name="csY233" fmla="*/ 528631 h 3086332"/>
              <a:gd name="csX234" fmla="*/ 1262317 w 2408181"/>
              <a:gd name="csY234" fmla="*/ 518327 h 3086332"/>
              <a:gd name="csX235" fmla="*/ 1254076 w 2408181"/>
              <a:gd name="csY235" fmla="*/ 531516 h 3086332"/>
              <a:gd name="csX236" fmla="*/ 1254488 w 2408181"/>
              <a:gd name="csY236" fmla="*/ 489477 h 3086332"/>
              <a:gd name="csX237" fmla="*/ 1262317 w 2408181"/>
              <a:gd name="csY237" fmla="*/ 440433 h 3086332"/>
              <a:gd name="csX238" fmla="*/ 1261493 w 2408181"/>
              <a:gd name="csY238" fmla="*/ 420238 h 3086332"/>
              <a:gd name="csX239" fmla="*/ 1244186 w 2408181"/>
              <a:gd name="csY239" fmla="*/ 427656 h 3086332"/>
              <a:gd name="csX240" fmla="*/ 1220697 w 2408181"/>
              <a:gd name="csY240" fmla="*/ 440845 h 3086332"/>
              <a:gd name="csX241" fmla="*/ 1181138 w 2408181"/>
              <a:gd name="csY241" fmla="*/ 475052 h 3086332"/>
              <a:gd name="csX242" fmla="*/ 1147760 w 2408181"/>
              <a:gd name="csY242" fmla="*/ 500605 h 3086332"/>
              <a:gd name="csX243" fmla="*/ 1129628 w 2408181"/>
              <a:gd name="csY243" fmla="*/ 517503 h 3086332"/>
              <a:gd name="csX244" fmla="*/ 1099135 w 2408181"/>
              <a:gd name="csY244" fmla="*/ 560365 h 3086332"/>
              <a:gd name="csX245" fmla="*/ 1091717 w 2408181"/>
              <a:gd name="csY245" fmla="*/ 556656 h 3086332"/>
              <a:gd name="csX246" fmla="*/ 1106552 w 2408181"/>
              <a:gd name="csY246" fmla="*/ 529867 h 3086332"/>
              <a:gd name="csX247" fmla="*/ 1106552 w 2408181"/>
              <a:gd name="csY247" fmla="*/ 527394 h 3086332"/>
              <a:gd name="csX248" fmla="*/ 1110261 w 2408181"/>
              <a:gd name="csY248" fmla="*/ 501429 h 3086332"/>
              <a:gd name="csX249" fmla="*/ 1134573 w 2408181"/>
              <a:gd name="csY249" fmla="*/ 463513 h 3086332"/>
              <a:gd name="csX250" fmla="*/ 1156825 w 2408181"/>
              <a:gd name="csY250" fmla="*/ 426420 h 3086332"/>
              <a:gd name="csX251" fmla="*/ 1147760 w 2408181"/>
              <a:gd name="csY251" fmla="*/ 426420 h 3086332"/>
              <a:gd name="csX252" fmla="*/ 1075646 w 2408181"/>
              <a:gd name="csY252" fmla="*/ 503490 h 3086332"/>
              <a:gd name="csX253" fmla="*/ 1047213 w 2408181"/>
              <a:gd name="csY253" fmla="*/ 543880 h 3086332"/>
              <a:gd name="csX254" fmla="*/ 1073586 w 2408181"/>
              <a:gd name="csY254" fmla="*/ 489065 h 3086332"/>
              <a:gd name="csX255" fmla="*/ 1086772 w 2408181"/>
              <a:gd name="csY255" fmla="*/ 463100 h 3086332"/>
              <a:gd name="csX256" fmla="*/ 1111497 w 2408181"/>
              <a:gd name="csY256" fmla="*/ 424359 h 3086332"/>
              <a:gd name="csX257" fmla="*/ 1141991 w 2408181"/>
              <a:gd name="csY257" fmla="*/ 381085 h 3086332"/>
              <a:gd name="csX258" fmla="*/ 1145699 w 2408181"/>
              <a:gd name="csY258" fmla="*/ 372430 h 3086332"/>
              <a:gd name="csX259" fmla="*/ 1148584 w 2408181"/>
              <a:gd name="csY259" fmla="*/ 360066 h 3086332"/>
              <a:gd name="csX260" fmla="*/ 1156001 w 2408181"/>
              <a:gd name="csY260" fmla="*/ 345229 h 3086332"/>
              <a:gd name="csX261" fmla="*/ 1177429 w 2408181"/>
              <a:gd name="csY261" fmla="*/ 310197 h 3086332"/>
              <a:gd name="csX262" fmla="*/ 1174545 w 2408181"/>
              <a:gd name="csY262" fmla="*/ 300717 h 3086332"/>
              <a:gd name="csX263" fmla="*/ 1134573 w 2408181"/>
              <a:gd name="csY263" fmla="*/ 332864 h 3086332"/>
              <a:gd name="csX264" fmla="*/ 1111497 w 2408181"/>
              <a:gd name="csY264" fmla="*/ 346877 h 3086332"/>
              <a:gd name="csX265" fmla="*/ 1136222 w 2408181"/>
              <a:gd name="csY265" fmla="*/ 317203 h 3086332"/>
              <a:gd name="csX266" fmla="*/ 1175781 w 2408181"/>
              <a:gd name="csY266" fmla="*/ 273516 h 3086332"/>
              <a:gd name="csX267" fmla="*/ 1204214 w 2408181"/>
              <a:gd name="csY267" fmla="*/ 246727 h 3086332"/>
              <a:gd name="csX268" fmla="*/ 1210396 w 2408181"/>
              <a:gd name="csY268" fmla="*/ 230654 h 3086332"/>
              <a:gd name="csX269" fmla="*/ 1211220 w 2408181"/>
              <a:gd name="csY269" fmla="*/ 212108 h 3086332"/>
              <a:gd name="csX270" fmla="*/ 1201742 w 2408181"/>
              <a:gd name="csY270" fmla="*/ 185318 h 3086332"/>
              <a:gd name="csX271" fmla="*/ 1205451 w 2408181"/>
              <a:gd name="csY271" fmla="*/ 173366 h 3086332"/>
              <a:gd name="csX272" fmla="*/ 1218637 w 2408181"/>
              <a:gd name="csY272" fmla="*/ 159354 h 3086332"/>
              <a:gd name="csX273" fmla="*/ 1243362 w 2408181"/>
              <a:gd name="csY273" fmla="*/ 127619 h 3086332"/>
              <a:gd name="csX274" fmla="*/ 1268086 w 2408181"/>
              <a:gd name="csY274" fmla="*/ 88054 h 3086332"/>
              <a:gd name="csX275" fmla="*/ 1285394 w 2408181"/>
              <a:gd name="csY275" fmla="*/ 59616 h 3086332"/>
              <a:gd name="csX276" fmla="*/ 1311767 w 2408181"/>
              <a:gd name="csY276" fmla="*/ 46015 h 3086332"/>
              <a:gd name="csX277" fmla="*/ 1368633 w 2408181"/>
              <a:gd name="csY277" fmla="*/ -2205 h 3086332"/>
              <a:gd name="csX278" fmla="*/ 1382232 w 2408181"/>
              <a:gd name="csY278" fmla="*/ 16341 h 3086332"/>
              <a:gd name="csX279" fmla="*/ 1409017 w 2408181"/>
              <a:gd name="csY279" fmla="*/ 39009 h 3086332"/>
              <a:gd name="csX280" fmla="*/ 1430857 w 2408181"/>
              <a:gd name="csY280" fmla="*/ 31178 h 3086332"/>
              <a:gd name="csX281" fmla="*/ 1449400 w 2408181"/>
              <a:gd name="csY281" fmla="*/ 24996 h 3086332"/>
              <a:gd name="csX282" fmla="*/ 1473713 w 2408181"/>
              <a:gd name="csY282" fmla="*/ 27057 h 3086332"/>
              <a:gd name="csX283" fmla="*/ 1484427 w 2408181"/>
              <a:gd name="csY283" fmla="*/ 32827 h 3086332"/>
              <a:gd name="csX284" fmla="*/ 1500498 w 2408181"/>
              <a:gd name="csY284" fmla="*/ 54258 h 3086332"/>
              <a:gd name="csX285" fmla="*/ 1509564 w 2408181"/>
              <a:gd name="csY285" fmla="*/ 85581 h 3086332"/>
              <a:gd name="csX286" fmla="*/ 1510800 w 2408181"/>
              <a:gd name="csY286" fmla="*/ 101242 h 3086332"/>
              <a:gd name="csX287" fmla="*/ 1510800 w 2408181"/>
              <a:gd name="csY287" fmla="*/ 107012 h 3086332"/>
              <a:gd name="csX288" fmla="*/ 1521102 w 2408181"/>
              <a:gd name="csY288" fmla="*/ 92587 h 3086332"/>
              <a:gd name="csX289" fmla="*/ 1555716 w 2408181"/>
              <a:gd name="csY289" fmla="*/ 69919 h 3086332"/>
              <a:gd name="csX290" fmla="*/ 1579205 w 2408181"/>
              <a:gd name="csY290" fmla="*/ 123085 h 3086332"/>
              <a:gd name="csX291" fmla="*/ 1574672 w 2408181"/>
              <a:gd name="csY291" fmla="*/ 156881 h 3086332"/>
              <a:gd name="csX292" fmla="*/ 1582502 w 2408181"/>
              <a:gd name="csY292" fmla="*/ 182846 h 3086332"/>
              <a:gd name="csX293" fmla="*/ 1601457 w 2408181"/>
              <a:gd name="csY293" fmla="*/ 193973 h 3086332"/>
              <a:gd name="csX294" fmla="*/ 1608050 w 2408181"/>
              <a:gd name="csY294" fmla="*/ 216641 h 3086332"/>
              <a:gd name="csX295" fmla="*/ 1616292 w 2408181"/>
              <a:gd name="csY295" fmla="*/ 248376 h 3086332"/>
              <a:gd name="csX296" fmla="*/ 1616292 w 2408181"/>
              <a:gd name="csY296" fmla="*/ 313082 h 3086332"/>
              <a:gd name="csX297" fmla="*/ 1612583 w 2408181"/>
              <a:gd name="csY297" fmla="*/ 353883 h 3086332"/>
              <a:gd name="csX298" fmla="*/ 1615056 w 2408181"/>
              <a:gd name="csY298" fmla="*/ 382321 h 3086332"/>
              <a:gd name="csX299" fmla="*/ 1612583 w 2408181"/>
              <a:gd name="csY299" fmla="*/ 400043 h 3086332"/>
              <a:gd name="csX300" fmla="*/ 1605990 w 2408181"/>
              <a:gd name="csY300" fmla="*/ 420238 h 3086332"/>
              <a:gd name="csX301" fmla="*/ 1594864 w 2408181"/>
              <a:gd name="csY301" fmla="*/ 483295 h 3086332"/>
              <a:gd name="csX302" fmla="*/ 1585386 w 2408181"/>
              <a:gd name="csY302" fmla="*/ 538522 h 3086332"/>
              <a:gd name="csX303" fmla="*/ 1570139 w 2408181"/>
              <a:gd name="csY303" fmla="*/ 632078 h 3086332"/>
              <a:gd name="csX304" fmla="*/ 1568491 w 2408181"/>
              <a:gd name="csY304" fmla="*/ 651860 h 3086332"/>
              <a:gd name="csX305" fmla="*/ 1562722 w 2408181"/>
              <a:gd name="csY305" fmla="*/ 731403 h 3086332"/>
              <a:gd name="csX306" fmla="*/ 1558601 w 2408181"/>
              <a:gd name="csY306" fmla="*/ 875652 h 3086332"/>
              <a:gd name="csX307" fmla="*/ 1556129 w 2408181"/>
              <a:gd name="csY307" fmla="*/ 966323 h 3086332"/>
              <a:gd name="csX308" fmla="*/ 1556541 w 2408181"/>
              <a:gd name="csY308" fmla="*/ 1022786 h 3086332"/>
              <a:gd name="csX309" fmla="*/ 1561073 w 2408181"/>
              <a:gd name="csY309" fmla="*/ 1069358 h 3086332"/>
              <a:gd name="csX310" fmla="*/ 1564782 w 2408181"/>
              <a:gd name="csY310" fmla="*/ 1094498 h 3086332"/>
              <a:gd name="csX311" fmla="*/ 1632363 w 2408181"/>
              <a:gd name="csY311" fmla="*/ 1069770 h 3086332"/>
              <a:gd name="csX312" fmla="*/ 1881258 w 2408181"/>
              <a:gd name="csY312" fmla="*/ 832377 h 3086332"/>
              <a:gd name="csX313" fmla="*/ 1851176 w 2408181"/>
              <a:gd name="csY313" fmla="*/ 823310 h 3086332"/>
              <a:gd name="csX314" fmla="*/ 1816974 w 2408181"/>
              <a:gd name="csY314" fmla="*/ 817128 h 3086332"/>
              <a:gd name="csX315" fmla="*/ 1806260 w 2408181"/>
              <a:gd name="csY315" fmla="*/ 811358 h 3086332"/>
              <a:gd name="csX316" fmla="*/ 1816974 w 2408181"/>
              <a:gd name="csY316" fmla="*/ 796933 h 3086332"/>
              <a:gd name="csX317" fmla="*/ 1873840 w 2408181"/>
              <a:gd name="csY317" fmla="*/ 770556 h 3086332"/>
              <a:gd name="csX318" fmla="*/ 1900213 w 2408181"/>
              <a:gd name="csY318" fmla="*/ 759429 h 3086332"/>
              <a:gd name="csX319" fmla="*/ 1984689 w 2408181"/>
              <a:gd name="csY319" fmla="*/ 686480 h 3086332"/>
              <a:gd name="csX320" fmla="*/ 2010238 w 2408181"/>
              <a:gd name="csY320" fmla="*/ 675764 h 3086332"/>
              <a:gd name="csX321" fmla="*/ 2057215 w 2408181"/>
              <a:gd name="csY321" fmla="*/ 648975 h 3086332"/>
              <a:gd name="csX322" fmla="*/ 2104604 w 2408181"/>
              <a:gd name="csY322" fmla="*/ 622186 h 3086332"/>
              <a:gd name="csX323" fmla="*/ 2129741 w 2408181"/>
              <a:gd name="csY323" fmla="*/ 607761 h 3086332"/>
              <a:gd name="csX324" fmla="*/ 2158174 w 2408181"/>
              <a:gd name="csY324" fmla="*/ 601579 h 3086332"/>
              <a:gd name="csX325" fmla="*/ 2207623 w 2408181"/>
              <a:gd name="csY325" fmla="*/ 601579 h 3086332"/>
              <a:gd name="csX326" fmla="*/ 2271083 w 2408181"/>
              <a:gd name="csY326" fmla="*/ 600755 h 3086332"/>
              <a:gd name="csX327" fmla="*/ 2273144 w 2408181"/>
              <a:gd name="csY327" fmla="*/ 622598 h 3086332"/>
              <a:gd name="csX328" fmla="*/ 2259957 w 2408181"/>
              <a:gd name="csY328" fmla="*/ 645678 h 3086332"/>
              <a:gd name="csX329" fmla="*/ 2287154 w 2408181"/>
              <a:gd name="csY329" fmla="*/ 645678 h 3086332"/>
              <a:gd name="csX330" fmla="*/ 2331246 w 2408181"/>
              <a:gd name="csY330" fmla="*/ 634550 h 3086332"/>
              <a:gd name="csX331" fmla="*/ 2329598 w 2408181"/>
              <a:gd name="csY331" fmla="*/ 646502 h 3086332"/>
              <a:gd name="csX332" fmla="*/ 2336603 w 2408181"/>
              <a:gd name="csY332" fmla="*/ 670819 h 3086332"/>
              <a:gd name="csX333" fmla="*/ 2347730 w 2408181"/>
              <a:gd name="csY333" fmla="*/ 679061 h 3086332"/>
              <a:gd name="csX334" fmla="*/ 2361328 w 2408181"/>
              <a:gd name="csY334" fmla="*/ 691426 h 3086332"/>
              <a:gd name="csX335" fmla="*/ 2375339 w 2408181"/>
              <a:gd name="csY335" fmla="*/ 721100 h 3086332"/>
              <a:gd name="csX336" fmla="*/ 2377399 w 2408181"/>
              <a:gd name="csY336" fmla="*/ 747065 h 3086332"/>
              <a:gd name="csX337" fmla="*/ 2394706 w 2408181"/>
              <a:gd name="csY337" fmla="*/ 754071 h 3086332"/>
              <a:gd name="csX338" fmla="*/ 2383580 w 2408181"/>
              <a:gd name="csY338" fmla="*/ 765611 h 3086332"/>
              <a:gd name="csX339" fmla="*/ 2372454 w 2408181"/>
              <a:gd name="csY339" fmla="*/ 782921 h 3086332"/>
              <a:gd name="csX340" fmla="*/ 2355971 w 2408181"/>
              <a:gd name="csY340" fmla="*/ 803528 h 3086332"/>
              <a:gd name="csX341" fmla="*/ 2337428 w 2408181"/>
              <a:gd name="csY341" fmla="*/ 832377 h 3086332"/>
              <a:gd name="csX342" fmla="*/ 2325477 w 2408181"/>
              <a:gd name="csY342" fmla="*/ 860815 h 3086332"/>
              <a:gd name="csX343" fmla="*/ 2309818 w 2408181"/>
              <a:gd name="csY343" fmla="*/ 895847 h 3086332"/>
              <a:gd name="csX344" fmla="*/ 2290863 w 2408181"/>
              <a:gd name="csY344" fmla="*/ 929230 h 3086332"/>
              <a:gd name="csX345" fmla="*/ 2276028 w 2408181"/>
              <a:gd name="csY345" fmla="*/ 958492 h 3086332"/>
              <a:gd name="csX346" fmla="*/ 2265314 w 2408181"/>
              <a:gd name="csY346" fmla="*/ 980748 h 3086332"/>
              <a:gd name="csX347" fmla="*/ 2241001 w 2408181"/>
              <a:gd name="csY347" fmla="*/ 1001767 h 3086332"/>
              <a:gd name="csX348" fmla="*/ 2210920 w 2408181"/>
              <a:gd name="csY348" fmla="*/ 1023610 h 3086332"/>
              <a:gd name="csX349" fmla="*/ 2189080 w 2408181"/>
              <a:gd name="csY349" fmla="*/ 1040920 h 3086332"/>
              <a:gd name="csX350" fmla="*/ 2173421 w 2408181"/>
              <a:gd name="csY350" fmla="*/ 1048751 h 3086332"/>
              <a:gd name="csX351" fmla="*/ 2146224 w 2408181"/>
              <a:gd name="csY351" fmla="*/ 1066885 h 3086332"/>
              <a:gd name="csX352" fmla="*/ 2125208 w 2408181"/>
              <a:gd name="csY352" fmla="*/ 1087904 h 3086332"/>
              <a:gd name="csX353" fmla="*/ 2120263 w 2408181"/>
              <a:gd name="csY353" fmla="*/ 1076776 h 3086332"/>
              <a:gd name="csX354" fmla="*/ 2085648 w 2408181"/>
              <a:gd name="csY354" fmla="*/ 1082134 h 3086332"/>
              <a:gd name="csX355" fmla="*/ 2020540 w 2408181"/>
              <a:gd name="csY355" fmla="*/ 1124996 h 3086332"/>
              <a:gd name="csX356" fmla="*/ 1977272 w 2408181"/>
              <a:gd name="csY356" fmla="*/ 1134888 h 3086332"/>
              <a:gd name="csX357" fmla="*/ 1877961 w 2408181"/>
              <a:gd name="csY357" fmla="*/ 1180635 h 3086332"/>
              <a:gd name="csX358" fmla="*/ 1795546 w 2408181"/>
              <a:gd name="csY358" fmla="*/ 1210721 h 3086332"/>
              <a:gd name="csX359" fmla="*/ 1739915 w 2408181"/>
              <a:gd name="csY359" fmla="*/ 1228856 h 3086332"/>
              <a:gd name="csX360" fmla="*/ 1667802 w 2408181"/>
              <a:gd name="csY360" fmla="*/ 1253996 h 3086332"/>
              <a:gd name="csX361" fmla="*/ 1630715 w 2408181"/>
              <a:gd name="csY361" fmla="*/ 1265124 h 3086332"/>
              <a:gd name="csX362" fmla="*/ 1634835 w 2408181"/>
              <a:gd name="csY362" fmla="*/ 1261002 h 3086332"/>
              <a:gd name="csX363" fmla="*/ 1633187 w 2408181"/>
              <a:gd name="csY363" fmla="*/ 1246165 h 3086332"/>
              <a:gd name="csX364" fmla="*/ 1606814 w 2408181"/>
              <a:gd name="csY364" fmla="*/ 1254408 h 3086332"/>
              <a:gd name="csX365" fmla="*/ 1583326 w 2408181"/>
              <a:gd name="csY365" fmla="*/ 1307162 h 3086332"/>
              <a:gd name="csX366" fmla="*/ 1587446 w 2408181"/>
              <a:gd name="csY366" fmla="*/ 1397008 h 3086332"/>
              <a:gd name="csX367" fmla="*/ 1601869 w 2408181"/>
              <a:gd name="csY367" fmla="*/ 1520238 h 3086332"/>
              <a:gd name="csX368" fmla="*/ 1646374 w 2408181"/>
              <a:gd name="csY368" fmla="*/ 1545379 h 3086332"/>
              <a:gd name="csX369" fmla="*/ 1670274 w 2408181"/>
              <a:gd name="csY369" fmla="*/ 1555682 h 3086332"/>
              <a:gd name="csX370" fmla="*/ 1696235 w 2408181"/>
              <a:gd name="csY370" fmla="*/ 1565986 h 3086332"/>
              <a:gd name="csX371" fmla="*/ 1717663 w 2408181"/>
              <a:gd name="csY371" fmla="*/ 1573404 h 3086332"/>
              <a:gd name="csX372" fmla="*/ 1756810 w 2408181"/>
              <a:gd name="csY372" fmla="*/ 1588241 h 3086332"/>
              <a:gd name="csX373" fmla="*/ 1793897 w 2408181"/>
              <a:gd name="csY373" fmla="*/ 1601017 h 3086332"/>
              <a:gd name="csX374" fmla="*/ 1822743 w 2408181"/>
              <a:gd name="csY374" fmla="*/ 1609672 h 3086332"/>
              <a:gd name="csX375" fmla="*/ 1861478 w 2408181"/>
              <a:gd name="csY375" fmla="*/ 1631928 h 3086332"/>
              <a:gd name="csX376" fmla="*/ 1872604 w 2408181"/>
              <a:gd name="csY376" fmla="*/ 1633576 h 3086332"/>
              <a:gd name="csX377" fmla="*/ 1885791 w 2408181"/>
              <a:gd name="csY377" fmla="*/ 1630279 h 3086332"/>
              <a:gd name="csX378" fmla="*/ 1917108 w 2408181"/>
              <a:gd name="csY378" fmla="*/ 1634813 h 3086332"/>
              <a:gd name="csX379" fmla="*/ 1952547 w 2408181"/>
              <a:gd name="csY379" fmla="*/ 1641819 h 3086332"/>
              <a:gd name="csX380" fmla="*/ 1999936 w 2408181"/>
              <a:gd name="csY380" fmla="*/ 1644292 h 3086332"/>
              <a:gd name="csX381" fmla="*/ 2044028 w 2408181"/>
              <a:gd name="csY381" fmla="*/ 1647589 h 3086332"/>
              <a:gd name="csX382" fmla="*/ 2051034 w 2408181"/>
              <a:gd name="csY382" fmla="*/ 1658717 h 3086332"/>
              <a:gd name="csX383" fmla="*/ 2058863 w 2408181"/>
              <a:gd name="csY383" fmla="*/ 1672730 h 3086332"/>
              <a:gd name="csX384" fmla="*/ 2081527 w 2408181"/>
              <a:gd name="csY384" fmla="*/ 1677263 h 3086332"/>
              <a:gd name="csX385" fmla="*/ 2107900 w 2408181"/>
              <a:gd name="csY385" fmla="*/ 1678912 h 3086332"/>
              <a:gd name="csX386" fmla="*/ 2142103 w 2408181"/>
              <a:gd name="csY386" fmla="*/ 1682621 h 3086332"/>
              <a:gd name="csX387" fmla="*/ 2174245 w 2408181"/>
              <a:gd name="csY387" fmla="*/ 1691276 h 3086332"/>
              <a:gd name="csX388" fmla="*/ 2222458 w 2408181"/>
              <a:gd name="csY388" fmla="*/ 1693337 h 3086332"/>
              <a:gd name="csX389" fmla="*/ 2252952 w 2408181"/>
              <a:gd name="csY389" fmla="*/ 1692925 h 3086332"/>
              <a:gd name="csX390" fmla="*/ 2215865 w 2408181"/>
              <a:gd name="csY390" fmla="*/ 1732078 h 3086332"/>
              <a:gd name="csX391" fmla="*/ 2190316 w 2408181"/>
              <a:gd name="csY391" fmla="*/ 1739084 h 3086332"/>
              <a:gd name="csX392" fmla="*/ 2174657 w 2408181"/>
              <a:gd name="csY392" fmla="*/ 1742793 h 3086332"/>
              <a:gd name="csX393" fmla="*/ 2227403 w 2408181"/>
              <a:gd name="csY393" fmla="*/ 1753921 h 3086332"/>
              <a:gd name="csX394" fmla="*/ 2242650 w 2408181"/>
              <a:gd name="csY394" fmla="*/ 1773704 h 3086332"/>
              <a:gd name="csX395" fmla="*/ 2258309 w 2408181"/>
              <a:gd name="csY395" fmla="*/ 1786480 h 3086332"/>
              <a:gd name="csX396" fmla="*/ 2285506 w 2408181"/>
              <a:gd name="csY396" fmla="*/ 1789777 h 3086332"/>
              <a:gd name="csX397" fmla="*/ 2252128 w 2408181"/>
              <a:gd name="csY397" fmla="*/ 1816154 h 3086332"/>
              <a:gd name="csX398" fmla="*/ 2251715 w 2408181"/>
              <a:gd name="csY398" fmla="*/ 1856132 h 3086332"/>
              <a:gd name="csX399" fmla="*/ 2263254 w 2408181"/>
              <a:gd name="csY399" fmla="*/ 1866023 h 3086332"/>
              <a:gd name="csX400" fmla="*/ 2247595 w 2408181"/>
              <a:gd name="csY400" fmla="*/ 1872617 h 3086332"/>
              <a:gd name="csX401" fmla="*/ 2233172 w 2408181"/>
              <a:gd name="csY401" fmla="*/ 1888279 h 3086332"/>
              <a:gd name="csX402" fmla="*/ 2228639 w 2408181"/>
              <a:gd name="csY402" fmla="*/ 1896521 h 3086332"/>
              <a:gd name="csX403" fmla="*/ 2211332 w 2408181"/>
              <a:gd name="csY403" fmla="*/ 1897758 h 3086332"/>
              <a:gd name="csX404" fmla="*/ 2201854 w 2408181"/>
              <a:gd name="csY404" fmla="*/ 1925371 h 3086332"/>
              <a:gd name="csX405" fmla="*/ 2201442 w 2408181"/>
              <a:gd name="csY405" fmla="*/ 1938147 h 3086332"/>
              <a:gd name="csX406" fmla="*/ 2149520 w 2408181"/>
              <a:gd name="csY406" fmla="*/ 1953397 h 3086332"/>
              <a:gd name="csX407" fmla="*/ 2131389 w 2408181"/>
              <a:gd name="csY407" fmla="*/ 1961639 h 3086332"/>
              <a:gd name="csX408" fmla="*/ 2109137 w 2408181"/>
              <a:gd name="csY408" fmla="*/ 1974004 h 3086332"/>
              <a:gd name="csX409" fmla="*/ 2074934 w 2408181"/>
              <a:gd name="csY409" fmla="*/ 1993374 h 3086332"/>
              <a:gd name="csX410" fmla="*/ 2040732 w 2408181"/>
              <a:gd name="csY410" fmla="*/ 2019339 h 3086332"/>
              <a:gd name="csX411" fmla="*/ 2013123 w 2408181"/>
              <a:gd name="csY411" fmla="*/ 2039534 h 3086332"/>
              <a:gd name="csX412" fmla="*/ 2000760 w 2408181"/>
              <a:gd name="csY412" fmla="*/ 2049837 h 3086332"/>
              <a:gd name="csX413" fmla="*/ 2011474 w 2408181"/>
              <a:gd name="csY413" fmla="*/ 2028406 h 3086332"/>
              <a:gd name="csX414" fmla="*/ 2018067 w 2408181"/>
              <a:gd name="csY414" fmla="*/ 1990489 h 3086332"/>
              <a:gd name="csX415" fmla="*/ 2013947 w 2408181"/>
              <a:gd name="csY415" fmla="*/ 1978537 h 3086332"/>
              <a:gd name="csX416" fmla="*/ 1995403 w 2408181"/>
              <a:gd name="csY416" fmla="*/ 1967409 h 3086332"/>
              <a:gd name="csX417" fmla="*/ 1953783 w 2408181"/>
              <a:gd name="csY417" fmla="*/ 1986368 h 3086332"/>
              <a:gd name="csX418" fmla="*/ 1884554 w 2408181"/>
              <a:gd name="csY418" fmla="*/ 2018515 h 3086332"/>
              <a:gd name="csX419" fmla="*/ 1835517 w 2408181"/>
              <a:gd name="csY419" fmla="*/ 2038709 h 3086332"/>
              <a:gd name="csX420" fmla="*/ 1763816 w 2408181"/>
              <a:gd name="csY420" fmla="*/ 2076214 h 3086332"/>
              <a:gd name="csX421" fmla="*/ 1750217 w 2408181"/>
              <a:gd name="csY421" fmla="*/ 2083633 h 3086332"/>
              <a:gd name="csX422" fmla="*/ 1786480 w 2408181"/>
              <a:gd name="csY422" fmla="*/ 2033764 h 3086332"/>
              <a:gd name="csX423" fmla="*/ 1871780 w 2408181"/>
              <a:gd name="csY423" fmla="*/ 1923723 h 3086332"/>
              <a:gd name="csX424" fmla="*/ 1835517 w 2408181"/>
              <a:gd name="csY424" fmla="*/ 1918365 h 3086332"/>
              <a:gd name="csX425" fmla="*/ 1791837 w 2408181"/>
              <a:gd name="csY425" fmla="*/ 1910122 h 3086332"/>
              <a:gd name="csX426" fmla="*/ 1764228 w 2408181"/>
              <a:gd name="csY426" fmla="*/ 1901467 h 3086332"/>
              <a:gd name="csX427" fmla="*/ 1739915 w 2408181"/>
              <a:gd name="csY427" fmla="*/ 1895697 h 3086332"/>
              <a:gd name="csX428" fmla="*/ 1721372 w 2408181"/>
              <a:gd name="csY428" fmla="*/ 1889515 h 3086332"/>
              <a:gd name="csX429" fmla="*/ 1645549 w 2408181"/>
              <a:gd name="csY429" fmla="*/ 1866023 h 3086332"/>
              <a:gd name="csX430" fmla="*/ 1580029 w 2408181"/>
              <a:gd name="csY430" fmla="*/ 1849950 h 3086332"/>
              <a:gd name="csX431" fmla="*/ 1582502 w 2408181"/>
              <a:gd name="csY431" fmla="*/ 1861490 h 3086332"/>
              <a:gd name="csX432" fmla="*/ 1593628 w 2408181"/>
              <a:gd name="csY432" fmla="*/ 1880860 h 3086332"/>
              <a:gd name="csX433" fmla="*/ 1587034 w 2408181"/>
              <a:gd name="csY433" fmla="*/ 1904764 h 3086332"/>
              <a:gd name="csX434" fmla="*/ 1575496 w 2408181"/>
              <a:gd name="csY434" fmla="*/ 1916304 h 3086332"/>
              <a:gd name="csX435" fmla="*/ 1583738 w 2408181"/>
              <a:gd name="csY435" fmla="*/ 1931553 h 3086332"/>
              <a:gd name="csX436" fmla="*/ 1591155 w 2408181"/>
              <a:gd name="csY436" fmla="*/ 1973179 h 3086332"/>
              <a:gd name="csX437" fmla="*/ 1588271 w 2408181"/>
              <a:gd name="csY437" fmla="*/ 2001205 h 3086332"/>
              <a:gd name="csX438" fmla="*/ 1599397 w 2408181"/>
              <a:gd name="csY438" fmla="*/ 2035412 h 3086332"/>
              <a:gd name="csX439" fmla="*/ 1602693 w 2408181"/>
              <a:gd name="csY439" fmla="*/ 2066735 h 3086332"/>
              <a:gd name="csX440" fmla="*/ 1610523 w 2408181"/>
              <a:gd name="csY440" fmla="*/ 2099294 h 3086332"/>
              <a:gd name="csX441" fmla="*/ 1627830 w 2408181"/>
              <a:gd name="csY441" fmla="*/ 2105888 h 3086332"/>
              <a:gd name="csX442" fmla="*/ 1645549 w 2408181"/>
              <a:gd name="csY442" fmla="*/ 2116192 h 3086332"/>
              <a:gd name="csX443" fmla="*/ 1659560 w 2408181"/>
              <a:gd name="csY443" fmla="*/ 2126495 h 3086332"/>
              <a:gd name="csX444" fmla="*/ 1676043 w 2408181"/>
              <a:gd name="csY444" fmla="*/ 2138859 h 3086332"/>
              <a:gd name="csX445" fmla="*/ 1699944 w 2408181"/>
              <a:gd name="csY445" fmla="*/ 2151224 h 3086332"/>
              <a:gd name="csX446" fmla="*/ 1721372 w 2408181"/>
              <a:gd name="csY446" fmla="*/ 2157406 h 3086332"/>
              <a:gd name="csX447" fmla="*/ 1772881 w 2408181"/>
              <a:gd name="csY447" fmla="*/ 2180486 h 3086332"/>
              <a:gd name="csX448" fmla="*/ 1824391 w 2408181"/>
              <a:gd name="csY448" fmla="*/ 2204802 h 3086332"/>
              <a:gd name="csX449" fmla="*/ 1834693 w 2408181"/>
              <a:gd name="csY449" fmla="*/ 2218402 h 3086332"/>
              <a:gd name="csX450" fmla="*/ 1853649 w 2408181"/>
              <a:gd name="csY450" fmla="*/ 2224997 h 3086332"/>
              <a:gd name="csX451" fmla="*/ 1876313 w 2408181"/>
              <a:gd name="csY451" fmla="*/ 2225409 h 3086332"/>
              <a:gd name="csX452" fmla="*/ 1902686 w 2408181"/>
              <a:gd name="csY452" fmla="*/ 2226233 h 3086332"/>
              <a:gd name="csX453" fmla="*/ 1915872 w 2408181"/>
              <a:gd name="csY453" fmla="*/ 2230767 h 3086332"/>
              <a:gd name="csX454" fmla="*/ 1930295 w 2408181"/>
              <a:gd name="csY454" fmla="*/ 2246428 h 3086332"/>
              <a:gd name="csX455" fmla="*/ 1950487 w 2408181"/>
              <a:gd name="csY455" fmla="*/ 2258792 h 3086332"/>
              <a:gd name="csX456" fmla="*/ 1946366 w 2408181"/>
              <a:gd name="csY456" fmla="*/ 2272805 h 3086332"/>
              <a:gd name="csX457" fmla="*/ 1935652 w 2408181"/>
              <a:gd name="csY457" fmla="*/ 2281460 h 3086332"/>
              <a:gd name="csX458" fmla="*/ 1948014 w 2408181"/>
              <a:gd name="csY458" fmla="*/ 2293412 h 3086332"/>
              <a:gd name="csX459" fmla="*/ 1960377 w 2408181"/>
              <a:gd name="csY459" fmla="*/ 2309073 h 3086332"/>
              <a:gd name="csX460" fmla="*/ 1968618 w 2408181"/>
              <a:gd name="csY460" fmla="*/ 2324322 h 3086332"/>
              <a:gd name="csX461" fmla="*/ 1976448 w 2408181"/>
              <a:gd name="csY461" fmla="*/ 2335450 h 3086332"/>
              <a:gd name="csX462" fmla="*/ 1963261 w 2408181"/>
              <a:gd name="csY462" fmla="*/ 2342044 h 3086332"/>
              <a:gd name="csX463" fmla="*/ 1924526 w 2408181"/>
              <a:gd name="csY463" fmla="*/ 2357705 h 3086332"/>
              <a:gd name="csX464" fmla="*/ 1910927 w 2408181"/>
              <a:gd name="csY464" fmla="*/ 2382022 h 3086332"/>
              <a:gd name="csX465" fmla="*/ 1935652 w 2408181"/>
              <a:gd name="csY465" fmla="*/ 2412932 h 3086332"/>
              <a:gd name="csX466" fmla="*/ 1919169 w 2408181"/>
              <a:gd name="csY466" fmla="*/ 2421175 h 3086332"/>
              <a:gd name="csX467" fmla="*/ 1902686 w 2408181"/>
              <a:gd name="csY467" fmla="*/ 2432715 h 3086332"/>
              <a:gd name="csX468" fmla="*/ 1913400 w 2408181"/>
              <a:gd name="csY468" fmla="*/ 2448376 h 3086332"/>
              <a:gd name="csX469" fmla="*/ 1893208 w 2408181"/>
              <a:gd name="csY469" fmla="*/ 2485469 h 3086332"/>
              <a:gd name="csX470" fmla="*/ 1858181 w 2408181"/>
              <a:gd name="csY470" fmla="*/ 2519264 h 3086332"/>
              <a:gd name="csX471" fmla="*/ 1801727 w 2408181"/>
              <a:gd name="csY471" fmla="*/ 2556769 h 3086332"/>
              <a:gd name="csX472" fmla="*/ 1764228 w 2408181"/>
              <a:gd name="csY472" fmla="*/ 2568309 h 3086332"/>
              <a:gd name="csX473" fmla="*/ 1734146 w 2408181"/>
              <a:gd name="csY473" fmla="*/ 2570369 h 3086332"/>
              <a:gd name="csX474" fmla="*/ 1704889 w 2408181"/>
              <a:gd name="csY474" fmla="*/ 2576139 h 3086332"/>
              <a:gd name="csX475" fmla="*/ 1684697 w 2408181"/>
              <a:gd name="csY475" fmla="*/ 2582734 h 3086332"/>
              <a:gd name="csX476" fmla="*/ 1655027 w 2408181"/>
              <a:gd name="csY476" fmla="*/ 2629717 h 3086332"/>
              <a:gd name="csX477" fmla="*/ 1658736 w 2408181"/>
              <a:gd name="csY477" fmla="*/ 2648264 h 3086332"/>
              <a:gd name="csX478" fmla="*/ 1659148 w 2408181"/>
              <a:gd name="csY478" fmla="*/ 2665574 h 3086332"/>
              <a:gd name="csX479" fmla="*/ 1663681 w 2408181"/>
              <a:gd name="csY479" fmla="*/ 2682059 h 3086332"/>
              <a:gd name="csX480" fmla="*/ 1673983 w 2408181"/>
              <a:gd name="csY480" fmla="*/ 2708024 h 3086332"/>
              <a:gd name="csX481" fmla="*/ 1684285 w 2408181"/>
              <a:gd name="csY481" fmla="*/ 2741819 h 3086332"/>
              <a:gd name="csX482" fmla="*/ 1694175 w 2408181"/>
              <a:gd name="csY482" fmla="*/ 2761602 h 3086332"/>
              <a:gd name="csX483" fmla="*/ 1717251 w 2408181"/>
              <a:gd name="csY483" fmla="*/ 2849388 h 3086332"/>
              <a:gd name="csX484" fmla="*/ 1711482 w 2408181"/>
              <a:gd name="csY484" fmla="*/ 2863813 h 3086332"/>
              <a:gd name="csX485" fmla="*/ 1704889 w 2408181"/>
              <a:gd name="csY485" fmla="*/ 2878238 h 3086332"/>
              <a:gd name="csX486" fmla="*/ 1655027 w 2408181"/>
              <a:gd name="csY486" fmla="*/ 2947889 h 3086332"/>
              <a:gd name="csX487" fmla="*/ 1608874 w 2408181"/>
              <a:gd name="csY487" fmla="*/ 2987455 h 3086332"/>
              <a:gd name="csX488" fmla="*/ 1581265 w 2408181"/>
              <a:gd name="csY488" fmla="*/ 3008061 h 3086332"/>
              <a:gd name="csX489" fmla="*/ 1561486 w 2408181"/>
              <a:gd name="csY489" fmla="*/ 3025371 h 3086332"/>
              <a:gd name="csX490" fmla="*/ 1551184 w 2408181"/>
              <a:gd name="csY490" fmla="*/ 3040208 h 3086332"/>
              <a:gd name="csX491" fmla="*/ 1464647 w 2408181"/>
              <a:gd name="csY491" fmla="*/ 3066585 h 3086332"/>
              <a:gd name="csX492" fmla="*/ 1432917 w 2408181"/>
              <a:gd name="csY492" fmla="*/ 3074416 h 3086332"/>
              <a:gd name="csX493" fmla="*/ 1398715 w 2408181"/>
              <a:gd name="csY493" fmla="*/ 3064525 h 3086332"/>
              <a:gd name="csX494" fmla="*/ 1299816 w 2408181"/>
              <a:gd name="csY494" fmla="*/ 1942681 h 3086332"/>
              <a:gd name="csX495" fmla="*/ 1303525 w 2408181"/>
              <a:gd name="csY495" fmla="*/ 1922074 h 3086332"/>
              <a:gd name="csX496" fmla="*/ 1302701 w 2408181"/>
              <a:gd name="csY496" fmla="*/ 1904764 h 3086332"/>
              <a:gd name="csX497" fmla="*/ 1294871 w 2408181"/>
              <a:gd name="csY497" fmla="*/ 1887042 h 3086332"/>
              <a:gd name="csX498" fmla="*/ 1287454 w 2408181"/>
              <a:gd name="csY498" fmla="*/ 1761752 h 3086332"/>
              <a:gd name="csX499" fmla="*/ 1249543 w 2408181"/>
              <a:gd name="csY499" fmla="*/ 1723011 h 3086332"/>
              <a:gd name="csX500" fmla="*/ 1094602 w 2408181"/>
              <a:gd name="csY500" fmla="*/ 1655420 h 3086332"/>
              <a:gd name="csX501" fmla="*/ 1027021 w 2408181"/>
              <a:gd name="csY501" fmla="*/ 1624922 h 3086332"/>
              <a:gd name="csX502" fmla="*/ 965209 w 2408181"/>
              <a:gd name="csY502" fmla="*/ 1596072 h 3086332"/>
              <a:gd name="csX503" fmla="*/ 917820 w 2408181"/>
              <a:gd name="csY503" fmla="*/ 1575877 h 3086332"/>
              <a:gd name="csX504" fmla="*/ 841586 w 2408181"/>
              <a:gd name="csY504" fmla="*/ 1545379 h 3086332"/>
              <a:gd name="csX505" fmla="*/ 781835 w 2408181"/>
              <a:gd name="csY505" fmla="*/ 1521062 h 3086332"/>
              <a:gd name="csX506" fmla="*/ 732386 w 2408181"/>
              <a:gd name="csY506" fmla="*/ 1517765 h 3086332"/>
              <a:gd name="csX507" fmla="*/ 761643 w 2408181"/>
              <a:gd name="csY507" fmla="*/ 1574228 h 3086332"/>
              <a:gd name="csX508" fmla="*/ 868371 w 2408181"/>
              <a:gd name="csY508" fmla="*/ 1681385 h 3086332"/>
              <a:gd name="csX509" fmla="*/ 903398 w 2408181"/>
              <a:gd name="csY509" fmla="*/ 1712295 h 3086332"/>
              <a:gd name="csX510" fmla="*/ 1034850 w 2408181"/>
              <a:gd name="csY510" fmla="*/ 1821512 h 3086332"/>
              <a:gd name="csX511" fmla="*/ 1082651 w 2408181"/>
              <a:gd name="csY511" fmla="*/ 1854483 h 3086332"/>
              <a:gd name="csX512" fmla="*/ 1117678 w 2408181"/>
              <a:gd name="csY512" fmla="*/ 1879212 h 3086332"/>
              <a:gd name="csX513" fmla="*/ 1198445 w 2408181"/>
              <a:gd name="csY513" fmla="*/ 1920425 h 3086332"/>
              <a:gd name="csX514" fmla="*/ 1226467 w 2408181"/>
              <a:gd name="csY514" fmla="*/ 1934850 h 3086332"/>
              <a:gd name="csX515" fmla="*/ 1254076 w 2408181"/>
              <a:gd name="csY515" fmla="*/ 1949275 h 3086332"/>
              <a:gd name="csX516" fmla="*/ 1270971 w 2408181"/>
              <a:gd name="csY516" fmla="*/ 1957518 h 3086332"/>
              <a:gd name="csX517" fmla="*/ 1291987 w 2408181"/>
              <a:gd name="csY517" fmla="*/ 1965761 h 3086332"/>
              <a:gd name="csX518" fmla="*/ 1299816 w 2408181"/>
              <a:gd name="csY518" fmla="*/ 1942681 h 3086332"/>
              <a:gd name="csX519" fmla="*/ 1312179 w 2408181"/>
              <a:gd name="csY519" fmla="*/ 1816566 h 3086332"/>
              <a:gd name="csX520" fmla="*/ 1310530 w 2408181"/>
              <a:gd name="csY520" fmla="*/ 1823573 h 3086332"/>
              <a:gd name="csX521" fmla="*/ 1312179 w 2408181"/>
              <a:gd name="csY521" fmla="*/ 1833052 h 3086332"/>
              <a:gd name="csX522" fmla="*/ 1312179 w 2408181"/>
              <a:gd name="csY522" fmla="*/ 1816566 h 3086332"/>
              <a:gd name="csX523" fmla="*/ 2231524 w 2408181"/>
              <a:gd name="csY523" fmla="*/ 1812445 h 3086332"/>
              <a:gd name="csX524" fmla="*/ 2209684 w 2408181"/>
              <a:gd name="csY524" fmla="*/ 1809148 h 3086332"/>
              <a:gd name="csX525" fmla="*/ 2193200 w 2408181"/>
              <a:gd name="csY525" fmla="*/ 1816978 h 3086332"/>
              <a:gd name="csX526" fmla="*/ 2210096 w 2408181"/>
              <a:gd name="csY526" fmla="*/ 1817391 h 3086332"/>
              <a:gd name="csX527" fmla="*/ 2231524 w 2408181"/>
              <a:gd name="csY527" fmla="*/ 1812445 h 3086332"/>
              <a:gd name="csX528" fmla="*/ 1573024 w 2408181"/>
              <a:gd name="csY528" fmla="*/ 1444817 h 3086332"/>
              <a:gd name="csX529" fmla="*/ 1568903 w 2408181"/>
              <a:gd name="csY529" fmla="*/ 1440283 h 3086332"/>
              <a:gd name="csX530" fmla="*/ 1564782 w 2408181"/>
              <a:gd name="csY530" fmla="*/ 1441932 h 3086332"/>
              <a:gd name="csX531" fmla="*/ 1568903 w 2408181"/>
              <a:gd name="csY531" fmla="*/ 1446465 h 3086332"/>
              <a:gd name="csX532" fmla="*/ 1573024 w 2408181"/>
              <a:gd name="csY532" fmla="*/ 1444817 h 3086332"/>
              <a:gd name="csX533" fmla="*/ 1554480 w 2408181"/>
              <a:gd name="csY533" fmla="*/ 1308398 h 3086332"/>
              <a:gd name="csX534" fmla="*/ 1544178 w 2408181"/>
              <a:gd name="csY534" fmla="*/ 1294386 h 3086332"/>
              <a:gd name="csX535" fmla="*/ 1555716 w 2408181"/>
              <a:gd name="csY535" fmla="*/ 1331478 h 3086332"/>
              <a:gd name="csX536" fmla="*/ 1554480 w 2408181"/>
              <a:gd name="csY536" fmla="*/ 1308398 h 3086332"/>
              <a:gd name="csX537" fmla="*/ 1542942 w 2408181"/>
              <a:gd name="csY537" fmla="*/ 1114281 h 3086332"/>
              <a:gd name="csX538" fmla="*/ 1531816 w 2408181"/>
              <a:gd name="csY538" fmla="*/ 1104389 h 3086332"/>
              <a:gd name="csX539" fmla="*/ 1527695 w 2408181"/>
              <a:gd name="csY539" fmla="*/ 1115929 h 3086332"/>
              <a:gd name="csX540" fmla="*/ 1542942 w 2408181"/>
              <a:gd name="csY540" fmla="*/ 1114281 h 3086332"/>
              <a:gd name="csX541" fmla="*/ 1202978 w 2408181"/>
              <a:gd name="csY541" fmla="*/ 1107687 h 3086332"/>
              <a:gd name="csX542" fmla="*/ 1198033 w 2408181"/>
              <a:gd name="csY542" fmla="*/ 1106862 h 3086332"/>
              <a:gd name="csX543" fmla="*/ 1205863 w 2408181"/>
              <a:gd name="csY543" fmla="*/ 1114693 h 3086332"/>
              <a:gd name="csX544" fmla="*/ 1202978 w 2408181"/>
              <a:gd name="csY544" fmla="*/ 1107687 h 3086332"/>
              <a:gd name="csX545" fmla="*/ 1551596 w 2408181"/>
              <a:gd name="csY545" fmla="*/ 1051636 h 3086332"/>
              <a:gd name="csX546" fmla="*/ 1546651 w 2408181"/>
              <a:gd name="csY546" fmla="*/ 1046690 h 3086332"/>
              <a:gd name="csX547" fmla="*/ 1540058 w 2408181"/>
              <a:gd name="csY547" fmla="*/ 1053284 h 3086332"/>
              <a:gd name="csX548" fmla="*/ 1551596 w 2408181"/>
              <a:gd name="csY548" fmla="*/ 1051636 h 3086332"/>
              <a:gd name="csX549" fmla="*/ 1545002 w 2408181"/>
              <a:gd name="csY549" fmla="*/ 1008773 h 3086332"/>
              <a:gd name="csX550" fmla="*/ 1537997 w 2408181"/>
              <a:gd name="csY550" fmla="*/ 980748 h 3086332"/>
              <a:gd name="csX551" fmla="*/ 1534701 w 2408181"/>
              <a:gd name="csY551" fmla="*/ 1006712 h 3086332"/>
              <a:gd name="csX552" fmla="*/ 1543766 w 2408181"/>
              <a:gd name="csY552" fmla="*/ 1040096 h 3086332"/>
              <a:gd name="csX553" fmla="*/ 1545002 w 2408181"/>
              <a:gd name="csY553" fmla="*/ 1008773 h 3086332"/>
              <a:gd name="csX554" fmla="*/ 1315475 w 2408181"/>
              <a:gd name="csY554" fmla="*/ 968383 h 3086332"/>
              <a:gd name="csX555" fmla="*/ 1313827 w 2408181"/>
              <a:gd name="csY555" fmla="*/ 964262 h 3086332"/>
              <a:gd name="csX556" fmla="*/ 1309294 w 2408181"/>
              <a:gd name="csY556" fmla="*/ 968383 h 3086332"/>
              <a:gd name="csX557" fmla="*/ 1310942 w 2408181"/>
              <a:gd name="csY557" fmla="*/ 972505 h 3086332"/>
              <a:gd name="csX558" fmla="*/ 1315475 w 2408181"/>
              <a:gd name="csY558" fmla="*/ 968383 h 3086332"/>
              <a:gd name="csX559" fmla="*/ 1549947 w 2408181"/>
              <a:gd name="csY559" fmla="*/ 925109 h 3086332"/>
              <a:gd name="csX560" fmla="*/ 1539645 w 2408181"/>
              <a:gd name="csY560" fmla="*/ 902853 h 3086332"/>
              <a:gd name="csX561" fmla="*/ 1540882 w 2408181"/>
              <a:gd name="csY561" fmla="*/ 951074 h 3086332"/>
              <a:gd name="csX562" fmla="*/ 1549947 w 2408181"/>
              <a:gd name="csY562" fmla="*/ 925109 h 3086332"/>
              <a:gd name="csX563" fmla="*/ 994055 w 2408181"/>
              <a:gd name="csY563" fmla="*/ 928406 h 3086332"/>
              <a:gd name="csX564" fmla="*/ 982929 w 2408181"/>
              <a:gd name="csY564" fmla="*/ 910272 h 3086332"/>
              <a:gd name="csX565" fmla="*/ 959852 w 2408181"/>
              <a:gd name="csY565" fmla="*/ 890077 h 3086332"/>
              <a:gd name="csX566" fmla="*/ 965621 w 2408181"/>
              <a:gd name="csY566" fmla="*/ 909860 h 3086332"/>
              <a:gd name="csX567" fmla="*/ 1001884 w 2408181"/>
              <a:gd name="csY567" fmla="*/ 943655 h 3086332"/>
              <a:gd name="csX568" fmla="*/ 994055 w 2408181"/>
              <a:gd name="csY568" fmla="*/ 928406 h 3086332"/>
              <a:gd name="csX569" fmla="*/ 1478246 w 2408181"/>
              <a:gd name="csY569" fmla="*/ 876888 h 3086332"/>
              <a:gd name="csX570" fmla="*/ 1470004 w 2408181"/>
              <a:gd name="csY570" fmla="*/ 875652 h 3086332"/>
              <a:gd name="csX571" fmla="*/ 1474125 w 2408181"/>
              <a:gd name="csY571" fmla="*/ 902441 h 3086332"/>
              <a:gd name="csX572" fmla="*/ 1478246 w 2408181"/>
              <a:gd name="csY572" fmla="*/ 876888 h 3086332"/>
              <a:gd name="csX573" fmla="*/ 802439 w 2408181"/>
              <a:gd name="csY573" fmla="*/ 851748 h 3086332"/>
              <a:gd name="csX574" fmla="*/ 779774 w 2408181"/>
              <a:gd name="csY574" fmla="*/ 836499 h 3086332"/>
              <a:gd name="csX575" fmla="*/ 787192 w 2408181"/>
              <a:gd name="csY575" fmla="*/ 852160 h 3086332"/>
              <a:gd name="csX576" fmla="*/ 802439 w 2408181"/>
              <a:gd name="csY576" fmla="*/ 851748 h 3086332"/>
              <a:gd name="csX577" fmla="*/ 937188 w 2408181"/>
              <a:gd name="csY577" fmla="*/ 841857 h 3086332"/>
              <a:gd name="csX578" fmla="*/ 927298 w 2408181"/>
              <a:gd name="csY578" fmla="*/ 838147 h 3086332"/>
              <a:gd name="csX579" fmla="*/ 931831 w 2408181"/>
              <a:gd name="csY579" fmla="*/ 847214 h 3086332"/>
              <a:gd name="csX580" fmla="*/ 937188 w 2408181"/>
              <a:gd name="csY580" fmla="*/ 841857 h 3086332"/>
              <a:gd name="csX581" fmla="*/ 1548711 w 2408181"/>
              <a:gd name="csY581" fmla="*/ 810946 h 3086332"/>
              <a:gd name="csX582" fmla="*/ 1550359 w 2408181"/>
              <a:gd name="csY582" fmla="*/ 734700 h 3086332"/>
              <a:gd name="csX583" fmla="*/ 1545827 w 2408181"/>
              <a:gd name="csY583" fmla="*/ 671231 h 3086332"/>
              <a:gd name="csX584" fmla="*/ 1530168 w 2408181"/>
              <a:gd name="csY584" fmla="*/ 695959 h 3086332"/>
              <a:gd name="csX585" fmla="*/ 1526459 w 2408181"/>
              <a:gd name="csY585" fmla="*/ 719451 h 3086332"/>
              <a:gd name="csX586" fmla="*/ 1529756 w 2408181"/>
              <a:gd name="csY586" fmla="*/ 754071 h 3086332"/>
              <a:gd name="csX587" fmla="*/ 1531404 w 2408181"/>
              <a:gd name="csY587" fmla="*/ 764786 h 3086332"/>
              <a:gd name="csX588" fmla="*/ 1529756 w 2408181"/>
              <a:gd name="csY588" fmla="*/ 796109 h 3086332"/>
              <a:gd name="csX589" fmla="*/ 1542530 w 2408181"/>
              <a:gd name="csY589" fmla="*/ 828256 h 3086332"/>
              <a:gd name="csX590" fmla="*/ 1548711 w 2408181"/>
              <a:gd name="csY590" fmla="*/ 810946 h 3086332"/>
              <a:gd name="csX591" fmla="*/ 758759 w 2408181"/>
              <a:gd name="csY591" fmla="*/ 799818 h 3086332"/>
              <a:gd name="csX592" fmla="*/ 725792 w 2408181"/>
              <a:gd name="csY592" fmla="*/ 762314 h 3086332"/>
              <a:gd name="csX593" fmla="*/ 717139 w 2408181"/>
              <a:gd name="csY593" fmla="*/ 755307 h 3086332"/>
              <a:gd name="csX594" fmla="*/ 688705 w 2408181"/>
              <a:gd name="csY594" fmla="*/ 721100 h 3086332"/>
              <a:gd name="csX595" fmla="*/ 699419 w 2408181"/>
              <a:gd name="csY595" fmla="*/ 744592 h 3086332"/>
              <a:gd name="csX596" fmla="*/ 715902 w 2408181"/>
              <a:gd name="csY596" fmla="*/ 768908 h 3086332"/>
              <a:gd name="csX597" fmla="*/ 728677 w 2408181"/>
              <a:gd name="csY597" fmla="*/ 789103 h 3086332"/>
              <a:gd name="csX598" fmla="*/ 758759 w 2408181"/>
              <a:gd name="csY598" fmla="*/ 799818 h 3086332"/>
              <a:gd name="csX599" fmla="*/ 633487 w 2408181"/>
              <a:gd name="csY599" fmla="*/ 660103 h 3086332"/>
              <a:gd name="csX600" fmla="*/ 612471 w 2408181"/>
              <a:gd name="csY600" fmla="*/ 643618 h 3086332"/>
              <a:gd name="csX601" fmla="*/ 617004 w 2408181"/>
              <a:gd name="csY601" fmla="*/ 654333 h 3086332"/>
              <a:gd name="csX602" fmla="*/ 633487 w 2408181"/>
              <a:gd name="csY602" fmla="*/ 660103 h 3086332"/>
              <a:gd name="csX603" fmla="*/ 1292811 w 2408181"/>
              <a:gd name="csY603" fmla="*/ 601167 h 3086332"/>
              <a:gd name="csX604" fmla="*/ 1294871 w 2408181"/>
              <a:gd name="csY604" fmla="*/ 581797 h 3086332"/>
              <a:gd name="csX605" fmla="*/ 1291987 w 2408181"/>
              <a:gd name="csY605" fmla="*/ 570669 h 3086332"/>
              <a:gd name="csX606" fmla="*/ 1284157 w 2408181"/>
              <a:gd name="csY606" fmla="*/ 580972 h 3086332"/>
              <a:gd name="csX607" fmla="*/ 1279212 w 2408181"/>
              <a:gd name="csY607" fmla="*/ 606937 h 3086332"/>
              <a:gd name="csX608" fmla="*/ 1292811 w 2408181"/>
              <a:gd name="csY608" fmla="*/ 601167 h 3086332"/>
              <a:gd name="csX609" fmla="*/ 1553656 w 2408181"/>
              <a:gd name="csY609" fmla="*/ 585918 h 3086332"/>
              <a:gd name="csX610" fmla="*/ 1548299 w 2408181"/>
              <a:gd name="csY610" fmla="*/ 576851 h 3086332"/>
              <a:gd name="csX611" fmla="*/ 1544590 w 2408181"/>
              <a:gd name="csY611" fmla="*/ 598282 h 3086332"/>
              <a:gd name="csX612" fmla="*/ 1552832 w 2408181"/>
              <a:gd name="csY612" fmla="*/ 600755 h 3086332"/>
              <a:gd name="csX613" fmla="*/ 1553656 w 2408181"/>
              <a:gd name="csY613" fmla="*/ 585918 h 3086332"/>
              <a:gd name="csX614" fmla="*/ 921941 w 2408181"/>
              <a:gd name="csY614" fmla="*/ 593336 h 3086332"/>
              <a:gd name="csX615" fmla="*/ 917820 w 2408181"/>
              <a:gd name="csY615" fmla="*/ 589215 h 3086332"/>
              <a:gd name="csX616" fmla="*/ 913700 w 2408181"/>
              <a:gd name="csY616" fmla="*/ 593336 h 3086332"/>
              <a:gd name="csX617" fmla="*/ 917820 w 2408181"/>
              <a:gd name="csY617" fmla="*/ 597458 h 3086332"/>
              <a:gd name="csX618" fmla="*/ 921941 w 2408181"/>
              <a:gd name="csY618" fmla="*/ 593336 h 3086332"/>
              <a:gd name="csX619" fmla="*/ 1559013 w 2408181"/>
              <a:gd name="csY619" fmla="*/ 541819 h 3086332"/>
              <a:gd name="csX620" fmla="*/ 1552420 w 2408181"/>
              <a:gd name="csY620" fmla="*/ 535637 h 3086332"/>
              <a:gd name="csX621" fmla="*/ 1551184 w 2408181"/>
              <a:gd name="csY621" fmla="*/ 562838 h 3086332"/>
              <a:gd name="csX622" fmla="*/ 1557777 w 2408181"/>
              <a:gd name="csY622" fmla="*/ 559129 h 3086332"/>
              <a:gd name="csX623" fmla="*/ 1559013 w 2408181"/>
              <a:gd name="csY623" fmla="*/ 541819 h 3086332"/>
              <a:gd name="csX624" fmla="*/ 1154353 w 2408181"/>
              <a:gd name="csY624" fmla="*/ 488241 h 3086332"/>
              <a:gd name="csX625" fmla="*/ 1152705 w 2408181"/>
              <a:gd name="csY625" fmla="*/ 482059 h 3086332"/>
              <a:gd name="csX626" fmla="*/ 1148584 w 2408181"/>
              <a:gd name="csY626" fmla="*/ 488241 h 3086332"/>
              <a:gd name="csX627" fmla="*/ 1150232 w 2408181"/>
              <a:gd name="csY627" fmla="*/ 494423 h 3086332"/>
              <a:gd name="csX628" fmla="*/ 1154353 w 2408181"/>
              <a:gd name="csY628" fmla="*/ 488241 h 3086332"/>
              <a:gd name="csX629" fmla="*/ 216464 w 2408181"/>
              <a:gd name="csY629" fmla="*/ 315967 h 3086332"/>
              <a:gd name="csX630" fmla="*/ 185971 w 2408181"/>
              <a:gd name="csY630" fmla="*/ 300717 h 3086332"/>
              <a:gd name="csX631" fmla="*/ 185559 w 2408181"/>
              <a:gd name="csY631" fmla="*/ 316379 h 3086332"/>
              <a:gd name="csX632" fmla="*/ 216464 w 2408181"/>
              <a:gd name="csY632" fmla="*/ 315967 h 3086332"/>
              <a:gd name="csX633" fmla="*/ 48337 w 2408181"/>
              <a:gd name="csY633" fmla="*/ 289178 h 3086332"/>
              <a:gd name="csX634" fmla="*/ 37211 w 2408181"/>
              <a:gd name="csY634" fmla="*/ 282995 h 3086332"/>
              <a:gd name="csX635" fmla="*/ 36799 w 2408181"/>
              <a:gd name="csY635" fmla="*/ 288765 h 3086332"/>
              <a:gd name="csX636" fmla="*/ 48337 w 2408181"/>
              <a:gd name="csY636" fmla="*/ 289178 h 3086332"/>
              <a:gd name="csX637" fmla="*/ 225530 w 2408181"/>
              <a:gd name="csY637" fmla="*/ 267746 h 3086332"/>
              <a:gd name="csX638" fmla="*/ 200806 w 2408181"/>
              <a:gd name="csY638" fmla="*/ 261564 h 3086332"/>
              <a:gd name="csX639" fmla="*/ 198745 w 2408181"/>
              <a:gd name="csY639" fmla="*/ 268158 h 3086332"/>
              <a:gd name="csX640" fmla="*/ 225530 w 2408181"/>
              <a:gd name="csY640" fmla="*/ 267746 h 3086332"/>
              <a:gd name="csX641" fmla="*/ 213168 w 2408181"/>
              <a:gd name="csY641" fmla="*/ 197683 h 3086332"/>
              <a:gd name="csX642" fmla="*/ 206987 w 2408181"/>
              <a:gd name="csY642" fmla="*/ 193561 h 3086332"/>
              <a:gd name="csX643" fmla="*/ 200806 w 2408181"/>
              <a:gd name="csY643" fmla="*/ 197683 h 3086332"/>
              <a:gd name="csX644" fmla="*/ 206987 w 2408181"/>
              <a:gd name="csY644" fmla="*/ 201804 h 3086332"/>
              <a:gd name="csX645" fmla="*/ 213168 w 2408181"/>
              <a:gd name="csY645" fmla="*/ 197683 h 3086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</a:cxnLst>
            <a:rect l="l" t="t" r="r" b="b"/>
            <a:pathLst>
              <a:path w="2408181" h="3086332">
                <a:moveTo>
                  <a:pt x="1398715" y="3064525"/>
                </a:moveTo>
                <a:cubicBezTo>
                  <a:pt x="1385941" y="3052985"/>
                  <a:pt x="1383468" y="3048039"/>
                  <a:pt x="1383468" y="3033614"/>
                </a:cubicBezTo>
                <a:cubicBezTo>
                  <a:pt x="1383468" y="3017953"/>
                  <a:pt x="1382644" y="3016716"/>
                  <a:pt x="1372342" y="3016716"/>
                </a:cubicBezTo>
                <a:cubicBezTo>
                  <a:pt x="1365749" y="3017129"/>
                  <a:pt x="1353386" y="3019601"/>
                  <a:pt x="1344733" y="3022898"/>
                </a:cubicBezTo>
                <a:cubicBezTo>
                  <a:pt x="1327838" y="3028668"/>
                  <a:pt x="1321656" y="3027844"/>
                  <a:pt x="1321656" y="3019601"/>
                </a:cubicBezTo>
                <a:cubicBezTo>
                  <a:pt x="1321656" y="3016716"/>
                  <a:pt x="1317536" y="3010534"/>
                  <a:pt x="1312179" y="3006001"/>
                </a:cubicBezTo>
                <a:cubicBezTo>
                  <a:pt x="1307234" y="3001055"/>
                  <a:pt x="1300640" y="2988691"/>
                  <a:pt x="1298168" y="2978387"/>
                </a:cubicBezTo>
                <a:cubicBezTo>
                  <a:pt x="1291987" y="2956132"/>
                  <a:pt x="1283333" y="2946653"/>
                  <a:pt x="1268911" y="2946653"/>
                </a:cubicBezTo>
                <a:cubicBezTo>
                  <a:pt x="1250367" y="2946653"/>
                  <a:pt x="1245834" y="2941295"/>
                  <a:pt x="1250779" y="2926870"/>
                </a:cubicBezTo>
                <a:cubicBezTo>
                  <a:pt x="1255312" y="2914094"/>
                  <a:pt x="1249543" y="2888953"/>
                  <a:pt x="1242538" y="2888953"/>
                </a:cubicBezTo>
                <a:cubicBezTo>
                  <a:pt x="1237181" y="2888953"/>
                  <a:pt x="1238829" y="2870407"/>
                  <a:pt x="1244598" y="2862576"/>
                </a:cubicBezTo>
                <a:cubicBezTo>
                  <a:pt x="1249955" y="2855570"/>
                  <a:pt x="1250367" y="2855570"/>
                  <a:pt x="1256960" y="2865873"/>
                </a:cubicBezTo>
                <a:cubicBezTo>
                  <a:pt x="1266026" y="2879474"/>
                  <a:pt x="1277976" y="2879474"/>
                  <a:pt x="1291987" y="2866286"/>
                </a:cubicBezTo>
                <a:cubicBezTo>
                  <a:pt x="1306410" y="2853097"/>
                  <a:pt x="1333195" y="2839496"/>
                  <a:pt x="1345145" y="2839496"/>
                </a:cubicBezTo>
                <a:cubicBezTo>
                  <a:pt x="1358743" y="2839496"/>
                  <a:pt x="1363276" y="2824659"/>
                  <a:pt x="1358743" y="2797458"/>
                </a:cubicBezTo>
                <a:cubicBezTo>
                  <a:pt x="1356271" y="2781385"/>
                  <a:pt x="1356683" y="2772730"/>
                  <a:pt x="1360804" y="2764075"/>
                </a:cubicBezTo>
                <a:cubicBezTo>
                  <a:pt x="1367809" y="2750062"/>
                  <a:pt x="1364513" y="2682471"/>
                  <a:pt x="1356683" y="2677938"/>
                </a:cubicBezTo>
                <a:cubicBezTo>
                  <a:pt x="1352974" y="2675877"/>
                  <a:pt x="1352974" y="2669695"/>
                  <a:pt x="1355859" y="2654858"/>
                </a:cubicBezTo>
                <a:cubicBezTo>
                  <a:pt x="1359568" y="2637136"/>
                  <a:pt x="1359155" y="2632602"/>
                  <a:pt x="1351738" y="2619826"/>
                </a:cubicBezTo>
                <a:cubicBezTo>
                  <a:pt x="1343084" y="2605813"/>
                  <a:pt x="1343084" y="2605401"/>
                  <a:pt x="1350914" y="2603341"/>
                </a:cubicBezTo>
                <a:cubicBezTo>
                  <a:pt x="1362452" y="2600456"/>
                  <a:pt x="1365337" y="2588504"/>
                  <a:pt x="1356683" y="2580673"/>
                </a:cubicBezTo>
                <a:cubicBezTo>
                  <a:pt x="1351326" y="2575315"/>
                  <a:pt x="1348854" y="2574903"/>
                  <a:pt x="1347617" y="2579024"/>
                </a:cubicBezTo>
                <a:cubicBezTo>
                  <a:pt x="1343909" y="2588091"/>
                  <a:pt x="1337315" y="2584382"/>
                  <a:pt x="1340612" y="2574903"/>
                </a:cubicBezTo>
                <a:cubicBezTo>
                  <a:pt x="1345145" y="2562127"/>
                  <a:pt x="1342672" y="2525446"/>
                  <a:pt x="1337315" y="2518852"/>
                </a:cubicBezTo>
                <a:cubicBezTo>
                  <a:pt x="1334019" y="2515143"/>
                  <a:pt x="1334019" y="2511021"/>
                  <a:pt x="1337727" y="2504015"/>
                </a:cubicBezTo>
                <a:cubicBezTo>
                  <a:pt x="1340612" y="2499069"/>
                  <a:pt x="1342260" y="2488766"/>
                  <a:pt x="1341436" y="2481347"/>
                </a:cubicBezTo>
                <a:cubicBezTo>
                  <a:pt x="1340200" y="2468571"/>
                  <a:pt x="1337727" y="2466510"/>
                  <a:pt x="1302701" y="2450849"/>
                </a:cubicBezTo>
                <a:cubicBezTo>
                  <a:pt x="1282097" y="2441370"/>
                  <a:pt x="1257372" y="2430242"/>
                  <a:pt x="1247070" y="2425708"/>
                </a:cubicBezTo>
                <a:cubicBezTo>
                  <a:pt x="1237181" y="2421587"/>
                  <a:pt x="1214928" y="2411696"/>
                  <a:pt x="1197621" y="2404277"/>
                </a:cubicBezTo>
                <a:cubicBezTo>
                  <a:pt x="1180314" y="2396447"/>
                  <a:pt x="1164243" y="2390264"/>
                  <a:pt x="1162182" y="2390264"/>
                </a:cubicBezTo>
                <a:cubicBezTo>
                  <a:pt x="1159710" y="2390264"/>
                  <a:pt x="1142403" y="2383258"/>
                  <a:pt x="1123447" y="2374191"/>
                </a:cubicBezTo>
                <a:cubicBezTo>
                  <a:pt x="1104492" y="2365536"/>
                  <a:pt x="1084300" y="2356881"/>
                  <a:pt x="1078531" y="2355233"/>
                </a:cubicBezTo>
                <a:cubicBezTo>
                  <a:pt x="1072762" y="2353584"/>
                  <a:pt x="1060399" y="2348638"/>
                  <a:pt x="1050922" y="2344517"/>
                </a:cubicBezTo>
                <a:cubicBezTo>
                  <a:pt x="1025785" y="2332977"/>
                  <a:pt x="993231" y="2327207"/>
                  <a:pt x="974275" y="2330092"/>
                </a:cubicBezTo>
                <a:cubicBezTo>
                  <a:pt x="965209" y="2331741"/>
                  <a:pt x="949550" y="2338335"/>
                  <a:pt x="939248" y="2345341"/>
                </a:cubicBezTo>
                <a:cubicBezTo>
                  <a:pt x="919469" y="2358530"/>
                  <a:pt x="909579" y="2358530"/>
                  <a:pt x="909579" y="2345341"/>
                </a:cubicBezTo>
                <a:cubicBezTo>
                  <a:pt x="909579" y="2334214"/>
                  <a:pt x="907106" y="2333389"/>
                  <a:pt x="876613" y="2336686"/>
                </a:cubicBezTo>
                <a:cubicBezTo>
                  <a:pt x="861778" y="2338335"/>
                  <a:pt x="848179" y="2337923"/>
                  <a:pt x="846119" y="2336274"/>
                </a:cubicBezTo>
                <a:cubicBezTo>
                  <a:pt x="840762" y="2331329"/>
                  <a:pt x="850652" y="2290115"/>
                  <a:pt x="862602" y="2267447"/>
                </a:cubicBezTo>
                <a:cubicBezTo>
                  <a:pt x="867959" y="2257143"/>
                  <a:pt x="872492" y="2243955"/>
                  <a:pt x="872492" y="2238185"/>
                </a:cubicBezTo>
                <a:cubicBezTo>
                  <a:pt x="872492" y="2224172"/>
                  <a:pt x="899689" y="2191613"/>
                  <a:pt x="931419" y="2167297"/>
                </a:cubicBezTo>
                <a:cubicBezTo>
                  <a:pt x="944193" y="2157406"/>
                  <a:pt x="954907" y="2147102"/>
                  <a:pt x="954907" y="2144629"/>
                </a:cubicBezTo>
                <a:cubicBezTo>
                  <a:pt x="954907" y="2142157"/>
                  <a:pt x="959028" y="2136799"/>
                  <a:pt x="963561" y="2132265"/>
                </a:cubicBezTo>
                <a:cubicBezTo>
                  <a:pt x="968506" y="2128144"/>
                  <a:pt x="976335" y="2115367"/>
                  <a:pt x="981692" y="2103828"/>
                </a:cubicBezTo>
                <a:cubicBezTo>
                  <a:pt x="987462" y="2089815"/>
                  <a:pt x="996115" y="2079511"/>
                  <a:pt x="1007653" y="2071269"/>
                </a:cubicBezTo>
                <a:cubicBezTo>
                  <a:pt x="1017131" y="2065086"/>
                  <a:pt x="1029493" y="2053547"/>
                  <a:pt x="1035263" y="2045716"/>
                </a:cubicBezTo>
                <a:cubicBezTo>
                  <a:pt x="1042268" y="2036649"/>
                  <a:pt x="1050509" y="2031291"/>
                  <a:pt x="1059575" y="2029230"/>
                </a:cubicBezTo>
                <a:cubicBezTo>
                  <a:pt x="1068229" y="2027994"/>
                  <a:pt x="1078943" y="2020987"/>
                  <a:pt x="1086772" y="2012745"/>
                </a:cubicBezTo>
                <a:cubicBezTo>
                  <a:pt x="1097898" y="2000381"/>
                  <a:pt x="1101195" y="1998732"/>
                  <a:pt x="1113145" y="2001205"/>
                </a:cubicBezTo>
                <a:cubicBezTo>
                  <a:pt x="1122211" y="2002853"/>
                  <a:pt x="1131277" y="2001205"/>
                  <a:pt x="1140342" y="1996671"/>
                </a:cubicBezTo>
                <a:cubicBezTo>
                  <a:pt x="1148584" y="1992550"/>
                  <a:pt x="1157650" y="1990901"/>
                  <a:pt x="1165479" y="1992550"/>
                </a:cubicBezTo>
                <a:cubicBezTo>
                  <a:pt x="1181962" y="1996259"/>
                  <a:pt x="1187319" y="1983483"/>
                  <a:pt x="1172896" y="1974416"/>
                </a:cubicBezTo>
                <a:cubicBezTo>
                  <a:pt x="1167539" y="1970706"/>
                  <a:pt x="1136222" y="1941032"/>
                  <a:pt x="1103255" y="1908061"/>
                </a:cubicBezTo>
                <a:cubicBezTo>
                  <a:pt x="1070289" y="1875090"/>
                  <a:pt x="1024136" y="1830579"/>
                  <a:pt x="1000236" y="1809148"/>
                </a:cubicBezTo>
                <a:cubicBezTo>
                  <a:pt x="975923" y="1787717"/>
                  <a:pt x="940073" y="1754745"/>
                  <a:pt x="919881" y="1736611"/>
                </a:cubicBezTo>
                <a:cubicBezTo>
                  <a:pt x="877849" y="1698282"/>
                  <a:pt x="862190" y="1685506"/>
                  <a:pt x="817274" y="1650474"/>
                </a:cubicBezTo>
                <a:cubicBezTo>
                  <a:pt x="799554" y="1636874"/>
                  <a:pt x="769060" y="1613382"/>
                  <a:pt x="749281" y="1597720"/>
                </a:cubicBezTo>
                <a:cubicBezTo>
                  <a:pt x="729913" y="1582471"/>
                  <a:pt x="703540" y="1563925"/>
                  <a:pt x="691178" y="1556919"/>
                </a:cubicBezTo>
                <a:cubicBezTo>
                  <a:pt x="678815" y="1549912"/>
                  <a:pt x="661508" y="1537960"/>
                  <a:pt x="652855" y="1530542"/>
                </a:cubicBezTo>
                <a:cubicBezTo>
                  <a:pt x="644201" y="1522299"/>
                  <a:pt x="633075" y="1516529"/>
                  <a:pt x="626894" y="1516529"/>
                </a:cubicBezTo>
                <a:cubicBezTo>
                  <a:pt x="613707" y="1516529"/>
                  <a:pt x="600521" y="1509522"/>
                  <a:pt x="600521" y="1502516"/>
                </a:cubicBezTo>
                <a:cubicBezTo>
                  <a:pt x="600521" y="1499631"/>
                  <a:pt x="593928" y="1489740"/>
                  <a:pt x="586098" y="1480673"/>
                </a:cubicBezTo>
                <a:cubicBezTo>
                  <a:pt x="569615" y="1461714"/>
                  <a:pt x="567967" y="1448938"/>
                  <a:pt x="579917" y="1441519"/>
                </a:cubicBezTo>
                <a:cubicBezTo>
                  <a:pt x="596400" y="1431216"/>
                  <a:pt x="588158" y="1417615"/>
                  <a:pt x="565082" y="1417615"/>
                </a:cubicBezTo>
                <a:cubicBezTo>
                  <a:pt x="550247" y="1417615"/>
                  <a:pt x="543242" y="1403190"/>
                  <a:pt x="545714" y="1377638"/>
                </a:cubicBezTo>
                <a:cubicBezTo>
                  <a:pt x="547363" y="1361152"/>
                  <a:pt x="549835" y="1355382"/>
                  <a:pt x="555604" y="1353734"/>
                </a:cubicBezTo>
                <a:cubicBezTo>
                  <a:pt x="560137" y="1352085"/>
                  <a:pt x="568379" y="1344667"/>
                  <a:pt x="574148" y="1337248"/>
                </a:cubicBezTo>
                <a:cubicBezTo>
                  <a:pt x="579917" y="1329418"/>
                  <a:pt x="589807" y="1321999"/>
                  <a:pt x="596812" y="1320763"/>
                </a:cubicBezTo>
                <a:cubicBezTo>
                  <a:pt x="614943" y="1316641"/>
                  <a:pt x="616180" y="1307574"/>
                  <a:pt x="600933" y="1293149"/>
                </a:cubicBezTo>
                <a:cubicBezTo>
                  <a:pt x="593928" y="1286555"/>
                  <a:pt x="588158" y="1279549"/>
                  <a:pt x="588158" y="1277488"/>
                </a:cubicBezTo>
                <a:cubicBezTo>
                  <a:pt x="588158" y="1275427"/>
                  <a:pt x="594340" y="1271718"/>
                  <a:pt x="602169" y="1269245"/>
                </a:cubicBezTo>
                <a:cubicBezTo>
                  <a:pt x="612883" y="1265948"/>
                  <a:pt x="617004" y="1261827"/>
                  <a:pt x="619064" y="1252760"/>
                </a:cubicBezTo>
                <a:cubicBezTo>
                  <a:pt x="622361" y="1238335"/>
                  <a:pt x="664805" y="1190939"/>
                  <a:pt x="674695" y="1190939"/>
                </a:cubicBezTo>
                <a:cubicBezTo>
                  <a:pt x="678403" y="1190939"/>
                  <a:pt x="688705" y="1185581"/>
                  <a:pt x="697359" y="1178575"/>
                </a:cubicBezTo>
                <a:cubicBezTo>
                  <a:pt x="706013" y="1171980"/>
                  <a:pt x="717139" y="1166210"/>
                  <a:pt x="722496" y="1166210"/>
                </a:cubicBezTo>
                <a:cubicBezTo>
                  <a:pt x="727441" y="1166210"/>
                  <a:pt x="733210" y="1164562"/>
                  <a:pt x="734446" y="1162089"/>
                </a:cubicBezTo>
                <a:cubicBezTo>
                  <a:pt x="735682" y="1160028"/>
                  <a:pt x="742687" y="1157968"/>
                  <a:pt x="749693" y="1157968"/>
                </a:cubicBezTo>
                <a:cubicBezTo>
                  <a:pt x="756698" y="1157968"/>
                  <a:pt x="766176" y="1154670"/>
                  <a:pt x="770297" y="1150961"/>
                </a:cubicBezTo>
                <a:cubicBezTo>
                  <a:pt x="775654" y="1146428"/>
                  <a:pt x="787192" y="1143131"/>
                  <a:pt x="804499" y="1142306"/>
                </a:cubicBezTo>
                <a:cubicBezTo>
                  <a:pt x="825927" y="1140658"/>
                  <a:pt x="833345" y="1142306"/>
                  <a:pt x="847355" y="1149725"/>
                </a:cubicBezTo>
                <a:cubicBezTo>
                  <a:pt x="856421" y="1155083"/>
                  <a:pt x="872904" y="1162089"/>
                  <a:pt x="883618" y="1165798"/>
                </a:cubicBezTo>
                <a:cubicBezTo>
                  <a:pt x="895568" y="1169920"/>
                  <a:pt x="905046" y="1176102"/>
                  <a:pt x="907931" y="1181459"/>
                </a:cubicBezTo>
                <a:cubicBezTo>
                  <a:pt x="912463" y="1191351"/>
                  <a:pt x="931007" y="1207424"/>
                  <a:pt x="937600" y="1207424"/>
                </a:cubicBezTo>
                <a:cubicBezTo>
                  <a:pt x="939661" y="1207424"/>
                  <a:pt x="943781" y="1209897"/>
                  <a:pt x="946254" y="1213194"/>
                </a:cubicBezTo>
                <a:cubicBezTo>
                  <a:pt x="949138" y="1216491"/>
                  <a:pt x="956144" y="1220201"/>
                  <a:pt x="961913" y="1221849"/>
                </a:cubicBezTo>
                <a:cubicBezTo>
                  <a:pt x="968094" y="1223086"/>
                  <a:pt x="980456" y="1228031"/>
                  <a:pt x="989522" y="1232565"/>
                </a:cubicBezTo>
                <a:cubicBezTo>
                  <a:pt x="999000" y="1237098"/>
                  <a:pt x="1020428" y="1246578"/>
                  <a:pt x="1037323" y="1253172"/>
                </a:cubicBezTo>
                <a:cubicBezTo>
                  <a:pt x="1063284" y="1263887"/>
                  <a:pt x="1069465" y="1264712"/>
                  <a:pt x="1077294" y="1260590"/>
                </a:cubicBezTo>
                <a:cubicBezTo>
                  <a:pt x="1088008" y="1254820"/>
                  <a:pt x="1089245" y="1250287"/>
                  <a:pt x="1081003" y="1245753"/>
                </a:cubicBezTo>
                <a:cubicBezTo>
                  <a:pt x="1075646" y="1242868"/>
                  <a:pt x="1038559" y="1190527"/>
                  <a:pt x="1026197" y="1168271"/>
                </a:cubicBezTo>
                <a:cubicBezTo>
                  <a:pt x="1023312" y="1162913"/>
                  <a:pt x="1007241" y="1143543"/>
                  <a:pt x="991170" y="1124584"/>
                </a:cubicBezTo>
                <a:cubicBezTo>
                  <a:pt x="939248" y="1064824"/>
                  <a:pt x="876613" y="983633"/>
                  <a:pt x="876613" y="976214"/>
                </a:cubicBezTo>
                <a:cubicBezTo>
                  <a:pt x="876613" y="973741"/>
                  <a:pt x="867959" y="963438"/>
                  <a:pt x="857657" y="953134"/>
                </a:cubicBezTo>
                <a:cubicBezTo>
                  <a:pt x="833757" y="930467"/>
                  <a:pt x="837053" y="924284"/>
                  <a:pt x="861366" y="946128"/>
                </a:cubicBezTo>
                <a:cubicBezTo>
                  <a:pt x="889799" y="971268"/>
                  <a:pt x="929359" y="1001355"/>
                  <a:pt x="934304" y="1001355"/>
                </a:cubicBezTo>
                <a:cubicBezTo>
                  <a:pt x="943781" y="1001355"/>
                  <a:pt x="935540" y="990639"/>
                  <a:pt x="916996" y="978687"/>
                </a:cubicBezTo>
                <a:cubicBezTo>
                  <a:pt x="904634" y="970444"/>
                  <a:pt x="897217" y="962613"/>
                  <a:pt x="895568" y="955195"/>
                </a:cubicBezTo>
                <a:cubicBezTo>
                  <a:pt x="892684" y="941182"/>
                  <a:pt x="842822" y="885543"/>
                  <a:pt x="826751" y="878537"/>
                </a:cubicBezTo>
                <a:cubicBezTo>
                  <a:pt x="812741" y="872767"/>
                  <a:pt x="811092" y="878125"/>
                  <a:pt x="823867" y="889665"/>
                </a:cubicBezTo>
                <a:cubicBezTo>
                  <a:pt x="830872" y="896671"/>
                  <a:pt x="831696" y="899144"/>
                  <a:pt x="827575" y="904090"/>
                </a:cubicBezTo>
                <a:cubicBezTo>
                  <a:pt x="823455" y="909035"/>
                  <a:pt x="820982" y="909447"/>
                  <a:pt x="814389" y="905326"/>
                </a:cubicBezTo>
                <a:cubicBezTo>
                  <a:pt x="810268" y="902853"/>
                  <a:pt x="806560" y="899144"/>
                  <a:pt x="806560" y="897908"/>
                </a:cubicBezTo>
                <a:cubicBezTo>
                  <a:pt x="806560" y="896259"/>
                  <a:pt x="745984" y="834026"/>
                  <a:pt x="671398" y="759429"/>
                </a:cubicBezTo>
                <a:cubicBezTo>
                  <a:pt x="597224" y="685244"/>
                  <a:pt x="532116" y="617653"/>
                  <a:pt x="526759" y="609822"/>
                </a:cubicBezTo>
                <a:cubicBezTo>
                  <a:pt x="509864" y="585918"/>
                  <a:pt x="469068" y="549238"/>
                  <a:pt x="438162" y="530691"/>
                </a:cubicBezTo>
                <a:cubicBezTo>
                  <a:pt x="422091" y="520800"/>
                  <a:pt x="400251" y="505963"/>
                  <a:pt x="389537" y="497720"/>
                </a:cubicBezTo>
                <a:cubicBezTo>
                  <a:pt x="378823" y="489065"/>
                  <a:pt x="366873" y="482059"/>
                  <a:pt x="363164" y="482059"/>
                </a:cubicBezTo>
                <a:cubicBezTo>
                  <a:pt x="359455" y="482059"/>
                  <a:pt x="350802" y="477525"/>
                  <a:pt x="343384" y="471755"/>
                </a:cubicBezTo>
                <a:cubicBezTo>
                  <a:pt x="336379" y="465985"/>
                  <a:pt x="328550" y="459803"/>
                  <a:pt x="326077" y="457743"/>
                </a:cubicBezTo>
                <a:cubicBezTo>
                  <a:pt x="317836" y="451148"/>
                  <a:pt x="282397" y="436724"/>
                  <a:pt x="274155" y="436724"/>
                </a:cubicBezTo>
                <a:cubicBezTo>
                  <a:pt x="270035" y="436724"/>
                  <a:pt x="258908" y="433014"/>
                  <a:pt x="249431" y="428069"/>
                </a:cubicBezTo>
                <a:cubicBezTo>
                  <a:pt x="236656" y="421474"/>
                  <a:pt x="233772" y="418589"/>
                  <a:pt x="238305" y="415704"/>
                </a:cubicBezTo>
                <a:cubicBezTo>
                  <a:pt x="247782" y="409934"/>
                  <a:pt x="237068" y="397982"/>
                  <a:pt x="217701" y="393449"/>
                </a:cubicBezTo>
                <a:cubicBezTo>
                  <a:pt x="208223" y="390976"/>
                  <a:pt x="194212" y="383970"/>
                  <a:pt x="186795" y="378200"/>
                </a:cubicBezTo>
                <a:cubicBezTo>
                  <a:pt x="178965" y="372018"/>
                  <a:pt x="159598" y="361714"/>
                  <a:pt x="143115" y="355532"/>
                </a:cubicBezTo>
                <a:cubicBezTo>
                  <a:pt x="126632" y="349350"/>
                  <a:pt x="106440" y="338222"/>
                  <a:pt x="98198" y="331216"/>
                </a:cubicBezTo>
                <a:cubicBezTo>
                  <a:pt x="89957" y="324209"/>
                  <a:pt x="73061" y="315555"/>
                  <a:pt x="60699" y="311433"/>
                </a:cubicBezTo>
                <a:cubicBezTo>
                  <a:pt x="36387" y="303602"/>
                  <a:pt x="5069" y="285056"/>
                  <a:pt x="4245" y="278050"/>
                </a:cubicBezTo>
                <a:cubicBezTo>
                  <a:pt x="4245" y="275989"/>
                  <a:pt x="124" y="272280"/>
                  <a:pt x="-4821" y="269807"/>
                </a:cubicBezTo>
                <a:cubicBezTo>
                  <a:pt x="-9354" y="267746"/>
                  <a:pt x="-13475" y="264449"/>
                  <a:pt x="-13475" y="262389"/>
                </a:cubicBezTo>
                <a:cubicBezTo>
                  <a:pt x="-13475" y="260740"/>
                  <a:pt x="-10178" y="260740"/>
                  <a:pt x="-6057" y="262801"/>
                </a:cubicBezTo>
                <a:cubicBezTo>
                  <a:pt x="1360" y="266922"/>
                  <a:pt x="37211" y="273928"/>
                  <a:pt x="71413" y="278050"/>
                </a:cubicBezTo>
                <a:cubicBezTo>
                  <a:pt x="99022" y="281347"/>
                  <a:pt x="104379" y="274753"/>
                  <a:pt x="86248" y="259504"/>
                </a:cubicBezTo>
                <a:cubicBezTo>
                  <a:pt x="78831" y="253321"/>
                  <a:pt x="73061" y="246727"/>
                  <a:pt x="73061" y="244254"/>
                </a:cubicBezTo>
                <a:cubicBezTo>
                  <a:pt x="73061" y="242194"/>
                  <a:pt x="68117" y="238072"/>
                  <a:pt x="62347" y="235187"/>
                </a:cubicBezTo>
                <a:cubicBezTo>
                  <a:pt x="31030" y="221175"/>
                  <a:pt x="92429" y="228181"/>
                  <a:pt x="144763" y="245079"/>
                </a:cubicBezTo>
                <a:cubicBezTo>
                  <a:pt x="185147" y="257855"/>
                  <a:pt x="189267" y="257855"/>
                  <a:pt x="187619" y="246315"/>
                </a:cubicBezTo>
                <a:cubicBezTo>
                  <a:pt x="186795" y="239721"/>
                  <a:pt x="180614" y="233951"/>
                  <a:pt x="167839" y="227769"/>
                </a:cubicBezTo>
                <a:cubicBezTo>
                  <a:pt x="153005" y="220762"/>
                  <a:pt x="150944" y="218290"/>
                  <a:pt x="156713" y="216229"/>
                </a:cubicBezTo>
                <a:cubicBezTo>
                  <a:pt x="164955" y="212932"/>
                  <a:pt x="166191" y="205925"/>
                  <a:pt x="157949" y="205925"/>
                </a:cubicBezTo>
                <a:cubicBezTo>
                  <a:pt x="149296" y="205925"/>
                  <a:pt x="99022" y="181609"/>
                  <a:pt x="93253" y="174603"/>
                </a:cubicBezTo>
                <a:cubicBezTo>
                  <a:pt x="87484" y="167596"/>
                  <a:pt x="92017" y="161414"/>
                  <a:pt x="98198" y="167596"/>
                </a:cubicBezTo>
                <a:cubicBezTo>
                  <a:pt x="100671" y="170069"/>
                  <a:pt x="105616" y="171306"/>
                  <a:pt x="108912" y="170069"/>
                </a:cubicBezTo>
                <a:cubicBezTo>
                  <a:pt x="113857" y="168009"/>
                  <a:pt x="113857" y="167184"/>
                  <a:pt x="109736" y="164299"/>
                </a:cubicBezTo>
                <a:cubicBezTo>
                  <a:pt x="106440" y="162651"/>
                  <a:pt x="105616" y="159766"/>
                  <a:pt x="107264" y="157705"/>
                </a:cubicBezTo>
                <a:cubicBezTo>
                  <a:pt x="108912" y="156057"/>
                  <a:pt x="114269" y="157293"/>
                  <a:pt x="118802" y="160178"/>
                </a:cubicBezTo>
                <a:cubicBezTo>
                  <a:pt x="123747" y="163063"/>
                  <a:pt x="128692" y="163887"/>
                  <a:pt x="129928" y="162239"/>
                </a:cubicBezTo>
                <a:cubicBezTo>
                  <a:pt x="131576" y="160590"/>
                  <a:pt x="130340" y="158529"/>
                  <a:pt x="127868" y="157705"/>
                </a:cubicBezTo>
                <a:cubicBezTo>
                  <a:pt x="124983" y="156469"/>
                  <a:pt x="122511" y="151111"/>
                  <a:pt x="122511" y="145753"/>
                </a:cubicBezTo>
                <a:cubicBezTo>
                  <a:pt x="122511" y="136274"/>
                  <a:pt x="123335" y="135862"/>
                  <a:pt x="138170" y="138335"/>
                </a:cubicBezTo>
                <a:cubicBezTo>
                  <a:pt x="146823" y="139983"/>
                  <a:pt x="160010" y="146989"/>
                  <a:pt x="168663" y="154820"/>
                </a:cubicBezTo>
                <a:cubicBezTo>
                  <a:pt x="186383" y="170481"/>
                  <a:pt x="209047" y="181197"/>
                  <a:pt x="225118" y="181197"/>
                </a:cubicBezTo>
                <a:cubicBezTo>
                  <a:pt x="234184" y="181197"/>
                  <a:pt x="250255" y="193149"/>
                  <a:pt x="250255" y="199743"/>
                </a:cubicBezTo>
                <a:cubicBezTo>
                  <a:pt x="250255" y="204277"/>
                  <a:pt x="281573" y="231478"/>
                  <a:pt x="290638" y="235187"/>
                </a:cubicBezTo>
                <a:cubicBezTo>
                  <a:pt x="306297" y="241369"/>
                  <a:pt x="309182" y="239721"/>
                  <a:pt x="306297" y="226532"/>
                </a:cubicBezTo>
                <a:cubicBezTo>
                  <a:pt x="303001" y="209635"/>
                  <a:pt x="311242" y="197683"/>
                  <a:pt x="325253" y="197683"/>
                </a:cubicBezTo>
                <a:cubicBezTo>
                  <a:pt x="348329" y="197683"/>
                  <a:pt x="342560" y="182433"/>
                  <a:pt x="315775" y="173366"/>
                </a:cubicBezTo>
                <a:cubicBezTo>
                  <a:pt x="307534" y="170894"/>
                  <a:pt x="293523" y="163063"/>
                  <a:pt x="284869" y="156469"/>
                </a:cubicBezTo>
                <a:cubicBezTo>
                  <a:pt x="275804" y="149874"/>
                  <a:pt x="265502" y="144105"/>
                  <a:pt x="260969" y="144105"/>
                </a:cubicBezTo>
                <a:cubicBezTo>
                  <a:pt x="255200" y="144105"/>
                  <a:pt x="254376" y="142868"/>
                  <a:pt x="258084" y="138747"/>
                </a:cubicBezTo>
                <a:cubicBezTo>
                  <a:pt x="260557" y="135450"/>
                  <a:pt x="261381" y="131740"/>
                  <a:pt x="259733" y="130504"/>
                </a:cubicBezTo>
                <a:cubicBezTo>
                  <a:pt x="258496" y="128855"/>
                  <a:pt x="260969" y="127619"/>
                  <a:pt x="265914" y="127619"/>
                </a:cubicBezTo>
                <a:cubicBezTo>
                  <a:pt x="270859" y="127619"/>
                  <a:pt x="274979" y="129267"/>
                  <a:pt x="274979" y="131328"/>
                </a:cubicBezTo>
                <a:cubicBezTo>
                  <a:pt x="274979" y="132977"/>
                  <a:pt x="279512" y="133801"/>
                  <a:pt x="285281" y="132565"/>
                </a:cubicBezTo>
                <a:cubicBezTo>
                  <a:pt x="293523" y="131328"/>
                  <a:pt x="295171" y="132152"/>
                  <a:pt x="293111" y="137510"/>
                </a:cubicBezTo>
                <a:cubicBezTo>
                  <a:pt x="289814" y="145753"/>
                  <a:pt x="291463" y="145753"/>
                  <a:pt x="310830" y="137922"/>
                </a:cubicBezTo>
                <a:cubicBezTo>
                  <a:pt x="325665" y="132152"/>
                  <a:pt x="328137" y="132152"/>
                  <a:pt x="354923" y="142044"/>
                </a:cubicBezTo>
                <a:cubicBezTo>
                  <a:pt x="370581" y="147814"/>
                  <a:pt x="387889" y="152347"/>
                  <a:pt x="393246" y="152347"/>
                </a:cubicBezTo>
                <a:cubicBezTo>
                  <a:pt x="398603" y="152347"/>
                  <a:pt x="410553" y="156057"/>
                  <a:pt x="419619" y="161002"/>
                </a:cubicBezTo>
                <a:cubicBezTo>
                  <a:pt x="428684" y="165536"/>
                  <a:pt x="449288" y="173779"/>
                  <a:pt x="465359" y="179136"/>
                </a:cubicBezTo>
                <a:cubicBezTo>
                  <a:pt x="481430" y="184494"/>
                  <a:pt x="498326" y="192737"/>
                  <a:pt x="503270" y="197270"/>
                </a:cubicBezTo>
                <a:cubicBezTo>
                  <a:pt x="508215" y="202216"/>
                  <a:pt x="513984" y="205925"/>
                  <a:pt x="516045" y="205925"/>
                </a:cubicBezTo>
                <a:cubicBezTo>
                  <a:pt x="518105" y="205925"/>
                  <a:pt x="522638" y="208810"/>
                  <a:pt x="526759" y="212520"/>
                </a:cubicBezTo>
                <a:cubicBezTo>
                  <a:pt x="534176" y="219114"/>
                  <a:pt x="545302" y="220762"/>
                  <a:pt x="555604" y="216641"/>
                </a:cubicBezTo>
                <a:cubicBezTo>
                  <a:pt x="559725" y="214992"/>
                  <a:pt x="571675" y="221175"/>
                  <a:pt x="589807" y="235187"/>
                </a:cubicBezTo>
                <a:cubicBezTo>
                  <a:pt x="605054" y="246727"/>
                  <a:pt x="618652" y="254970"/>
                  <a:pt x="619888" y="254146"/>
                </a:cubicBezTo>
                <a:cubicBezTo>
                  <a:pt x="623185" y="250436"/>
                  <a:pt x="607526" y="225708"/>
                  <a:pt x="595164" y="214992"/>
                </a:cubicBezTo>
                <a:cubicBezTo>
                  <a:pt x="588983" y="209223"/>
                  <a:pt x="584450" y="203865"/>
                  <a:pt x="585686" y="203040"/>
                </a:cubicBezTo>
                <a:cubicBezTo>
                  <a:pt x="589807" y="198507"/>
                  <a:pt x="642141" y="227357"/>
                  <a:pt x="665629" y="246727"/>
                </a:cubicBezTo>
                <a:cubicBezTo>
                  <a:pt x="679640" y="258267"/>
                  <a:pt x="692414" y="267746"/>
                  <a:pt x="694062" y="267746"/>
                </a:cubicBezTo>
                <a:cubicBezTo>
                  <a:pt x="695711" y="267746"/>
                  <a:pt x="707661" y="278874"/>
                  <a:pt x="720435" y="292475"/>
                </a:cubicBezTo>
                <a:cubicBezTo>
                  <a:pt x="735682" y="309372"/>
                  <a:pt x="747220" y="318027"/>
                  <a:pt x="756286" y="319676"/>
                </a:cubicBezTo>
                <a:cubicBezTo>
                  <a:pt x="766588" y="321737"/>
                  <a:pt x="772357" y="326682"/>
                  <a:pt x="780599" y="341519"/>
                </a:cubicBezTo>
                <a:cubicBezTo>
                  <a:pt x="786780" y="351823"/>
                  <a:pt x="802439" y="372018"/>
                  <a:pt x="815625" y="386442"/>
                </a:cubicBezTo>
                <a:cubicBezTo>
                  <a:pt x="828812" y="400455"/>
                  <a:pt x="840350" y="417353"/>
                  <a:pt x="841998" y="423535"/>
                </a:cubicBezTo>
                <a:cubicBezTo>
                  <a:pt x="846943" y="446615"/>
                  <a:pt x="848591" y="449500"/>
                  <a:pt x="859305" y="454858"/>
                </a:cubicBezTo>
                <a:cubicBezTo>
                  <a:pt x="865487" y="458155"/>
                  <a:pt x="874140" y="464337"/>
                  <a:pt x="878261" y="469283"/>
                </a:cubicBezTo>
                <a:cubicBezTo>
                  <a:pt x="885678" y="477525"/>
                  <a:pt x="885678" y="478350"/>
                  <a:pt x="879497" y="485356"/>
                </a:cubicBezTo>
                <a:cubicBezTo>
                  <a:pt x="875376" y="489477"/>
                  <a:pt x="872492" y="494011"/>
                  <a:pt x="872492" y="495247"/>
                </a:cubicBezTo>
                <a:cubicBezTo>
                  <a:pt x="872492" y="496484"/>
                  <a:pt x="883618" y="509260"/>
                  <a:pt x="897217" y="523273"/>
                </a:cubicBezTo>
                <a:cubicBezTo>
                  <a:pt x="910815" y="537286"/>
                  <a:pt x="921941" y="551710"/>
                  <a:pt x="921941" y="554595"/>
                </a:cubicBezTo>
                <a:cubicBezTo>
                  <a:pt x="921941" y="557893"/>
                  <a:pt x="924002" y="560365"/>
                  <a:pt x="926062" y="560365"/>
                </a:cubicBezTo>
                <a:cubicBezTo>
                  <a:pt x="928534" y="560365"/>
                  <a:pt x="930183" y="562838"/>
                  <a:pt x="930183" y="566135"/>
                </a:cubicBezTo>
                <a:cubicBezTo>
                  <a:pt x="930183" y="569020"/>
                  <a:pt x="933067" y="573966"/>
                  <a:pt x="936364" y="576851"/>
                </a:cubicBezTo>
                <a:cubicBezTo>
                  <a:pt x="940073" y="579736"/>
                  <a:pt x="941721" y="585506"/>
                  <a:pt x="940073" y="590864"/>
                </a:cubicBezTo>
                <a:cubicBezTo>
                  <a:pt x="938836" y="597046"/>
                  <a:pt x="942545" y="604464"/>
                  <a:pt x="954495" y="617241"/>
                </a:cubicBezTo>
                <a:cubicBezTo>
                  <a:pt x="963561" y="626720"/>
                  <a:pt x="973039" y="634550"/>
                  <a:pt x="976335" y="634550"/>
                </a:cubicBezTo>
                <a:cubicBezTo>
                  <a:pt x="979632" y="634550"/>
                  <a:pt x="979220" y="636199"/>
                  <a:pt x="974687" y="639084"/>
                </a:cubicBezTo>
                <a:cubicBezTo>
                  <a:pt x="963561" y="645266"/>
                  <a:pt x="965621" y="652272"/>
                  <a:pt x="977160" y="649387"/>
                </a:cubicBezTo>
                <a:cubicBezTo>
                  <a:pt x="983753" y="647739"/>
                  <a:pt x="988698" y="648975"/>
                  <a:pt x="990758" y="652685"/>
                </a:cubicBezTo>
                <a:cubicBezTo>
                  <a:pt x="992406" y="655982"/>
                  <a:pt x="1000236" y="665049"/>
                  <a:pt x="1007653" y="673292"/>
                </a:cubicBezTo>
                <a:cubicBezTo>
                  <a:pt x="1014659" y="681122"/>
                  <a:pt x="1020840" y="690189"/>
                  <a:pt x="1020840" y="693074"/>
                </a:cubicBezTo>
                <a:cubicBezTo>
                  <a:pt x="1020840" y="696783"/>
                  <a:pt x="1019604" y="696783"/>
                  <a:pt x="1015895" y="693074"/>
                </a:cubicBezTo>
                <a:cubicBezTo>
                  <a:pt x="1006005" y="683183"/>
                  <a:pt x="1003120" y="688541"/>
                  <a:pt x="1013010" y="698844"/>
                </a:cubicBezTo>
                <a:lnTo>
                  <a:pt x="1022900" y="709560"/>
                </a:lnTo>
                <a:lnTo>
                  <a:pt x="1009714" y="706675"/>
                </a:lnTo>
                <a:cubicBezTo>
                  <a:pt x="1001472" y="705026"/>
                  <a:pt x="996115" y="705438"/>
                  <a:pt x="996115" y="707911"/>
                </a:cubicBezTo>
                <a:cubicBezTo>
                  <a:pt x="996115" y="712857"/>
                  <a:pt x="1023312" y="735112"/>
                  <a:pt x="1034026" y="738822"/>
                </a:cubicBezTo>
                <a:cubicBezTo>
                  <a:pt x="1037735" y="740058"/>
                  <a:pt x="1043092" y="745004"/>
                  <a:pt x="1045564" y="749949"/>
                </a:cubicBezTo>
                <a:cubicBezTo>
                  <a:pt x="1050097" y="758604"/>
                  <a:pt x="1050097" y="758604"/>
                  <a:pt x="1033202" y="763550"/>
                </a:cubicBezTo>
                <a:cubicBezTo>
                  <a:pt x="1028669" y="764786"/>
                  <a:pt x="1031966" y="769732"/>
                  <a:pt x="1044328" y="781272"/>
                </a:cubicBezTo>
                <a:cubicBezTo>
                  <a:pt x="1057515" y="793636"/>
                  <a:pt x="1061223" y="799406"/>
                  <a:pt x="1059575" y="806000"/>
                </a:cubicBezTo>
                <a:cubicBezTo>
                  <a:pt x="1058339" y="810946"/>
                  <a:pt x="1059163" y="816304"/>
                  <a:pt x="1061636" y="817540"/>
                </a:cubicBezTo>
                <a:cubicBezTo>
                  <a:pt x="1064108" y="819189"/>
                  <a:pt x="1066168" y="823722"/>
                  <a:pt x="1066168" y="827844"/>
                </a:cubicBezTo>
                <a:cubicBezTo>
                  <a:pt x="1066168" y="832377"/>
                  <a:pt x="1076470" y="845566"/>
                  <a:pt x="1088833" y="857518"/>
                </a:cubicBezTo>
                <a:cubicBezTo>
                  <a:pt x="1106140" y="874828"/>
                  <a:pt x="1110673" y="881834"/>
                  <a:pt x="1109024" y="888840"/>
                </a:cubicBezTo>
                <a:cubicBezTo>
                  <a:pt x="1107376" y="895023"/>
                  <a:pt x="1109024" y="899144"/>
                  <a:pt x="1115206" y="902441"/>
                </a:cubicBezTo>
                <a:cubicBezTo>
                  <a:pt x="1120151" y="904914"/>
                  <a:pt x="1123859" y="908623"/>
                  <a:pt x="1123859" y="911096"/>
                </a:cubicBezTo>
                <a:cubicBezTo>
                  <a:pt x="1123859" y="913569"/>
                  <a:pt x="1134985" y="927994"/>
                  <a:pt x="1148996" y="942831"/>
                </a:cubicBezTo>
                <a:cubicBezTo>
                  <a:pt x="1162595" y="958080"/>
                  <a:pt x="1174957" y="975390"/>
                  <a:pt x="1176193" y="981572"/>
                </a:cubicBezTo>
                <a:cubicBezTo>
                  <a:pt x="1177429" y="988166"/>
                  <a:pt x="1183610" y="997645"/>
                  <a:pt x="1189792" y="1002591"/>
                </a:cubicBezTo>
                <a:cubicBezTo>
                  <a:pt x="1195561" y="1007949"/>
                  <a:pt x="1200094" y="1014131"/>
                  <a:pt x="1199269" y="1016192"/>
                </a:cubicBezTo>
                <a:cubicBezTo>
                  <a:pt x="1198445" y="1018664"/>
                  <a:pt x="1202566" y="1024022"/>
                  <a:pt x="1208335" y="1027731"/>
                </a:cubicBezTo>
                <a:cubicBezTo>
                  <a:pt x="1214104" y="1031441"/>
                  <a:pt x="1222346" y="1040508"/>
                  <a:pt x="1226879" y="1047514"/>
                </a:cubicBezTo>
                <a:cubicBezTo>
                  <a:pt x="1233884" y="1059054"/>
                  <a:pt x="1233884" y="1061527"/>
                  <a:pt x="1228939" y="1071830"/>
                </a:cubicBezTo>
                <a:cubicBezTo>
                  <a:pt x="1223170" y="1082546"/>
                  <a:pt x="1223582" y="1083782"/>
                  <a:pt x="1237593" y="1099856"/>
                </a:cubicBezTo>
                <a:cubicBezTo>
                  <a:pt x="1245834" y="1108923"/>
                  <a:pt x="1254076" y="1115517"/>
                  <a:pt x="1256548" y="1114281"/>
                </a:cubicBezTo>
                <a:cubicBezTo>
                  <a:pt x="1258609" y="1113044"/>
                  <a:pt x="1259021" y="1080485"/>
                  <a:pt x="1257784" y="1033089"/>
                </a:cubicBezTo>
                <a:cubicBezTo>
                  <a:pt x="1254488" y="940358"/>
                  <a:pt x="1254488" y="949425"/>
                  <a:pt x="1257372" y="892962"/>
                </a:cubicBezTo>
                <a:cubicBezTo>
                  <a:pt x="1258197" y="868646"/>
                  <a:pt x="1260669" y="844742"/>
                  <a:pt x="1261905" y="840208"/>
                </a:cubicBezTo>
                <a:cubicBezTo>
                  <a:pt x="1264378" y="832377"/>
                  <a:pt x="1265614" y="833202"/>
                  <a:pt x="1275504" y="847627"/>
                </a:cubicBezTo>
                <a:cubicBezTo>
                  <a:pt x="1285806" y="862051"/>
                  <a:pt x="1286630" y="862464"/>
                  <a:pt x="1287866" y="853809"/>
                </a:cubicBezTo>
                <a:cubicBezTo>
                  <a:pt x="1288690" y="848451"/>
                  <a:pt x="1287454" y="842269"/>
                  <a:pt x="1285394" y="839384"/>
                </a:cubicBezTo>
                <a:cubicBezTo>
                  <a:pt x="1276740" y="827844"/>
                  <a:pt x="1277152" y="820425"/>
                  <a:pt x="1287454" y="810122"/>
                </a:cubicBezTo>
                <a:cubicBezTo>
                  <a:pt x="1293223" y="804352"/>
                  <a:pt x="1296108" y="799406"/>
                  <a:pt x="1294047" y="799406"/>
                </a:cubicBezTo>
                <a:cubicBezTo>
                  <a:pt x="1289514" y="799406"/>
                  <a:pt x="1282921" y="783745"/>
                  <a:pt x="1284569" y="776739"/>
                </a:cubicBezTo>
                <a:cubicBezTo>
                  <a:pt x="1290339" y="752834"/>
                  <a:pt x="1291163" y="738410"/>
                  <a:pt x="1287042" y="718215"/>
                </a:cubicBezTo>
                <a:cubicBezTo>
                  <a:pt x="1283745" y="702553"/>
                  <a:pt x="1283333" y="687304"/>
                  <a:pt x="1285806" y="674528"/>
                </a:cubicBezTo>
                <a:cubicBezTo>
                  <a:pt x="1287454" y="663400"/>
                  <a:pt x="1288690" y="650624"/>
                  <a:pt x="1287866" y="645678"/>
                </a:cubicBezTo>
                <a:cubicBezTo>
                  <a:pt x="1286630" y="637848"/>
                  <a:pt x="1284982" y="639496"/>
                  <a:pt x="1277152" y="653921"/>
                </a:cubicBezTo>
                <a:cubicBezTo>
                  <a:pt x="1272207" y="663812"/>
                  <a:pt x="1266026" y="671643"/>
                  <a:pt x="1263966" y="671643"/>
                </a:cubicBezTo>
                <a:cubicBezTo>
                  <a:pt x="1260257" y="671643"/>
                  <a:pt x="1257784" y="659691"/>
                  <a:pt x="1259433" y="650212"/>
                </a:cubicBezTo>
                <a:cubicBezTo>
                  <a:pt x="1259433" y="648563"/>
                  <a:pt x="1260669" y="623423"/>
                  <a:pt x="1261493" y="594573"/>
                </a:cubicBezTo>
                <a:cubicBezTo>
                  <a:pt x="1262729" y="565723"/>
                  <a:pt x="1265614" y="535637"/>
                  <a:pt x="1268086" y="528631"/>
                </a:cubicBezTo>
                <a:cubicBezTo>
                  <a:pt x="1275092" y="509672"/>
                  <a:pt x="1270971" y="501842"/>
                  <a:pt x="1262317" y="518327"/>
                </a:cubicBezTo>
                <a:cubicBezTo>
                  <a:pt x="1258609" y="525333"/>
                  <a:pt x="1254900" y="531516"/>
                  <a:pt x="1254076" y="531516"/>
                </a:cubicBezTo>
                <a:cubicBezTo>
                  <a:pt x="1253252" y="531516"/>
                  <a:pt x="1253664" y="512557"/>
                  <a:pt x="1254488" y="489477"/>
                </a:cubicBezTo>
                <a:cubicBezTo>
                  <a:pt x="1255724" y="461040"/>
                  <a:pt x="1258197" y="444966"/>
                  <a:pt x="1262317" y="440433"/>
                </a:cubicBezTo>
                <a:cubicBezTo>
                  <a:pt x="1270147" y="431778"/>
                  <a:pt x="1269735" y="420238"/>
                  <a:pt x="1261493" y="420238"/>
                </a:cubicBezTo>
                <a:cubicBezTo>
                  <a:pt x="1257784" y="420238"/>
                  <a:pt x="1249955" y="423535"/>
                  <a:pt x="1244186" y="427656"/>
                </a:cubicBezTo>
                <a:cubicBezTo>
                  <a:pt x="1238005" y="431778"/>
                  <a:pt x="1227703" y="437548"/>
                  <a:pt x="1220697" y="440845"/>
                </a:cubicBezTo>
                <a:cubicBezTo>
                  <a:pt x="1214104" y="444142"/>
                  <a:pt x="1196385" y="459391"/>
                  <a:pt x="1181138" y="475052"/>
                </a:cubicBezTo>
                <a:cubicBezTo>
                  <a:pt x="1163831" y="492774"/>
                  <a:pt x="1151468" y="501842"/>
                  <a:pt x="1147760" y="500605"/>
                </a:cubicBezTo>
                <a:cubicBezTo>
                  <a:pt x="1141166" y="498132"/>
                  <a:pt x="1130865" y="507611"/>
                  <a:pt x="1129628" y="517503"/>
                </a:cubicBezTo>
                <a:cubicBezTo>
                  <a:pt x="1128804" y="524097"/>
                  <a:pt x="1102843" y="559953"/>
                  <a:pt x="1099135" y="560365"/>
                </a:cubicBezTo>
                <a:cubicBezTo>
                  <a:pt x="1097898" y="560365"/>
                  <a:pt x="1094602" y="558717"/>
                  <a:pt x="1091717" y="556656"/>
                </a:cubicBezTo>
                <a:cubicBezTo>
                  <a:pt x="1083064" y="551298"/>
                  <a:pt x="1096662" y="526982"/>
                  <a:pt x="1106552" y="529867"/>
                </a:cubicBezTo>
                <a:cubicBezTo>
                  <a:pt x="1113145" y="531928"/>
                  <a:pt x="1113145" y="531928"/>
                  <a:pt x="1106552" y="527394"/>
                </a:cubicBezTo>
                <a:cubicBezTo>
                  <a:pt x="1099959" y="523273"/>
                  <a:pt x="1099959" y="521624"/>
                  <a:pt x="1110261" y="501429"/>
                </a:cubicBezTo>
                <a:cubicBezTo>
                  <a:pt x="1116442" y="489477"/>
                  <a:pt x="1127568" y="472580"/>
                  <a:pt x="1134573" y="463513"/>
                </a:cubicBezTo>
                <a:cubicBezTo>
                  <a:pt x="1147348" y="447027"/>
                  <a:pt x="1156825" y="431366"/>
                  <a:pt x="1156825" y="426420"/>
                </a:cubicBezTo>
                <a:cubicBezTo>
                  <a:pt x="1156825" y="425184"/>
                  <a:pt x="1152705" y="425184"/>
                  <a:pt x="1147760" y="426420"/>
                </a:cubicBezTo>
                <a:cubicBezTo>
                  <a:pt x="1132513" y="430954"/>
                  <a:pt x="1104904" y="460628"/>
                  <a:pt x="1075646" y="503490"/>
                </a:cubicBezTo>
                <a:cubicBezTo>
                  <a:pt x="1060811" y="525746"/>
                  <a:pt x="1048037" y="543880"/>
                  <a:pt x="1047213" y="543880"/>
                </a:cubicBezTo>
                <a:cubicBezTo>
                  <a:pt x="1045152" y="543880"/>
                  <a:pt x="1058339" y="516266"/>
                  <a:pt x="1073586" y="489065"/>
                </a:cubicBezTo>
                <a:cubicBezTo>
                  <a:pt x="1080591" y="475465"/>
                  <a:pt x="1086772" y="463925"/>
                  <a:pt x="1086772" y="463100"/>
                </a:cubicBezTo>
                <a:cubicBezTo>
                  <a:pt x="1086772" y="461040"/>
                  <a:pt x="1108200" y="427244"/>
                  <a:pt x="1111497" y="424359"/>
                </a:cubicBezTo>
                <a:cubicBezTo>
                  <a:pt x="1119738" y="416941"/>
                  <a:pt x="1141166" y="386030"/>
                  <a:pt x="1141991" y="381085"/>
                </a:cubicBezTo>
                <a:cubicBezTo>
                  <a:pt x="1142403" y="377788"/>
                  <a:pt x="1144051" y="373666"/>
                  <a:pt x="1145699" y="372430"/>
                </a:cubicBezTo>
                <a:cubicBezTo>
                  <a:pt x="1147348" y="370781"/>
                  <a:pt x="1148584" y="365011"/>
                  <a:pt x="1148584" y="360066"/>
                </a:cubicBezTo>
                <a:cubicBezTo>
                  <a:pt x="1148584" y="354708"/>
                  <a:pt x="1151881" y="348114"/>
                  <a:pt x="1156001" y="345229"/>
                </a:cubicBezTo>
                <a:cubicBezTo>
                  <a:pt x="1167539" y="336986"/>
                  <a:pt x="1177429" y="320500"/>
                  <a:pt x="1177429" y="310197"/>
                </a:cubicBezTo>
                <a:cubicBezTo>
                  <a:pt x="1177429" y="304839"/>
                  <a:pt x="1176193" y="300717"/>
                  <a:pt x="1174545" y="300717"/>
                </a:cubicBezTo>
                <a:cubicBezTo>
                  <a:pt x="1168364" y="300717"/>
                  <a:pt x="1149820" y="315555"/>
                  <a:pt x="1134573" y="332864"/>
                </a:cubicBezTo>
                <a:cubicBezTo>
                  <a:pt x="1119738" y="349350"/>
                  <a:pt x="1111497" y="354296"/>
                  <a:pt x="1111497" y="346877"/>
                </a:cubicBezTo>
                <a:cubicBezTo>
                  <a:pt x="1111497" y="345229"/>
                  <a:pt x="1122623" y="331628"/>
                  <a:pt x="1136222" y="317203"/>
                </a:cubicBezTo>
                <a:cubicBezTo>
                  <a:pt x="1150232" y="302366"/>
                  <a:pt x="1167952" y="282583"/>
                  <a:pt x="1175781" y="273516"/>
                </a:cubicBezTo>
                <a:cubicBezTo>
                  <a:pt x="1183610" y="264037"/>
                  <a:pt x="1196385" y="252085"/>
                  <a:pt x="1204214" y="246727"/>
                </a:cubicBezTo>
                <a:cubicBezTo>
                  <a:pt x="1220697" y="235599"/>
                  <a:pt x="1222346" y="230654"/>
                  <a:pt x="1210396" y="230654"/>
                </a:cubicBezTo>
                <a:cubicBezTo>
                  <a:pt x="1199681" y="230654"/>
                  <a:pt x="1200094" y="226120"/>
                  <a:pt x="1211220" y="212108"/>
                </a:cubicBezTo>
                <a:cubicBezTo>
                  <a:pt x="1221522" y="198919"/>
                  <a:pt x="1217813" y="189028"/>
                  <a:pt x="1201742" y="185318"/>
                </a:cubicBezTo>
                <a:cubicBezTo>
                  <a:pt x="1192264" y="182846"/>
                  <a:pt x="1192264" y="182846"/>
                  <a:pt x="1205451" y="173366"/>
                </a:cubicBezTo>
                <a:cubicBezTo>
                  <a:pt x="1212868" y="168421"/>
                  <a:pt x="1218637" y="161826"/>
                  <a:pt x="1218637" y="159354"/>
                </a:cubicBezTo>
                <a:cubicBezTo>
                  <a:pt x="1218637" y="156469"/>
                  <a:pt x="1229763" y="142456"/>
                  <a:pt x="1243362" y="127619"/>
                </a:cubicBezTo>
                <a:cubicBezTo>
                  <a:pt x="1262729" y="106600"/>
                  <a:pt x="1268086" y="98357"/>
                  <a:pt x="1268086" y="88054"/>
                </a:cubicBezTo>
                <a:cubicBezTo>
                  <a:pt x="1268086" y="77338"/>
                  <a:pt x="1271795" y="71568"/>
                  <a:pt x="1285394" y="59616"/>
                </a:cubicBezTo>
                <a:cubicBezTo>
                  <a:pt x="1296108" y="50549"/>
                  <a:pt x="1306410" y="45191"/>
                  <a:pt x="1311767" y="46015"/>
                </a:cubicBezTo>
                <a:cubicBezTo>
                  <a:pt x="1321244" y="47252"/>
                  <a:pt x="1363276" y="11396"/>
                  <a:pt x="1368633" y="-2205"/>
                </a:cubicBezTo>
                <a:cubicBezTo>
                  <a:pt x="1373578" y="-15393"/>
                  <a:pt x="1380584" y="-5914"/>
                  <a:pt x="1382232" y="16341"/>
                </a:cubicBezTo>
                <a:cubicBezTo>
                  <a:pt x="1384704" y="47664"/>
                  <a:pt x="1390061" y="51785"/>
                  <a:pt x="1409017" y="39009"/>
                </a:cubicBezTo>
                <a:cubicBezTo>
                  <a:pt x="1418083" y="32827"/>
                  <a:pt x="1427148" y="29942"/>
                  <a:pt x="1430857" y="31178"/>
                </a:cubicBezTo>
                <a:cubicBezTo>
                  <a:pt x="1434566" y="32827"/>
                  <a:pt x="1442807" y="30354"/>
                  <a:pt x="1449400" y="24996"/>
                </a:cubicBezTo>
                <a:cubicBezTo>
                  <a:pt x="1464647" y="13868"/>
                  <a:pt x="1467532" y="13868"/>
                  <a:pt x="1473713" y="27057"/>
                </a:cubicBezTo>
                <a:cubicBezTo>
                  <a:pt x="1477422" y="35712"/>
                  <a:pt x="1479482" y="36948"/>
                  <a:pt x="1484427" y="32827"/>
                </a:cubicBezTo>
                <a:cubicBezTo>
                  <a:pt x="1493493" y="25408"/>
                  <a:pt x="1497614" y="30766"/>
                  <a:pt x="1500498" y="54258"/>
                </a:cubicBezTo>
                <a:cubicBezTo>
                  <a:pt x="1502146" y="66210"/>
                  <a:pt x="1506267" y="80223"/>
                  <a:pt x="1509564" y="85581"/>
                </a:cubicBezTo>
                <a:cubicBezTo>
                  <a:pt x="1514509" y="92999"/>
                  <a:pt x="1514921" y="96296"/>
                  <a:pt x="1510800" y="101242"/>
                </a:cubicBezTo>
                <a:cubicBezTo>
                  <a:pt x="1507503" y="105363"/>
                  <a:pt x="1507503" y="107012"/>
                  <a:pt x="1510800" y="107012"/>
                </a:cubicBezTo>
                <a:cubicBezTo>
                  <a:pt x="1513272" y="107012"/>
                  <a:pt x="1517805" y="100418"/>
                  <a:pt x="1521102" y="92587"/>
                </a:cubicBezTo>
                <a:cubicBezTo>
                  <a:pt x="1527283" y="78574"/>
                  <a:pt x="1540470" y="69919"/>
                  <a:pt x="1555716" y="69919"/>
                </a:cubicBezTo>
                <a:cubicBezTo>
                  <a:pt x="1565606" y="69919"/>
                  <a:pt x="1582914" y="109073"/>
                  <a:pt x="1579205" y="123085"/>
                </a:cubicBezTo>
                <a:cubicBezTo>
                  <a:pt x="1577969" y="128855"/>
                  <a:pt x="1575908" y="144105"/>
                  <a:pt x="1574672" y="156881"/>
                </a:cubicBezTo>
                <a:cubicBezTo>
                  <a:pt x="1573436" y="178312"/>
                  <a:pt x="1573848" y="180373"/>
                  <a:pt x="1582502" y="182846"/>
                </a:cubicBezTo>
                <a:cubicBezTo>
                  <a:pt x="1587446" y="184082"/>
                  <a:pt x="1596100" y="189028"/>
                  <a:pt x="1601457" y="193973"/>
                </a:cubicBezTo>
                <a:cubicBezTo>
                  <a:pt x="1608874" y="200980"/>
                  <a:pt x="1610523" y="205513"/>
                  <a:pt x="1608050" y="216641"/>
                </a:cubicBezTo>
                <a:cubicBezTo>
                  <a:pt x="1606402" y="227357"/>
                  <a:pt x="1608050" y="234775"/>
                  <a:pt x="1616292" y="248376"/>
                </a:cubicBezTo>
                <a:cubicBezTo>
                  <a:pt x="1629066" y="271043"/>
                  <a:pt x="1629066" y="280111"/>
                  <a:pt x="1616292" y="313082"/>
                </a:cubicBezTo>
                <a:cubicBezTo>
                  <a:pt x="1606402" y="338634"/>
                  <a:pt x="1605990" y="340283"/>
                  <a:pt x="1612583" y="353883"/>
                </a:cubicBezTo>
                <a:cubicBezTo>
                  <a:pt x="1617940" y="365011"/>
                  <a:pt x="1618352" y="370781"/>
                  <a:pt x="1615056" y="382321"/>
                </a:cubicBezTo>
                <a:cubicBezTo>
                  <a:pt x="1612583" y="390564"/>
                  <a:pt x="1611347" y="398395"/>
                  <a:pt x="1612583" y="400043"/>
                </a:cubicBezTo>
                <a:cubicBezTo>
                  <a:pt x="1613819" y="402104"/>
                  <a:pt x="1610523" y="410759"/>
                  <a:pt x="1605990" y="420238"/>
                </a:cubicBezTo>
                <a:cubicBezTo>
                  <a:pt x="1599809" y="432602"/>
                  <a:pt x="1596924" y="448263"/>
                  <a:pt x="1594864" y="483295"/>
                </a:cubicBezTo>
                <a:cubicBezTo>
                  <a:pt x="1593216" y="517503"/>
                  <a:pt x="1590743" y="531928"/>
                  <a:pt x="1585386" y="538522"/>
                </a:cubicBezTo>
                <a:cubicBezTo>
                  <a:pt x="1577969" y="548413"/>
                  <a:pt x="1566018" y="621362"/>
                  <a:pt x="1570139" y="632078"/>
                </a:cubicBezTo>
                <a:cubicBezTo>
                  <a:pt x="1571375" y="635375"/>
                  <a:pt x="1570963" y="644442"/>
                  <a:pt x="1568491" y="651860"/>
                </a:cubicBezTo>
                <a:cubicBezTo>
                  <a:pt x="1566430" y="659279"/>
                  <a:pt x="1563958" y="695135"/>
                  <a:pt x="1562722" y="731403"/>
                </a:cubicBezTo>
                <a:cubicBezTo>
                  <a:pt x="1561898" y="767671"/>
                  <a:pt x="1560249" y="832790"/>
                  <a:pt x="1558601" y="875652"/>
                </a:cubicBezTo>
                <a:cubicBezTo>
                  <a:pt x="1556953" y="918927"/>
                  <a:pt x="1556129" y="959728"/>
                  <a:pt x="1556129" y="966323"/>
                </a:cubicBezTo>
                <a:cubicBezTo>
                  <a:pt x="1556129" y="973329"/>
                  <a:pt x="1556541" y="998470"/>
                  <a:pt x="1556541" y="1022786"/>
                </a:cubicBezTo>
                <a:cubicBezTo>
                  <a:pt x="1556953" y="1047102"/>
                  <a:pt x="1559013" y="1068121"/>
                  <a:pt x="1561073" y="1069358"/>
                </a:cubicBezTo>
                <a:cubicBezTo>
                  <a:pt x="1563134" y="1071006"/>
                  <a:pt x="1564782" y="1082134"/>
                  <a:pt x="1564782" y="1094498"/>
                </a:cubicBezTo>
                <a:cubicBezTo>
                  <a:pt x="1564782" y="1128294"/>
                  <a:pt x="1567255" y="1127469"/>
                  <a:pt x="1632363" y="1069770"/>
                </a:cubicBezTo>
                <a:cubicBezTo>
                  <a:pt x="1714366" y="997233"/>
                  <a:pt x="1880021" y="838972"/>
                  <a:pt x="1881258" y="832377"/>
                </a:cubicBezTo>
                <a:cubicBezTo>
                  <a:pt x="1882494" y="825783"/>
                  <a:pt x="1878785" y="824959"/>
                  <a:pt x="1851176" y="823310"/>
                </a:cubicBezTo>
                <a:cubicBezTo>
                  <a:pt x="1833869" y="822486"/>
                  <a:pt x="1818622" y="820013"/>
                  <a:pt x="1816974" y="817128"/>
                </a:cubicBezTo>
                <a:cubicBezTo>
                  <a:pt x="1815325" y="814655"/>
                  <a:pt x="1810380" y="812183"/>
                  <a:pt x="1806260" y="811358"/>
                </a:cubicBezTo>
                <a:cubicBezTo>
                  <a:pt x="1792661" y="808885"/>
                  <a:pt x="1798018" y="801879"/>
                  <a:pt x="1816974" y="796933"/>
                </a:cubicBezTo>
                <a:cubicBezTo>
                  <a:pt x="1839638" y="790751"/>
                  <a:pt x="1860654" y="781272"/>
                  <a:pt x="1873840" y="770556"/>
                </a:cubicBezTo>
                <a:cubicBezTo>
                  <a:pt x="1879609" y="766023"/>
                  <a:pt x="1891560" y="761077"/>
                  <a:pt x="1900213" y="759429"/>
                </a:cubicBezTo>
                <a:cubicBezTo>
                  <a:pt x="1915460" y="756956"/>
                  <a:pt x="1941009" y="735112"/>
                  <a:pt x="1984689" y="686480"/>
                </a:cubicBezTo>
                <a:cubicBezTo>
                  <a:pt x="1991694" y="678237"/>
                  <a:pt x="1998288" y="675764"/>
                  <a:pt x="2010238" y="675764"/>
                </a:cubicBezTo>
                <a:cubicBezTo>
                  <a:pt x="2024249" y="675764"/>
                  <a:pt x="2030430" y="672055"/>
                  <a:pt x="2057215" y="648975"/>
                </a:cubicBezTo>
                <a:cubicBezTo>
                  <a:pt x="2084000" y="625483"/>
                  <a:pt x="2089769" y="622186"/>
                  <a:pt x="2104604" y="622186"/>
                </a:cubicBezTo>
                <a:cubicBezTo>
                  <a:pt x="2119439" y="622186"/>
                  <a:pt x="2122323" y="620538"/>
                  <a:pt x="2129741" y="607761"/>
                </a:cubicBezTo>
                <a:cubicBezTo>
                  <a:pt x="2139218" y="591688"/>
                  <a:pt x="2151581" y="588803"/>
                  <a:pt x="2158174" y="601579"/>
                </a:cubicBezTo>
                <a:cubicBezTo>
                  <a:pt x="2163943" y="611883"/>
                  <a:pt x="2177954" y="611883"/>
                  <a:pt x="2207623" y="601579"/>
                </a:cubicBezTo>
                <a:cubicBezTo>
                  <a:pt x="2236881" y="591276"/>
                  <a:pt x="2262017" y="590864"/>
                  <a:pt x="2271083" y="600755"/>
                </a:cubicBezTo>
                <a:cubicBezTo>
                  <a:pt x="2276440" y="607349"/>
                  <a:pt x="2276852" y="610646"/>
                  <a:pt x="2273144" y="622598"/>
                </a:cubicBezTo>
                <a:cubicBezTo>
                  <a:pt x="2270259" y="630429"/>
                  <a:pt x="2264490" y="640733"/>
                  <a:pt x="2259957" y="645678"/>
                </a:cubicBezTo>
                <a:cubicBezTo>
                  <a:pt x="2245534" y="661752"/>
                  <a:pt x="2256660" y="661752"/>
                  <a:pt x="2287154" y="645678"/>
                </a:cubicBezTo>
                <a:cubicBezTo>
                  <a:pt x="2318884" y="629193"/>
                  <a:pt x="2321769" y="628368"/>
                  <a:pt x="2331246" y="634550"/>
                </a:cubicBezTo>
                <a:cubicBezTo>
                  <a:pt x="2336191" y="637435"/>
                  <a:pt x="2336191" y="639496"/>
                  <a:pt x="2329598" y="646502"/>
                </a:cubicBezTo>
                <a:cubicBezTo>
                  <a:pt x="2319296" y="657630"/>
                  <a:pt x="2322593" y="669170"/>
                  <a:pt x="2336603" y="670819"/>
                </a:cubicBezTo>
                <a:cubicBezTo>
                  <a:pt x="2343609" y="671643"/>
                  <a:pt x="2347730" y="674528"/>
                  <a:pt x="2347730" y="679061"/>
                </a:cubicBezTo>
                <a:cubicBezTo>
                  <a:pt x="2347730" y="683183"/>
                  <a:pt x="2353499" y="688541"/>
                  <a:pt x="2361328" y="691426"/>
                </a:cubicBezTo>
                <a:cubicBezTo>
                  <a:pt x="2392234" y="704202"/>
                  <a:pt x="2395943" y="711621"/>
                  <a:pt x="2375339" y="721100"/>
                </a:cubicBezTo>
                <a:cubicBezTo>
                  <a:pt x="2355971" y="730167"/>
                  <a:pt x="2356383" y="739234"/>
                  <a:pt x="2377399" y="747065"/>
                </a:cubicBezTo>
                <a:lnTo>
                  <a:pt x="2394706" y="754071"/>
                </a:lnTo>
                <a:lnTo>
                  <a:pt x="2383580" y="765611"/>
                </a:lnTo>
                <a:cubicBezTo>
                  <a:pt x="2377399" y="771793"/>
                  <a:pt x="2372454" y="779624"/>
                  <a:pt x="2372454" y="782921"/>
                </a:cubicBezTo>
                <a:cubicBezTo>
                  <a:pt x="2372454" y="785806"/>
                  <a:pt x="2365037" y="795285"/>
                  <a:pt x="2355971" y="803528"/>
                </a:cubicBezTo>
                <a:cubicBezTo>
                  <a:pt x="2344845" y="813831"/>
                  <a:pt x="2338664" y="823310"/>
                  <a:pt x="2337428" y="832377"/>
                </a:cubicBezTo>
                <a:cubicBezTo>
                  <a:pt x="2336603" y="839796"/>
                  <a:pt x="2331246" y="852572"/>
                  <a:pt x="2325477" y="860815"/>
                </a:cubicBezTo>
                <a:cubicBezTo>
                  <a:pt x="2319708" y="869058"/>
                  <a:pt x="2312703" y="884719"/>
                  <a:pt x="2309818" y="895847"/>
                </a:cubicBezTo>
                <a:cubicBezTo>
                  <a:pt x="2306522" y="908211"/>
                  <a:pt x="2299516" y="920575"/>
                  <a:pt x="2290863" y="929230"/>
                </a:cubicBezTo>
                <a:cubicBezTo>
                  <a:pt x="2280973" y="938709"/>
                  <a:pt x="2276852" y="946952"/>
                  <a:pt x="2276028" y="958492"/>
                </a:cubicBezTo>
                <a:cubicBezTo>
                  <a:pt x="2274792" y="969620"/>
                  <a:pt x="2271907" y="976214"/>
                  <a:pt x="2265314" y="980748"/>
                </a:cubicBezTo>
                <a:cubicBezTo>
                  <a:pt x="2259957" y="984045"/>
                  <a:pt x="2248831" y="993524"/>
                  <a:pt x="2241001" y="1001767"/>
                </a:cubicBezTo>
                <a:cubicBezTo>
                  <a:pt x="2232760" y="1010009"/>
                  <a:pt x="2219161" y="1019901"/>
                  <a:pt x="2210920" y="1023610"/>
                </a:cubicBezTo>
                <a:cubicBezTo>
                  <a:pt x="2202678" y="1027731"/>
                  <a:pt x="2192788" y="1035562"/>
                  <a:pt x="2189080" y="1040920"/>
                </a:cubicBezTo>
                <a:cubicBezTo>
                  <a:pt x="2184547" y="1048338"/>
                  <a:pt x="2180014" y="1050399"/>
                  <a:pt x="2173421" y="1048751"/>
                </a:cubicBezTo>
                <a:cubicBezTo>
                  <a:pt x="2166003" y="1046690"/>
                  <a:pt x="2160646" y="1050399"/>
                  <a:pt x="2146224" y="1066885"/>
                </a:cubicBezTo>
                <a:cubicBezTo>
                  <a:pt x="2136746" y="1078425"/>
                  <a:pt x="2127268" y="1087904"/>
                  <a:pt x="2125208" y="1087904"/>
                </a:cubicBezTo>
                <a:cubicBezTo>
                  <a:pt x="2123147" y="1087904"/>
                  <a:pt x="2121087" y="1082958"/>
                  <a:pt x="2120263" y="1076776"/>
                </a:cubicBezTo>
                <a:cubicBezTo>
                  <a:pt x="2118202" y="1059466"/>
                  <a:pt x="2108312" y="1061115"/>
                  <a:pt x="2085648" y="1082134"/>
                </a:cubicBezTo>
                <a:cubicBezTo>
                  <a:pt x="2057215" y="1109335"/>
                  <a:pt x="2025485" y="1129942"/>
                  <a:pt x="2020540" y="1124996"/>
                </a:cubicBezTo>
                <a:cubicBezTo>
                  <a:pt x="2013123" y="1117578"/>
                  <a:pt x="2001172" y="1120463"/>
                  <a:pt x="1977272" y="1134888"/>
                </a:cubicBezTo>
                <a:cubicBezTo>
                  <a:pt x="1941009" y="1156319"/>
                  <a:pt x="1915872" y="1168271"/>
                  <a:pt x="1877961" y="1180635"/>
                </a:cubicBezTo>
                <a:cubicBezTo>
                  <a:pt x="1858593" y="1186817"/>
                  <a:pt x="1821506" y="1200418"/>
                  <a:pt x="1795546" y="1210721"/>
                </a:cubicBezTo>
                <a:cubicBezTo>
                  <a:pt x="1769585" y="1221025"/>
                  <a:pt x="1744448" y="1229268"/>
                  <a:pt x="1739915" y="1228856"/>
                </a:cubicBezTo>
                <a:cubicBezTo>
                  <a:pt x="1730849" y="1228443"/>
                  <a:pt x="1702828" y="1237923"/>
                  <a:pt x="1667802" y="1253996"/>
                </a:cubicBezTo>
                <a:cubicBezTo>
                  <a:pt x="1637720" y="1267597"/>
                  <a:pt x="1630715" y="1269657"/>
                  <a:pt x="1630715" y="1265124"/>
                </a:cubicBezTo>
                <a:cubicBezTo>
                  <a:pt x="1630715" y="1262651"/>
                  <a:pt x="1632775" y="1261002"/>
                  <a:pt x="1634835" y="1261002"/>
                </a:cubicBezTo>
                <a:cubicBezTo>
                  <a:pt x="1641017" y="1261002"/>
                  <a:pt x="1639780" y="1248638"/>
                  <a:pt x="1633187" y="1246165"/>
                </a:cubicBezTo>
                <a:cubicBezTo>
                  <a:pt x="1629890" y="1244929"/>
                  <a:pt x="1617940" y="1248638"/>
                  <a:pt x="1606814" y="1254408"/>
                </a:cubicBezTo>
                <a:cubicBezTo>
                  <a:pt x="1583326" y="1266360"/>
                  <a:pt x="1578793" y="1276664"/>
                  <a:pt x="1583326" y="1307162"/>
                </a:cubicBezTo>
                <a:cubicBezTo>
                  <a:pt x="1584562" y="1317053"/>
                  <a:pt x="1586622" y="1357443"/>
                  <a:pt x="1587446" y="1397008"/>
                </a:cubicBezTo>
                <a:cubicBezTo>
                  <a:pt x="1588683" y="1466248"/>
                  <a:pt x="1592803" y="1504165"/>
                  <a:pt x="1601869" y="1520238"/>
                </a:cubicBezTo>
                <a:cubicBezTo>
                  <a:pt x="1605578" y="1528069"/>
                  <a:pt x="1636896" y="1545379"/>
                  <a:pt x="1646374" y="1545379"/>
                </a:cubicBezTo>
                <a:cubicBezTo>
                  <a:pt x="1648846" y="1545379"/>
                  <a:pt x="1659560" y="1549912"/>
                  <a:pt x="1670274" y="1555682"/>
                </a:cubicBezTo>
                <a:cubicBezTo>
                  <a:pt x="1680988" y="1561452"/>
                  <a:pt x="1692526" y="1565986"/>
                  <a:pt x="1696235" y="1565986"/>
                </a:cubicBezTo>
                <a:cubicBezTo>
                  <a:pt x="1699944" y="1565986"/>
                  <a:pt x="1709833" y="1569283"/>
                  <a:pt x="1717663" y="1573404"/>
                </a:cubicBezTo>
                <a:cubicBezTo>
                  <a:pt x="1725904" y="1577525"/>
                  <a:pt x="1743624" y="1584120"/>
                  <a:pt x="1756810" y="1588241"/>
                </a:cubicBezTo>
                <a:cubicBezTo>
                  <a:pt x="1769997" y="1591950"/>
                  <a:pt x="1786892" y="1597720"/>
                  <a:pt x="1793897" y="1601017"/>
                </a:cubicBezTo>
                <a:cubicBezTo>
                  <a:pt x="1801315" y="1604315"/>
                  <a:pt x="1814089" y="1608024"/>
                  <a:pt x="1822743" y="1609672"/>
                </a:cubicBezTo>
                <a:cubicBezTo>
                  <a:pt x="1846231" y="1613794"/>
                  <a:pt x="1861478" y="1622449"/>
                  <a:pt x="1861478" y="1631928"/>
                </a:cubicBezTo>
                <a:cubicBezTo>
                  <a:pt x="1861478" y="1641819"/>
                  <a:pt x="1863950" y="1642231"/>
                  <a:pt x="1872604" y="1633576"/>
                </a:cubicBezTo>
                <a:cubicBezTo>
                  <a:pt x="1876313" y="1629867"/>
                  <a:pt x="1881670" y="1628631"/>
                  <a:pt x="1885791" y="1630279"/>
                </a:cubicBezTo>
                <a:cubicBezTo>
                  <a:pt x="1889499" y="1631928"/>
                  <a:pt x="1903510" y="1633989"/>
                  <a:pt x="1917108" y="1634813"/>
                </a:cubicBezTo>
                <a:cubicBezTo>
                  <a:pt x="1930707" y="1635637"/>
                  <a:pt x="1946778" y="1638934"/>
                  <a:pt x="1952547" y="1641819"/>
                </a:cubicBezTo>
                <a:cubicBezTo>
                  <a:pt x="1960377" y="1645941"/>
                  <a:pt x="1973151" y="1646353"/>
                  <a:pt x="1999936" y="1644292"/>
                </a:cubicBezTo>
                <a:cubicBezTo>
                  <a:pt x="2030018" y="1641819"/>
                  <a:pt x="2037847" y="1642231"/>
                  <a:pt x="2044028" y="1647589"/>
                </a:cubicBezTo>
                <a:cubicBezTo>
                  <a:pt x="2047737" y="1650886"/>
                  <a:pt x="2051034" y="1655832"/>
                  <a:pt x="2051034" y="1658717"/>
                </a:cubicBezTo>
                <a:cubicBezTo>
                  <a:pt x="2051034" y="1661602"/>
                  <a:pt x="2054742" y="1667784"/>
                  <a:pt x="2058863" y="1672730"/>
                </a:cubicBezTo>
                <a:cubicBezTo>
                  <a:pt x="2066281" y="1681385"/>
                  <a:pt x="2068341" y="1681797"/>
                  <a:pt x="2081527" y="1677263"/>
                </a:cubicBezTo>
                <a:cubicBezTo>
                  <a:pt x="2093066" y="1673554"/>
                  <a:pt x="2098011" y="1673966"/>
                  <a:pt x="2107900" y="1678912"/>
                </a:cubicBezTo>
                <a:cubicBezTo>
                  <a:pt x="2116142" y="1683033"/>
                  <a:pt x="2126444" y="1684270"/>
                  <a:pt x="2142103" y="1682621"/>
                </a:cubicBezTo>
                <a:cubicBezTo>
                  <a:pt x="2162295" y="1680560"/>
                  <a:pt x="2165179" y="1681385"/>
                  <a:pt x="2174245" y="1691276"/>
                </a:cubicBezTo>
                <a:cubicBezTo>
                  <a:pt x="2186607" y="1704464"/>
                  <a:pt x="2203502" y="1705289"/>
                  <a:pt x="2222458" y="1693337"/>
                </a:cubicBezTo>
                <a:cubicBezTo>
                  <a:pt x="2235232" y="1685506"/>
                  <a:pt x="2252952" y="1685506"/>
                  <a:pt x="2252952" y="1692925"/>
                </a:cubicBezTo>
                <a:cubicBezTo>
                  <a:pt x="2252952" y="1697458"/>
                  <a:pt x="2227403" y="1724247"/>
                  <a:pt x="2215865" y="1732078"/>
                </a:cubicBezTo>
                <a:cubicBezTo>
                  <a:pt x="2210508" y="1735787"/>
                  <a:pt x="2198970" y="1739084"/>
                  <a:pt x="2190316" y="1739084"/>
                </a:cubicBezTo>
                <a:cubicBezTo>
                  <a:pt x="2181662" y="1739084"/>
                  <a:pt x="2174657" y="1740733"/>
                  <a:pt x="2174657" y="1742793"/>
                </a:cubicBezTo>
                <a:cubicBezTo>
                  <a:pt x="2174657" y="1746503"/>
                  <a:pt x="2184135" y="1748563"/>
                  <a:pt x="2227403" y="1753921"/>
                </a:cubicBezTo>
                <a:cubicBezTo>
                  <a:pt x="2249655" y="1756394"/>
                  <a:pt x="2252952" y="1760515"/>
                  <a:pt x="2242650" y="1773704"/>
                </a:cubicBezTo>
                <a:cubicBezTo>
                  <a:pt x="2232760" y="1786892"/>
                  <a:pt x="2235232" y="1789365"/>
                  <a:pt x="2258309" y="1786480"/>
                </a:cubicBezTo>
                <a:cubicBezTo>
                  <a:pt x="2275204" y="1784419"/>
                  <a:pt x="2281385" y="1785244"/>
                  <a:pt x="2285506" y="1789777"/>
                </a:cubicBezTo>
                <a:cubicBezTo>
                  <a:pt x="2290863" y="1796372"/>
                  <a:pt x="2283858" y="1801729"/>
                  <a:pt x="2252128" y="1816154"/>
                </a:cubicBezTo>
                <a:cubicBezTo>
                  <a:pt x="2236057" y="1823161"/>
                  <a:pt x="2236057" y="1842943"/>
                  <a:pt x="2251715" y="1856132"/>
                </a:cubicBezTo>
                <a:lnTo>
                  <a:pt x="2263254" y="1866023"/>
                </a:lnTo>
                <a:lnTo>
                  <a:pt x="2247595" y="1872617"/>
                </a:lnTo>
                <a:cubicBezTo>
                  <a:pt x="2234820" y="1877563"/>
                  <a:pt x="2231936" y="1880860"/>
                  <a:pt x="2233172" y="1888279"/>
                </a:cubicBezTo>
                <a:cubicBezTo>
                  <a:pt x="2233996" y="1894873"/>
                  <a:pt x="2232348" y="1897346"/>
                  <a:pt x="2228639" y="1896521"/>
                </a:cubicBezTo>
                <a:cubicBezTo>
                  <a:pt x="2225343" y="1895697"/>
                  <a:pt x="2217513" y="1896521"/>
                  <a:pt x="2211332" y="1897758"/>
                </a:cubicBezTo>
                <a:cubicBezTo>
                  <a:pt x="2196497" y="1901055"/>
                  <a:pt x="2191964" y="1914243"/>
                  <a:pt x="2201854" y="1925371"/>
                </a:cubicBezTo>
                <a:cubicBezTo>
                  <a:pt x="2209271" y="1933202"/>
                  <a:pt x="2209271" y="1933614"/>
                  <a:pt x="2201442" y="1938147"/>
                </a:cubicBezTo>
                <a:cubicBezTo>
                  <a:pt x="2189492" y="1945154"/>
                  <a:pt x="2161883" y="1953397"/>
                  <a:pt x="2149520" y="1953397"/>
                </a:cubicBezTo>
                <a:cubicBezTo>
                  <a:pt x="2143751" y="1953397"/>
                  <a:pt x="2135510" y="1957106"/>
                  <a:pt x="2131389" y="1961639"/>
                </a:cubicBezTo>
                <a:cubicBezTo>
                  <a:pt x="2127268" y="1966173"/>
                  <a:pt x="2117378" y="1971531"/>
                  <a:pt x="2109137" y="1974004"/>
                </a:cubicBezTo>
                <a:cubicBezTo>
                  <a:pt x="2100895" y="1976064"/>
                  <a:pt x="2085648" y="1985131"/>
                  <a:pt x="2074934" y="1993374"/>
                </a:cubicBezTo>
                <a:cubicBezTo>
                  <a:pt x="2064220" y="2002029"/>
                  <a:pt x="2048973" y="2013569"/>
                  <a:pt x="2040732" y="2019339"/>
                </a:cubicBezTo>
                <a:cubicBezTo>
                  <a:pt x="2032490" y="2025109"/>
                  <a:pt x="2020128" y="2034176"/>
                  <a:pt x="2013123" y="2039534"/>
                </a:cubicBezTo>
                <a:lnTo>
                  <a:pt x="2000760" y="2049837"/>
                </a:lnTo>
                <a:lnTo>
                  <a:pt x="2011474" y="2028406"/>
                </a:lnTo>
                <a:cubicBezTo>
                  <a:pt x="2022600" y="2006563"/>
                  <a:pt x="2025485" y="1990489"/>
                  <a:pt x="2018067" y="1990489"/>
                </a:cubicBezTo>
                <a:cubicBezTo>
                  <a:pt x="2016007" y="1990489"/>
                  <a:pt x="2013947" y="1985131"/>
                  <a:pt x="2013947" y="1978537"/>
                </a:cubicBezTo>
                <a:cubicBezTo>
                  <a:pt x="2013947" y="1962876"/>
                  <a:pt x="2007766" y="1959167"/>
                  <a:pt x="1995403" y="1967409"/>
                </a:cubicBezTo>
                <a:cubicBezTo>
                  <a:pt x="1990046" y="1971119"/>
                  <a:pt x="1971091" y="1979774"/>
                  <a:pt x="1953783" y="1986368"/>
                </a:cubicBezTo>
                <a:cubicBezTo>
                  <a:pt x="1936064" y="1993374"/>
                  <a:pt x="1905158" y="2007799"/>
                  <a:pt x="1884554" y="2018515"/>
                </a:cubicBezTo>
                <a:cubicBezTo>
                  <a:pt x="1863950" y="2029230"/>
                  <a:pt x="1842110" y="2038297"/>
                  <a:pt x="1835517" y="2038709"/>
                </a:cubicBezTo>
                <a:cubicBezTo>
                  <a:pt x="1821506" y="2039946"/>
                  <a:pt x="1795134" y="2053959"/>
                  <a:pt x="1763816" y="2076214"/>
                </a:cubicBezTo>
                <a:cubicBezTo>
                  <a:pt x="1756398" y="2081572"/>
                  <a:pt x="1750217" y="2084869"/>
                  <a:pt x="1750217" y="2083633"/>
                </a:cubicBezTo>
                <a:cubicBezTo>
                  <a:pt x="1750217" y="2079099"/>
                  <a:pt x="1771645" y="2049425"/>
                  <a:pt x="1786480" y="2033764"/>
                </a:cubicBezTo>
                <a:cubicBezTo>
                  <a:pt x="1809968" y="2008623"/>
                  <a:pt x="1871780" y="1928668"/>
                  <a:pt x="1871780" y="1923723"/>
                </a:cubicBezTo>
                <a:cubicBezTo>
                  <a:pt x="1871780" y="1920838"/>
                  <a:pt x="1858181" y="1918777"/>
                  <a:pt x="1835517" y="1918365"/>
                </a:cubicBezTo>
                <a:cubicBezTo>
                  <a:pt x="1808320" y="1917540"/>
                  <a:pt x="1797194" y="1915480"/>
                  <a:pt x="1791837" y="1910122"/>
                </a:cubicBezTo>
                <a:cubicBezTo>
                  <a:pt x="1787304" y="1906413"/>
                  <a:pt x="1774942" y="1902291"/>
                  <a:pt x="1764228" y="1901467"/>
                </a:cubicBezTo>
                <a:cubicBezTo>
                  <a:pt x="1753102" y="1900231"/>
                  <a:pt x="1742388" y="1897758"/>
                  <a:pt x="1739915" y="1895697"/>
                </a:cubicBezTo>
                <a:cubicBezTo>
                  <a:pt x="1737855" y="1894049"/>
                  <a:pt x="1729201" y="1891164"/>
                  <a:pt x="1721372" y="1889515"/>
                </a:cubicBezTo>
                <a:cubicBezTo>
                  <a:pt x="1713542" y="1887866"/>
                  <a:pt x="1679340" y="1877563"/>
                  <a:pt x="1645549" y="1866023"/>
                </a:cubicBezTo>
                <a:cubicBezTo>
                  <a:pt x="1603105" y="1852010"/>
                  <a:pt x="1582914" y="1847065"/>
                  <a:pt x="1580029" y="1849950"/>
                </a:cubicBezTo>
                <a:cubicBezTo>
                  <a:pt x="1577145" y="1852835"/>
                  <a:pt x="1577557" y="1856544"/>
                  <a:pt x="1582502" y="1861490"/>
                </a:cubicBezTo>
                <a:cubicBezTo>
                  <a:pt x="1585798" y="1865611"/>
                  <a:pt x="1591155" y="1874266"/>
                  <a:pt x="1593628" y="1880860"/>
                </a:cubicBezTo>
                <a:cubicBezTo>
                  <a:pt x="1597336" y="1891576"/>
                  <a:pt x="1596924" y="1894049"/>
                  <a:pt x="1587034" y="1904764"/>
                </a:cubicBezTo>
                <a:lnTo>
                  <a:pt x="1575496" y="1916304"/>
                </a:lnTo>
                <a:lnTo>
                  <a:pt x="1583738" y="1931553"/>
                </a:lnTo>
                <a:cubicBezTo>
                  <a:pt x="1589507" y="1943093"/>
                  <a:pt x="1591567" y="1954221"/>
                  <a:pt x="1591155" y="1973179"/>
                </a:cubicBezTo>
                <a:cubicBezTo>
                  <a:pt x="1590743" y="1987604"/>
                  <a:pt x="1589507" y="1999968"/>
                  <a:pt x="1588271" y="2001205"/>
                </a:cubicBezTo>
                <a:cubicBezTo>
                  <a:pt x="1585386" y="2004090"/>
                  <a:pt x="1593216" y="2027582"/>
                  <a:pt x="1599397" y="2035412"/>
                </a:cubicBezTo>
                <a:cubicBezTo>
                  <a:pt x="1601869" y="2038709"/>
                  <a:pt x="1603105" y="2052310"/>
                  <a:pt x="1602693" y="2066735"/>
                </a:cubicBezTo>
                <a:cubicBezTo>
                  <a:pt x="1601457" y="2089815"/>
                  <a:pt x="1602281" y="2093112"/>
                  <a:pt x="1610523" y="2099294"/>
                </a:cubicBezTo>
                <a:cubicBezTo>
                  <a:pt x="1615880" y="2103003"/>
                  <a:pt x="1623709" y="2105888"/>
                  <a:pt x="1627830" y="2105888"/>
                </a:cubicBezTo>
                <a:cubicBezTo>
                  <a:pt x="1631951" y="2105888"/>
                  <a:pt x="1639780" y="2110422"/>
                  <a:pt x="1645549" y="2116192"/>
                </a:cubicBezTo>
                <a:cubicBezTo>
                  <a:pt x="1651318" y="2121962"/>
                  <a:pt x="1657500" y="2126495"/>
                  <a:pt x="1659560" y="2126495"/>
                </a:cubicBezTo>
                <a:cubicBezTo>
                  <a:pt x="1661620" y="2126495"/>
                  <a:pt x="1669038" y="2132265"/>
                  <a:pt x="1676043" y="2138859"/>
                </a:cubicBezTo>
                <a:cubicBezTo>
                  <a:pt x="1683873" y="2146278"/>
                  <a:pt x="1692938" y="2151224"/>
                  <a:pt x="1699944" y="2151224"/>
                </a:cubicBezTo>
                <a:cubicBezTo>
                  <a:pt x="1706125" y="2151224"/>
                  <a:pt x="1715603" y="2154109"/>
                  <a:pt x="1721372" y="2157406"/>
                </a:cubicBezTo>
                <a:cubicBezTo>
                  <a:pt x="1737031" y="2166473"/>
                  <a:pt x="1746096" y="2170594"/>
                  <a:pt x="1772881" y="2180486"/>
                </a:cubicBezTo>
                <a:cubicBezTo>
                  <a:pt x="1802139" y="2191201"/>
                  <a:pt x="1824391" y="2201505"/>
                  <a:pt x="1824391" y="2204802"/>
                </a:cubicBezTo>
                <a:cubicBezTo>
                  <a:pt x="1824391" y="2206038"/>
                  <a:pt x="1828924" y="2212220"/>
                  <a:pt x="1834693" y="2218402"/>
                </a:cubicBezTo>
                <a:cubicBezTo>
                  <a:pt x="1843759" y="2227469"/>
                  <a:pt x="1846643" y="2228706"/>
                  <a:pt x="1853649" y="2224997"/>
                </a:cubicBezTo>
                <a:cubicBezTo>
                  <a:pt x="1859418" y="2222112"/>
                  <a:pt x="1866011" y="2222112"/>
                  <a:pt x="1876313" y="2225409"/>
                </a:cubicBezTo>
                <a:cubicBezTo>
                  <a:pt x="1886203" y="2228706"/>
                  <a:pt x="1894032" y="2229118"/>
                  <a:pt x="1902686" y="2226233"/>
                </a:cubicBezTo>
                <a:cubicBezTo>
                  <a:pt x="1913400" y="2222524"/>
                  <a:pt x="1914636" y="2222936"/>
                  <a:pt x="1915872" y="2230767"/>
                </a:cubicBezTo>
                <a:cubicBezTo>
                  <a:pt x="1916696" y="2236124"/>
                  <a:pt x="1922465" y="2242719"/>
                  <a:pt x="1930295" y="2246428"/>
                </a:cubicBezTo>
                <a:cubicBezTo>
                  <a:pt x="1937712" y="2250137"/>
                  <a:pt x="1946778" y="2255495"/>
                  <a:pt x="1950487" y="2258792"/>
                </a:cubicBezTo>
                <a:cubicBezTo>
                  <a:pt x="1956668" y="2263738"/>
                  <a:pt x="1956256" y="2264974"/>
                  <a:pt x="1946366" y="2272805"/>
                </a:cubicBezTo>
                <a:lnTo>
                  <a:pt x="1935652" y="2281460"/>
                </a:lnTo>
                <a:lnTo>
                  <a:pt x="1948014" y="2293412"/>
                </a:lnTo>
                <a:cubicBezTo>
                  <a:pt x="1954608" y="2300006"/>
                  <a:pt x="1960377" y="2307012"/>
                  <a:pt x="1960377" y="2309073"/>
                </a:cubicBezTo>
                <a:cubicBezTo>
                  <a:pt x="1960377" y="2311134"/>
                  <a:pt x="1964085" y="2317728"/>
                  <a:pt x="1968618" y="2324322"/>
                </a:cubicBezTo>
                <a:lnTo>
                  <a:pt x="1976448" y="2335450"/>
                </a:lnTo>
                <a:lnTo>
                  <a:pt x="1963261" y="2342044"/>
                </a:lnTo>
                <a:cubicBezTo>
                  <a:pt x="1955844" y="2345753"/>
                  <a:pt x="1938536" y="2352760"/>
                  <a:pt x="1924526" y="2357705"/>
                </a:cubicBezTo>
                <a:cubicBezTo>
                  <a:pt x="1896093" y="2367597"/>
                  <a:pt x="1892384" y="2374191"/>
                  <a:pt x="1910927" y="2382022"/>
                </a:cubicBezTo>
                <a:cubicBezTo>
                  <a:pt x="1919993" y="2385731"/>
                  <a:pt x="1935652" y="2405101"/>
                  <a:pt x="1935652" y="2412932"/>
                </a:cubicBezTo>
                <a:cubicBezTo>
                  <a:pt x="1935652" y="2413344"/>
                  <a:pt x="1928235" y="2417054"/>
                  <a:pt x="1919169" y="2421175"/>
                </a:cubicBezTo>
                <a:cubicBezTo>
                  <a:pt x="1910103" y="2425296"/>
                  <a:pt x="1902686" y="2430654"/>
                  <a:pt x="1902686" y="2432715"/>
                </a:cubicBezTo>
                <a:cubicBezTo>
                  <a:pt x="1902686" y="2435188"/>
                  <a:pt x="1907631" y="2442194"/>
                  <a:pt x="1913400" y="2448376"/>
                </a:cubicBezTo>
                <a:cubicBezTo>
                  <a:pt x="1926998" y="2462389"/>
                  <a:pt x="1922465" y="2471044"/>
                  <a:pt x="1893208" y="2485469"/>
                </a:cubicBezTo>
                <a:cubicBezTo>
                  <a:pt x="1876313" y="2493711"/>
                  <a:pt x="1869307" y="2500718"/>
                  <a:pt x="1858181" y="2519264"/>
                </a:cubicBezTo>
                <a:cubicBezTo>
                  <a:pt x="1842935" y="2545229"/>
                  <a:pt x="1832220" y="2552647"/>
                  <a:pt x="1801727" y="2556769"/>
                </a:cubicBezTo>
                <a:cubicBezTo>
                  <a:pt x="1790601" y="2558417"/>
                  <a:pt x="1773293" y="2563775"/>
                  <a:pt x="1764228" y="2568309"/>
                </a:cubicBezTo>
                <a:cubicBezTo>
                  <a:pt x="1748157" y="2576139"/>
                  <a:pt x="1746096" y="2576139"/>
                  <a:pt x="1734146" y="2570369"/>
                </a:cubicBezTo>
                <a:cubicBezTo>
                  <a:pt x="1719311" y="2562951"/>
                  <a:pt x="1710658" y="2564599"/>
                  <a:pt x="1704889" y="2576139"/>
                </a:cubicBezTo>
                <a:cubicBezTo>
                  <a:pt x="1702004" y="2581497"/>
                  <a:pt x="1696235" y="2583558"/>
                  <a:pt x="1684697" y="2582734"/>
                </a:cubicBezTo>
                <a:cubicBezTo>
                  <a:pt x="1652555" y="2581497"/>
                  <a:pt x="1636484" y="2606638"/>
                  <a:pt x="1655027" y="2629717"/>
                </a:cubicBezTo>
                <a:cubicBezTo>
                  <a:pt x="1660796" y="2637136"/>
                  <a:pt x="1661620" y="2641257"/>
                  <a:pt x="1658736" y="2648264"/>
                </a:cubicBezTo>
                <a:cubicBezTo>
                  <a:pt x="1655851" y="2654446"/>
                  <a:pt x="1655851" y="2659804"/>
                  <a:pt x="1659148" y="2665574"/>
                </a:cubicBezTo>
                <a:cubicBezTo>
                  <a:pt x="1661620" y="2670107"/>
                  <a:pt x="1663681" y="2677938"/>
                  <a:pt x="1663681" y="2682059"/>
                </a:cubicBezTo>
                <a:cubicBezTo>
                  <a:pt x="1663681" y="2686593"/>
                  <a:pt x="1668214" y="2698545"/>
                  <a:pt x="1673983" y="2708024"/>
                </a:cubicBezTo>
                <a:cubicBezTo>
                  <a:pt x="1679752" y="2718327"/>
                  <a:pt x="1684285" y="2732752"/>
                  <a:pt x="1684285" y="2741819"/>
                </a:cubicBezTo>
                <a:cubicBezTo>
                  <a:pt x="1684285" y="2754184"/>
                  <a:pt x="1686345" y="2758305"/>
                  <a:pt x="1694175" y="2761602"/>
                </a:cubicBezTo>
                <a:cubicBezTo>
                  <a:pt x="1711070" y="2769433"/>
                  <a:pt x="1715190" y="2785506"/>
                  <a:pt x="1717251" y="2849388"/>
                </a:cubicBezTo>
                <a:cubicBezTo>
                  <a:pt x="1717663" y="2853509"/>
                  <a:pt x="1714778" y="2860103"/>
                  <a:pt x="1711482" y="2863813"/>
                </a:cubicBezTo>
                <a:cubicBezTo>
                  <a:pt x="1707773" y="2867934"/>
                  <a:pt x="1704889" y="2874116"/>
                  <a:pt x="1704889" y="2878238"/>
                </a:cubicBezTo>
                <a:cubicBezTo>
                  <a:pt x="1704889" y="2891838"/>
                  <a:pt x="1669862" y="2940883"/>
                  <a:pt x="1655027" y="2947889"/>
                </a:cubicBezTo>
                <a:cubicBezTo>
                  <a:pt x="1636072" y="2956956"/>
                  <a:pt x="1620001" y="2970557"/>
                  <a:pt x="1608874" y="2987455"/>
                </a:cubicBezTo>
                <a:cubicBezTo>
                  <a:pt x="1602693" y="2996109"/>
                  <a:pt x="1592803" y="3003940"/>
                  <a:pt x="1581265" y="3008061"/>
                </a:cubicBezTo>
                <a:cubicBezTo>
                  <a:pt x="1566430" y="3013419"/>
                  <a:pt x="1562310" y="3017129"/>
                  <a:pt x="1561486" y="3025371"/>
                </a:cubicBezTo>
                <a:cubicBezTo>
                  <a:pt x="1560661" y="3031553"/>
                  <a:pt x="1556541" y="3037736"/>
                  <a:pt x="1551184" y="3040208"/>
                </a:cubicBezTo>
                <a:cubicBezTo>
                  <a:pt x="1527283" y="3050924"/>
                  <a:pt x="1486075" y="3063288"/>
                  <a:pt x="1464647" y="3066585"/>
                </a:cubicBezTo>
                <a:cubicBezTo>
                  <a:pt x="1451461" y="3068646"/>
                  <a:pt x="1437038" y="3071943"/>
                  <a:pt x="1432917" y="3074416"/>
                </a:cubicBezTo>
                <a:cubicBezTo>
                  <a:pt x="1420555" y="3081010"/>
                  <a:pt x="1414786" y="3079362"/>
                  <a:pt x="1398715" y="3064525"/>
                </a:cubicBezTo>
                <a:close/>
                <a:moveTo>
                  <a:pt x="1299816" y="1942681"/>
                </a:moveTo>
                <a:cubicBezTo>
                  <a:pt x="1297756" y="1923723"/>
                  <a:pt x="1298580" y="1920013"/>
                  <a:pt x="1303525" y="1922074"/>
                </a:cubicBezTo>
                <a:cubicBezTo>
                  <a:pt x="1311767" y="1925371"/>
                  <a:pt x="1310942" y="1909298"/>
                  <a:pt x="1302701" y="1904764"/>
                </a:cubicBezTo>
                <a:cubicBezTo>
                  <a:pt x="1298992" y="1902703"/>
                  <a:pt x="1295696" y="1894873"/>
                  <a:pt x="1294871" y="1887042"/>
                </a:cubicBezTo>
                <a:cubicBezTo>
                  <a:pt x="1291575" y="1852010"/>
                  <a:pt x="1287042" y="1776589"/>
                  <a:pt x="1287454" y="1761752"/>
                </a:cubicBezTo>
                <a:cubicBezTo>
                  <a:pt x="1287866" y="1743206"/>
                  <a:pt x="1285394" y="1740733"/>
                  <a:pt x="1249543" y="1723011"/>
                </a:cubicBezTo>
                <a:cubicBezTo>
                  <a:pt x="1210808" y="1704052"/>
                  <a:pt x="1114381" y="1662014"/>
                  <a:pt x="1094602" y="1655420"/>
                </a:cubicBezTo>
                <a:cubicBezTo>
                  <a:pt x="1084712" y="1652123"/>
                  <a:pt x="1054218" y="1638522"/>
                  <a:pt x="1027021" y="1624922"/>
                </a:cubicBezTo>
                <a:cubicBezTo>
                  <a:pt x="999412" y="1611733"/>
                  <a:pt x="971803" y="1598957"/>
                  <a:pt x="965209" y="1596072"/>
                </a:cubicBezTo>
                <a:cubicBezTo>
                  <a:pt x="958204" y="1593187"/>
                  <a:pt x="937188" y="1584532"/>
                  <a:pt x="917820" y="1575877"/>
                </a:cubicBezTo>
                <a:cubicBezTo>
                  <a:pt x="898453" y="1567634"/>
                  <a:pt x="864250" y="1554034"/>
                  <a:pt x="841586" y="1545379"/>
                </a:cubicBezTo>
                <a:cubicBezTo>
                  <a:pt x="818922" y="1536724"/>
                  <a:pt x="792137" y="1525596"/>
                  <a:pt x="781835" y="1521062"/>
                </a:cubicBezTo>
                <a:cubicBezTo>
                  <a:pt x="760407" y="1511171"/>
                  <a:pt x="732386" y="1509522"/>
                  <a:pt x="732386" y="1517765"/>
                </a:cubicBezTo>
                <a:cubicBezTo>
                  <a:pt x="732386" y="1526008"/>
                  <a:pt x="743924" y="1548264"/>
                  <a:pt x="761643" y="1574228"/>
                </a:cubicBezTo>
                <a:cubicBezTo>
                  <a:pt x="778126" y="1598545"/>
                  <a:pt x="825103" y="1645528"/>
                  <a:pt x="868371" y="1681385"/>
                </a:cubicBezTo>
                <a:cubicBezTo>
                  <a:pt x="883206" y="1693749"/>
                  <a:pt x="898865" y="1707349"/>
                  <a:pt x="903398" y="1712295"/>
                </a:cubicBezTo>
                <a:cubicBezTo>
                  <a:pt x="922353" y="1731666"/>
                  <a:pt x="1030318" y="1821512"/>
                  <a:pt x="1034850" y="1821512"/>
                </a:cubicBezTo>
                <a:cubicBezTo>
                  <a:pt x="1037323" y="1821512"/>
                  <a:pt x="1078943" y="1850362"/>
                  <a:pt x="1082651" y="1854483"/>
                </a:cubicBezTo>
                <a:cubicBezTo>
                  <a:pt x="1083888" y="1856132"/>
                  <a:pt x="1099547" y="1866847"/>
                  <a:pt x="1117678" y="1879212"/>
                </a:cubicBezTo>
                <a:cubicBezTo>
                  <a:pt x="1152705" y="1902703"/>
                  <a:pt x="1187731" y="1920425"/>
                  <a:pt x="1198445" y="1920425"/>
                </a:cubicBezTo>
                <a:cubicBezTo>
                  <a:pt x="1202154" y="1920425"/>
                  <a:pt x="1214928" y="1927020"/>
                  <a:pt x="1226467" y="1934850"/>
                </a:cubicBezTo>
                <a:cubicBezTo>
                  <a:pt x="1238005" y="1942681"/>
                  <a:pt x="1250367" y="1949275"/>
                  <a:pt x="1254076" y="1949275"/>
                </a:cubicBezTo>
                <a:cubicBezTo>
                  <a:pt x="1257784" y="1949275"/>
                  <a:pt x="1265202" y="1952984"/>
                  <a:pt x="1270971" y="1957518"/>
                </a:cubicBezTo>
                <a:cubicBezTo>
                  <a:pt x="1276740" y="1962052"/>
                  <a:pt x="1286218" y="1965761"/>
                  <a:pt x="1291987" y="1965761"/>
                </a:cubicBezTo>
                <a:cubicBezTo>
                  <a:pt x="1301877" y="1965761"/>
                  <a:pt x="1302289" y="1965349"/>
                  <a:pt x="1299816" y="1942681"/>
                </a:cubicBezTo>
                <a:close/>
                <a:moveTo>
                  <a:pt x="1312179" y="1816566"/>
                </a:moveTo>
                <a:cubicBezTo>
                  <a:pt x="1311355" y="1811209"/>
                  <a:pt x="1310530" y="1814506"/>
                  <a:pt x="1310530" y="1823573"/>
                </a:cubicBezTo>
                <a:cubicBezTo>
                  <a:pt x="1310118" y="1832640"/>
                  <a:pt x="1310942" y="1836761"/>
                  <a:pt x="1312179" y="1833052"/>
                </a:cubicBezTo>
                <a:cubicBezTo>
                  <a:pt x="1313003" y="1828931"/>
                  <a:pt x="1313003" y="1821512"/>
                  <a:pt x="1312179" y="1816566"/>
                </a:cubicBezTo>
                <a:close/>
                <a:moveTo>
                  <a:pt x="2231524" y="1812445"/>
                </a:moveTo>
                <a:cubicBezTo>
                  <a:pt x="2244710" y="1799256"/>
                  <a:pt x="2233584" y="1797608"/>
                  <a:pt x="2209684" y="1809148"/>
                </a:cubicBezTo>
                <a:lnTo>
                  <a:pt x="2193200" y="1816978"/>
                </a:lnTo>
                <a:lnTo>
                  <a:pt x="2210096" y="1817391"/>
                </a:lnTo>
                <a:cubicBezTo>
                  <a:pt x="2219161" y="1817391"/>
                  <a:pt x="2228639" y="1815330"/>
                  <a:pt x="2231524" y="1812445"/>
                </a:cubicBezTo>
                <a:close/>
                <a:moveTo>
                  <a:pt x="1573024" y="1444817"/>
                </a:moveTo>
                <a:cubicBezTo>
                  <a:pt x="1573024" y="1443580"/>
                  <a:pt x="1571375" y="1441519"/>
                  <a:pt x="1568903" y="1440283"/>
                </a:cubicBezTo>
                <a:cubicBezTo>
                  <a:pt x="1566843" y="1439047"/>
                  <a:pt x="1564782" y="1439871"/>
                  <a:pt x="1564782" y="1441932"/>
                </a:cubicBezTo>
                <a:cubicBezTo>
                  <a:pt x="1564782" y="1444404"/>
                  <a:pt x="1566843" y="1446465"/>
                  <a:pt x="1568903" y="1446465"/>
                </a:cubicBezTo>
                <a:cubicBezTo>
                  <a:pt x="1571375" y="1446465"/>
                  <a:pt x="1573024" y="1445641"/>
                  <a:pt x="1573024" y="1444817"/>
                </a:cubicBezTo>
                <a:close/>
                <a:moveTo>
                  <a:pt x="1554480" y="1308398"/>
                </a:moveTo>
                <a:cubicBezTo>
                  <a:pt x="1551596" y="1289028"/>
                  <a:pt x="1544178" y="1278724"/>
                  <a:pt x="1544178" y="1294386"/>
                </a:cubicBezTo>
                <a:cubicBezTo>
                  <a:pt x="1544178" y="1306750"/>
                  <a:pt x="1553656" y="1337660"/>
                  <a:pt x="1555716" y="1331478"/>
                </a:cubicBezTo>
                <a:cubicBezTo>
                  <a:pt x="1556541" y="1328593"/>
                  <a:pt x="1556129" y="1318290"/>
                  <a:pt x="1554480" y="1308398"/>
                </a:cubicBezTo>
                <a:close/>
                <a:moveTo>
                  <a:pt x="1542942" y="1114281"/>
                </a:moveTo>
                <a:cubicBezTo>
                  <a:pt x="1546239" y="1105214"/>
                  <a:pt x="1536761" y="1096559"/>
                  <a:pt x="1531816" y="1104389"/>
                </a:cubicBezTo>
                <a:cubicBezTo>
                  <a:pt x="1529756" y="1107687"/>
                  <a:pt x="1527695" y="1113044"/>
                  <a:pt x="1527695" y="1115929"/>
                </a:cubicBezTo>
                <a:cubicBezTo>
                  <a:pt x="1527695" y="1122936"/>
                  <a:pt x="1540058" y="1122111"/>
                  <a:pt x="1542942" y="1114281"/>
                </a:cubicBezTo>
                <a:close/>
                <a:moveTo>
                  <a:pt x="1202978" y="1107687"/>
                </a:moveTo>
                <a:cubicBezTo>
                  <a:pt x="1200094" y="1104802"/>
                  <a:pt x="1198033" y="1104389"/>
                  <a:pt x="1198033" y="1106862"/>
                </a:cubicBezTo>
                <a:cubicBezTo>
                  <a:pt x="1198033" y="1112632"/>
                  <a:pt x="1202978" y="1117578"/>
                  <a:pt x="1205863" y="1114693"/>
                </a:cubicBezTo>
                <a:cubicBezTo>
                  <a:pt x="1206687" y="1113456"/>
                  <a:pt x="1205451" y="1110159"/>
                  <a:pt x="1202978" y="1107687"/>
                </a:cubicBezTo>
                <a:close/>
                <a:moveTo>
                  <a:pt x="1551596" y="1051636"/>
                </a:moveTo>
                <a:cubicBezTo>
                  <a:pt x="1552420" y="1048751"/>
                  <a:pt x="1550359" y="1046690"/>
                  <a:pt x="1546651" y="1046690"/>
                </a:cubicBezTo>
                <a:cubicBezTo>
                  <a:pt x="1542942" y="1046690"/>
                  <a:pt x="1540058" y="1049575"/>
                  <a:pt x="1540058" y="1053284"/>
                </a:cubicBezTo>
                <a:cubicBezTo>
                  <a:pt x="1540058" y="1060290"/>
                  <a:pt x="1549123" y="1059054"/>
                  <a:pt x="1551596" y="1051636"/>
                </a:cubicBezTo>
                <a:close/>
                <a:moveTo>
                  <a:pt x="1545002" y="1008773"/>
                </a:moveTo>
                <a:cubicBezTo>
                  <a:pt x="1543766" y="989815"/>
                  <a:pt x="1541706" y="980748"/>
                  <a:pt x="1537997" y="980748"/>
                </a:cubicBezTo>
                <a:cubicBezTo>
                  <a:pt x="1533876" y="980748"/>
                  <a:pt x="1533052" y="987342"/>
                  <a:pt x="1534701" y="1006712"/>
                </a:cubicBezTo>
                <a:cubicBezTo>
                  <a:pt x="1537173" y="1037211"/>
                  <a:pt x="1539233" y="1045453"/>
                  <a:pt x="1543766" y="1040096"/>
                </a:cubicBezTo>
                <a:cubicBezTo>
                  <a:pt x="1545415" y="1038035"/>
                  <a:pt x="1546239" y="1024022"/>
                  <a:pt x="1545002" y="1008773"/>
                </a:cubicBezTo>
                <a:close/>
                <a:moveTo>
                  <a:pt x="1315475" y="968383"/>
                </a:moveTo>
                <a:cubicBezTo>
                  <a:pt x="1316712" y="966323"/>
                  <a:pt x="1315887" y="964262"/>
                  <a:pt x="1313827" y="964262"/>
                </a:cubicBezTo>
                <a:cubicBezTo>
                  <a:pt x="1311355" y="964262"/>
                  <a:pt x="1309294" y="966323"/>
                  <a:pt x="1309294" y="968383"/>
                </a:cubicBezTo>
                <a:cubicBezTo>
                  <a:pt x="1309294" y="970856"/>
                  <a:pt x="1310118" y="972505"/>
                  <a:pt x="1310942" y="972505"/>
                </a:cubicBezTo>
                <a:cubicBezTo>
                  <a:pt x="1312179" y="972505"/>
                  <a:pt x="1314239" y="970856"/>
                  <a:pt x="1315475" y="968383"/>
                </a:cubicBezTo>
                <a:close/>
                <a:moveTo>
                  <a:pt x="1549947" y="925109"/>
                </a:moveTo>
                <a:cubicBezTo>
                  <a:pt x="1547063" y="900793"/>
                  <a:pt x="1544590" y="895435"/>
                  <a:pt x="1539645" y="902853"/>
                </a:cubicBezTo>
                <a:cubicBezTo>
                  <a:pt x="1534288" y="911508"/>
                  <a:pt x="1535113" y="945304"/>
                  <a:pt x="1540882" y="951074"/>
                </a:cubicBezTo>
                <a:cubicBezTo>
                  <a:pt x="1548711" y="958904"/>
                  <a:pt x="1552420" y="948601"/>
                  <a:pt x="1549947" y="925109"/>
                </a:cubicBezTo>
                <a:close/>
                <a:moveTo>
                  <a:pt x="994055" y="928406"/>
                </a:moveTo>
                <a:cubicBezTo>
                  <a:pt x="987462" y="922224"/>
                  <a:pt x="982105" y="914393"/>
                  <a:pt x="982929" y="910272"/>
                </a:cubicBezTo>
                <a:cubicBezTo>
                  <a:pt x="984165" y="902853"/>
                  <a:pt x="969742" y="890077"/>
                  <a:pt x="959852" y="890077"/>
                </a:cubicBezTo>
                <a:cubicBezTo>
                  <a:pt x="955732" y="890077"/>
                  <a:pt x="957380" y="895847"/>
                  <a:pt x="965621" y="909860"/>
                </a:cubicBezTo>
                <a:cubicBezTo>
                  <a:pt x="980868" y="935824"/>
                  <a:pt x="995703" y="949837"/>
                  <a:pt x="1001884" y="943655"/>
                </a:cubicBezTo>
                <a:cubicBezTo>
                  <a:pt x="1005181" y="940358"/>
                  <a:pt x="1003120" y="936236"/>
                  <a:pt x="994055" y="928406"/>
                </a:cubicBezTo>
                <a:close/>
                <a:moveTo>
                  <a:pt x="1478246" y="876888"/>
                </a:moveTo>
                <a:cubicBezTo>
                  <a:pt x="1478246" y="848863"/>
                  <a:pt x="1471241" y="848039"/>
                  <a:pt x="1470004" y="875652"/>
                </a:cubicBezTo>
                <a:cubicBezTo>
                  <a:pt x="1468356" y="897908"/>
                  <a:pt x="1469180" y="902441"/>
                  <a:pt x="1474125" y="902441"/>
                </a:cubicBezTo>
                <a:cubicBezTo>
                  <a:pt x="1476598" y="902441"/>
                  <a:pt x="1478246" y="891313"/>
                  <a:pt x="1478246" y="876888"/>
                </a:cubicBezTo>
                <a:close/>
                <a:moveTo>
                  <a:pt x="802439" y="851748"/>
                </a:moveTo>
                <a:cubicBezTo>
                  <a:pt x="802439" y="847214"/>
                  <a:pt x="786368" y="836499"/>
                  <a:pt x="779774" y="836499"/>
                </a:cubicBezTo>
                <a:cubicBezTo>
                  <a:pt x="773593" y="836499"/>
                  <a:pt x="779362" y="848451"/>
                  <a:pt x="787192" y="852160"/>
                </a:cubicBezTo>
                <a:cubicBezTo>
                  <a:pt x="799554" y="858342"/>
                  <a:pt x="802439" y="857930"/>
                  <a:pt x="802439" y="851748"/>
                </a:cubicBezTo>
                <a:close/>
                <a:moveTo>
                  <a:pt x="937188" y="841857"/>
                </a:moveTo>
                <a:cubicBezTo>
                  <a:pt x="933479" y="838147"/>
                  <a:pt x="928947" y="836499"/>
                  <a:pt x="927298" y="838147"/>
                </a:cubicBezTo>
                <a:cubicBezTo>
                  <a:pt x="925650" y="839796"/>
                  <a:pt x="927710" y="843917"/>
                  <a:pt x="931831" y="847214"/>
                </a:cubicBezTo>
                <a:cubicBezTo>
                  <a:pt x="942133" y="854633"/>
                  <a:pt x="946254" y="850511"/>
                  <a:pt x="937188" y="841857"/>
                </a:cubicBezTo>
                <a:close/>
                <a:moveTo>
                  <a:pt x="1548711" y="810946"/>
                </a:moveTo>
                <a:cubicBezTo>
                  <a:pt x="1548711" y="801055"/>
                  <a:pt x="1549535" y="766847"/>
                  <a:pt x="1550359" y="734700"/>
                </a:cubicBezTo>
                <a:cubicBezTo>
                  <a:pt x="1551596" y="687304"/>
                  <a:pt x="1550359" y="675352"/>
                  <a:pt x="1545827" y="671231"/>
                </a:cubicBezTo>
                <a:cubicBezTo>
                  <a:pt x="1536349" y="663400"/>
                  <a:pt x="1530580" y="672467"/>
                  <a:pt x="1530168" y="695959"/>
                </a:cubicBezTo>
                <a:cubicBezTo>
                  <a:pt x="1529756" y="707087"/>
                  <a:pt x="1528107" y="717803"/>
                  <a:pt x="1526459" y="719451"/>
                </a:cubicBezTo>
                <a:cubicBezTo>
                  <a:pt x="1521102" y="724809"/>
                  <a:pt x="1523574" y="748713"/>
                  <a:pt x="1529756" y="754071"/>
                </a:cubicBezTo>
                <a:cubicBezTo>
                  <a:pt x="1534288" y="758192"/>
                  <a:pt x="1534701" y="760665"/>
                  <a:pt x="1531404" y="764786"/>
                </a:cubicBezTo>
                <a:cubicBezTo>
                  <a:pt x="1528519" y="768496"/>
                  <a:pt x="1527695" y="779211"/>
                  <a:pt x="1529756" y="796109"/>
                </a:cubicBezTo>
                <a:cubicBezTo>
                  <a:pt x="1533052" y="825783"/>
                  <a:pt x="1534288" y="828256"/>
                  <a:pt x="1542530" y="828256"/>
                </a:cubicBezTo>
                <a:cubicBezTo>
                  <a:pt x="1546651" y="828256"/>
                  <a:pt x="1548299" y="822898"/>
                  <a:pt x="1548711" y="810946"/>
                </a:cubicBezTo>
                <a:close/>
                <a:moveTo>
                  <a:pt x="758759" y="799818"/>
                </a:moveTo>
                <a:cubicBezTo>
                  <a:pt x="761643" y="795285"/>
                  <a:pt x="733210" y="762314"/>
                  <a:pt x="725792" y="762314"/>
                </a:cubicBezTo>
                <a:cubicBezTo>
                  <a:pt x="722496" y="762314"/>
                  <a:pt x="718375" y="759017"/>
                  <a:pt x="717139" y="755307"/>
                </a:cubicBezTo>
                <a:cubicBezTo>
                  <a:pt x="712606" y="742531"/>
                  <a:pt x="694474" y="721100"/>
                  <a:pt x="688705" y="721100"/>
                </a:cubicBezTo>
                <a:cubicBezTo>
                  <a:pt x="680052" y="721100"/>
                  <a:pt x="681288" y="724397"/>
                  <a:pt x="699419" y="744592"/>
                </a:cubicBezTo>
                <a:cubicBezTo>
                  <a:pt x="708485" y="754895"/>
                  <a:pt x="715902" y="766023"/>
                  <a:pt x="715902" y="768908"/>
                </a:cubicBezTo>
                <a:cubicBezTo>
                  <a:pt x="715902" y="771793"/>
                  <a:pt x="721672" y="780860"/>
                  <a:pt x="728677" y="789103"/>
                </a:cubicBezTo>
                <a:cubicBezTo>
                  <a:pt x="741039" y="802703"/>
                  <a:pt x="754226" y="807649"/>
                  <a:pt x="758759" y="799818"/>
                </a:cubicBezTo>
                <a:close/>
                <a:moveTo>
                  <a:pt x="633487" y="660103"/>
                </a:moveTo>
                <a:cubicBezTo>
                  <a:pt x="633487" y="653921"/>
                  <a:pt x="617828" y="641969"/>
                  <a:pt x="612471" y="643618"/>
                </a:cubicBezTo>
                <a:cubicBezTo>
                  <a:pt x="609174" y="644854"/>
                  <a:pt x="610823" y="648563"/>
                  <a:pt x="617004" y="654333"/>
                </a:cubicBezTo>
                <a:cubicBezTo>
                  <a:pt x="627306" y="663812"/>
                  <a:pt x="633487" y="665873"/>
                  <a:pt x="633487" y="660103"/>
                </a:cubicBezTo>
                <a:close/>
                <a:moveTo>
                  <a:pt x="1292811" y="601167"/>
                </a:moveTo>
                <a:cubicBezTo>
                  <a:pt x="1295696" y="596634"/>
                  <a:pt x="1296520" y="587567"/>
                  <a:pt x="1294871" y="581797"/>
                </a:cubicBezTo>
                <a:lnTo>
                  <a:pt x="1291987" y="570669"/>
                </a:lnTo>
                <a:lnTo>
                  <a:pt x="1284157" y="580972"/>
                </a:lnTo>
                <a:cubicBezTo>
                  <a:pt x="1276328" y="591688"/>
                  <a:pt x="1274268" y="601991"/>
                  <a:pt x="1279212" y="606937"/>
                </a:cubicBezTo>
                <a:cubicBezTo>
                  <a:pt x="1283745" y="611883"/>
                  <a:pt x="1288278" y="610234"/>
                  <a:pt x="1292811" y="601167"/>
                </a:cubicBezTo>
                <a:close/>
                <a:moveTo>
                  <a:pt x="1553656" y="585918"/>
                </a:moveTo>
                <a:cubicBezTo>
                  <a:pt x="1552420" y="580972"/>
                  <a:pt x="1549947" y="576851"/>
                  <a:pt x="1548299" y="576851"/>
                </a:cubicBezTo>
                <a:cubicBezTo>
                  <a:pt x="1542118" y="576851"/>
                  <a:pt x="1540058" y="589627"/>
                  <a:pt x="1544590" y="598282"/>
                </a:cubicBezTo>
                <a:cubicBezTo>
                  <a:pt x="1548711" y="605701"/>
                  <a:pt x="1549947" y="606113"/>
                  <a:pt x="1552832" y="600755"/>
                </a:cubicBezTo>
                <a:cubicBezTo>
                  <a:pt x="1554480" y="597458"/>
                  <a:pt x="1554892" y="590864"/>
                  <a:pt x="1553656" y="585918"/>
                </a:cubicBezTo>
                <a:close/>
                <a:moveTo>
                  <a:pt x="921941" y="593336"/>
                </a:moveTo>
                <a:cubicBezTo>
                  <a:pt x="921941" y="591276"/>
                  <a:pt x="920293" y="589215"/>
                  <a:pt x="917820" y="589215"/>
                </a:cubicBezTo>
                <a:cubicBezTo>
                  <a:pt x="915760" y="589215"/>
                  <a:pt x="913700" y="591276"/>
                  <a:pt x="913700" y="593336"/>
                </a:cubicBezTo>
                <a:cubicBezTo>
                  <a:pt x="913700" y="595809"/>
                  <a:pt x="915760" y="597458"/>
                  <a:pt x="917820" y="597458"/>
                </a:cubicBezTo>
                <a:cubicBezTo>
                  <a:pt x="920293" y="597458"/>
                  <a:pt x="921941" y="595809"/>
                  <a:pt x="921941" y="593336"/>
                </a:cubicBezTo>
                <a:close/>
                <a:moveTo>
                  <a:pt x="1559013" y="541819"/>
                </a:moveTo>
                <a:cubicBezTo>
                  <a:pt x="1557777" y="538522"/>
                  <a:pt x="1554892" y="535637"/>
                  <a:pt x="1552420" y="535637"/>
                </a:cubicBezTo>
                <a:cubicBezTo>
                  <a:pt x="1547887" y="535637"/>
                  <a:pt x="1547063" y="551710"/>
                  <a:pt x="1551184" y="562838"/>
                </a:cubicBezTo>
                <a:cubicBezTo>
                  <a:pt x="1553656" y="569020"/>
                  <a:pt x="1554480" y="568608"/>
                  <a:pt x="1557777" y="559129"/>
                </a:cubicBezTo>
                <a:cubicBezTo>
                  <a:pt x="1559837" y="552947"/>
                  <a:pt x="1560249" y="545116"/>
                  <a:pt x="1559013" y="541819"/>
                </a:cubicBezTo>
                <a:close/>
                <a:moveTo>
                  <a:pt x="1154353" y="488241"/>
                </a:moveTo>
                <a:cubicBezTo>
                  <a:pt x="1155589" y="484944"/>
                  <a:pt x="1154765" y="482059"/>
                  <a:pt x="1152705" y="482059"/>
                </a:cubicBezTo>
                <a:cubicBezTo>
                  <a:pt x="1150232" y="482059"/>
                  <a:pt x="1148584" y="484944"/>
                  <a:pt x="1148584" y="488241"/>
                </a:cubicBezTo>
                <a:cubicBezTo>
                  <a:pt x="1148584" y="491538"/>
                  <a:pt x="1149408" y="494423"/>
                  <a:pt x="1150232" y="494423"/>
                </a:cubicBezTo>
                <a:cubicBezTo>
                  <a:pt x="1151056" y="494423"/>
                  <a:pt x="1152705" y="491538"/>
                  <a:pt x="1154353" y="488241"/>
                </a:cubicBezTo>
                <a:close/>
                <a:moveTo>
                  <a:pt x="216464" y="315967"/>
                </a:moveTo>
                <a:cubicBezTo>
                  <a:pt x="218113" y="308136"/>
                  <a:pt x="202866" y="300717"/>
                  <a:pt x="185971" y="300717"/>
                </a:cubicBezTo>
                <a:cubicBezTo>
                  <a:pt x="173608" y="300717"/>
                  <a:pt x="173196" y="310197"/>
                  <a:pt x="185559" y="316379"/>
                </a:cubicBezTo>
                <a:cubicBezTo>
                  <a:pt x="206987" y="326682"/>
                  <a:pt x="214404" y="326682"/>
                  <a:pt x="216464" y="315967"/>
                </a:cubicBezTo>
                <a:close/>
                <a:moveTo>
                  <a:pt x="48337" y="289178"/>
                </a:moveTo>
                <a:cubicBezTo>
                  <a:pt x="48337" y="282995"/>
                  <a:pt x="43804" y="280523"/>
                  <a:pt x="37211" y="282995"/>
                </a:cubicBezTo>
                <a:cubicBezTo>
                  <a:pt x="32266" y="285056"/>
                  <a:pt x="32266" y="285880"/>
                  <a:pt x="36799" y="288765"/>
                </a:cubicBezTo>
                <a:cubicBezTo>
                  <a:pt x="43804" y="293299"/>
                  <a:pt x="48337" y="293299"/>
                  <a:pt x="48337" y="289178"/>
                </a:cubicBezTo>
                <a:close/>
                <a:moveTo>
                  <a:pt x="225530" y="267746"/>
                </a:moveTo>
                <a:cubicBezTo>
                  <a:pt x="225530" y="262801"/>
                  <a:pt x="206987" y="257855"/>
                  <a:pt x="200806" y="261564"/>
                </a:cubicBezTo>
                <a:cubicBezTo>
                  <a:pt x="198745" y="262801"/>
                  <a:pt x="197509" y="266098"/>
                  <a:pt x="198745" y="268158"/>
                </a:cubicBezTo>
                <a:cubicBezTo>
                  <a:pt x="202042" y="273104"/>
                  <a:pt x="225530" y="273104"/>
                  <a:pt x="225530" y="267746"/>
                </a:cubicBezTo>
                <a:close/>
                <a:moveTo>
                  <a:pt x="213168" y="197683"/>
                </a:moveTo>
                <a:cubicBezTo>
                  <a:pt x="213168" y="195622"/>
                  <a:pt x="210283" y="193561"/>
                  <a:pt x="206987" y="193561"/>
                </a:cubicBezTo>
                <a:cubicBezTo>
                  <a:pt x="203690" y="193561"/>
                  <a:pt x="200806" y="195622"/>
                  <a:pt x="200806" y="197683"/>
                </a:cubicBezTo>
                <a:cubicBezTo>
                  <a:pt x="200806" y="200155"/>
                  <a:pt x="203690" y="201804"/>
                  <a:pt x="206987" y="201804"/>
                </a:cubicBezTo>
                <a:cubicBezTo>
                  <a:pt x="210283" y="201804"/>
                  <a:pt x="213168" y="200155"/>
                  <a:pt x="213168" y="197683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DB3F471F-935B-A2AB-CA8A-8595C8CED991}"/>
              </a:ext>
            </a:extLst>
          </p:cNvPr>
          <p:cNvSpPr/>
          <p:nvPr/>
        </p:nvSpPr>
        <p:spPr>
          <a:xfrm flipV="1">
            <a:off x="8142024" y="1653118"/>
            <a:ext cx="606718" cy="321327"/>
          </a:xfrm>
          <a:custGeom>
            <a:avLst/>
            <a:gdLst>
              <a:gd name="csX0" fmla="*/ 141489 w 770441"/>
              <a:gd name="csY0" fmla="*/ 634772 h 652184"/>
              <a:gd name="csX1" fmla="*/ 145609 w 770441"/>
              <a:gd name="csY1" fmla="*/ 623644 h 652184"/>
              <a:gd name="csX2" fmla="*/ 139840 w 770441"/>
              <a:gd name="csY2" fmla="*/ 606747 h 652184"/>
              <a:gd name="csX3" fmla="*/ 120061 w 770441"/>
              <a:gd name="csY3" fmla="*/ 610868 h 652184"/>
              <a:gd name="csX4" fmla="*/ 109347 w 770441"/>
              <a:gd name="csY4" fmla="*/ 607159 h 652184"/>
              <a:gd name="csX5" fmla="*/ 117176 w 770441"/>
              <a:gd name="csY5" fmla="*/ 587788 h 652184"/>
              <a:gd name="csX6" fmla="*/ 160444 w 770441"/>
              <a:gd name="csY6" fmla="*/ 507009 h 652184"/>
              <a:gd name="csX7" fmla="*/ 190938 w 770441"/>
              <a:gd name="csY7" fmla="*/ 468680 h 652184"/>
              <a:gd name="csX8" fmla="*/ 211542 w 770441"/>
              <a:gd name="csY8" fmla="*/ 446012 h 652184"/>
              <a:gd name="csX9" fmla="*/ 232146 w 770441"/>
              <a:gd name="csY9" fmla="*/ 420872 h 652184"/>
              <a:gd name="csX10" fmla="*/ 245744 w 770441"/>
              <a:gd name="csY10" fmla="*/ 408920 h 652184"/>
              <a:gd name="csX11" fmla="*/ 269233 w 770441"/>
              <a:gd name="csY11" fmla="*/ 375124 h 652184"/>
              <a:gd name="csX12" fmla="*/ 283655 w 770441"/>
              <a:gd name="csY12" fmla="*/ 363584 h 652184"/>
              <a:gd name="csX13" fmla="*/ 300551 w 770441"/>
              <a:gd name="csY13" fmla="*/ 351632 h 652184"/>
              <a:gd name="csX14" fmla="*/ 276238 w 770441"/>
              <a:gd name="csY14" fmla="*/ 310830 h 652184"/>
              <a:gd name="csX15" fmla="*/ 259343 w 770441"/>
              <a:gd name="csY15" fmla="*/ 285690 h 652184"/>
              <a:gd name="csX16" fmla="*/ 240387 w 770441"/>
              <a:gd name="csY16" fmla="*/ 260962 h 652184"/>
              <a:gd name="csX17" fmla="*/ 222668 w 770441"/>
              <a:gd name="csY17" fmla="*/ 237882 h 652184"/>
              <a:gd name="csX18" fmla="*/ 68139 w 770441"/>
              <a:gd name="csY18" fmla="*/ 70141 h 652184"/>
              <a:gd name="csX19" fmla="*/ 10448 w 770441"/>
              <a:gd name="csY19" fmla="*/ 1726 h 652184"/>
              <a:gd name="csX20" fmla="*/ 83798 w 770441"/>
              <a:gd name="csY20" fmla="*/ 57365 h 652184"/>
              <a:gd name="csX21" fmla="*/ 106462 w 770441"/>
              <a:gd name="csY21" fmla="*/ 73438 h 652184"/>
              <a:gd name="csX22" fmla="*/ 172807 w 770441"/>
              <a:gd name="csY22" fmla="*/ 121658 h 652184"/>
              <a:gd name="csX23" fmla="*/ 221432 w 770441"/>
              <a:gd name="csY23" fmla="*/ 155866 h 652184"/>
              <a:gd name="csX24" fmla="*/ 213602 w 770441"/>
              <a:gd name="csY24" fmla="*/ 127016 h 652184"/>
              <a:gd name="csX25" fmla="*/ 206597 w 770441"/>
              <a:gd name="csY25" fmla="*/ 111767 h 652184"/>
              <a:gd name="csX26" fmla="*/ 280771 w 770441"/>
              <a:gd name="csY26" fmla="*/ 160400 h 652184"/>
              <a:gd name="csX27" fmla="*/ 316210 w 770441"/>
              <a:gd name="csY27" fmla="*/ 166169 h 652184"/>
              <a:gd name="csX28" fmla="*/ 342583 w 770441"/>
              <a:gd name="csY28" fmla="*/ 174824 h 652184"/>
              <a:gd name="csX29" fmla="*/ 372252 w 770441"/>
              <a:gd name="csY29" fmla="*/ 187601 h 652184"/>
              <a:gd name="csX30" fmla="*/ 391208 w 770441"/>
              <a:gd name="csY30" fmla="*/ 189249 h 652184"/>
              <a:gd name="csX31" fmla="*/ 409339 w 770441"/>
              <a:gd name="csY31" fmla="*/ 185128 h 652184"/>
              <a:gd name="csX32" fmla="*/ 445190 w 770441"/>
              <a:gd name="csY32" fmla="*/ 178534 h 652184"/>
              <a:gd name="csX33" fmla="*/ 485986 w 770441"/>
              <a:gd name="csY33" fmla="*/ 185952 h 652184"/>
              <a:gd name="csX34" fmla="*/ 521836 w 770441"/>
              <a:gd name="csY34" fmla="*/ 181831 h 652184"/>
              <a:gd name="csX35" fmla="*/ 565929 w 770441"/>
              <a:gd name="csY35" fmla="*/ 202850 h 652184"/>
              <a:gd name="csX36" fmla="*/ 586532 w 770441"/>
              <a:gd name="csY36" fmla="*/ 221808 h 652184"/>
              <a:gd name="csX37" fmla="*/ 600955 w 770441"/>
              <a:gd name="csY37" fmla="*/ 216038 h 652184"/>
              <a:gd name="csX38" fmla="*/ 653701 w 770441"/>
              <a:gd name="csY38" fmla="*/ 232524 h 652184"/>
              <a:gd name="csX39" fmla="*/ 679662 w 770441"/>
              <a:gd name="csY39" fmla="*/ 252719 h 652184"/>
              <a:gd name="csX40" fmla="*/ 696145 w 770441"/>
              <a:gd name="csY40" fmla="*/ 266319 h 652184"/>
              <a:gd name="csX41" fmla="*/ 717985 w 770441"/>
              <a:gd name="csY41" fmla="*/ 301351 h 652184"/>
              <a:gd name="csX42" fmla="*/ 746006 w 770441"/>
              <a:gd name="csY42" fmla="*/ 331437 h 652184"/>
              <a:gd name="csX43" fmla="*/ 757133 w 770441"/>
              <a:gd name="csY43" fmla="*/ 367706 h 652184"/>
              <a:gd name="csX44" fmla="*/ 751363 w 770441"/>
              <a:gd name="csY44" fmla="*/ 391198 h 652184"/>
              <a:gd name="csX45" fmla="*/ 740649 w 770441"/>
              <a:gd name="csY45" fmla="*/ 420460 h 652184"/>
              <a:gd name="csX46" fmla="*/ 734468 w 770441"/>
              <a:gd name="csY46" fmla="*/ 451370 h 652184"/>
              <a:gd name="csX47" fmla="*/ 694497 w 770441"/>
              <a:gd name="csY47" fmla="*/ 515664 h 652184"/>
              <a:gd name="csX48" fmla="*/ 647932 w 770441"/>
              <a:gd name="csY48" fmla="*/ 551520 h 652184"/>
              <a:gd name="csX49" fmla="*/ 629801 w 770441"/>
              <a:gd name="csY49" fmla="*/ 559763 h 652184"/>
              <a:gd name="csX50" fmla="*/ 535847 w 770441"/>
              <a:gd name="csY50" fmla="*/ 605098 h 652184"/>
              <a:gd name="csX51" fmla="*/ 508238 w 770441"/>
              <a:gd name="csY51" fmla="*/ 616226 h 652184"/>
              <a:gd name="csX52" fmla="*/ 442305 w 770441"/>
              <a:gd name="csY52" fmla="*/ 628178 h 652184"/>
              <a:gd name="csX53" fmla="*/ 382142 w 770441"/>
              <a:gd name="csY53" fmla="*/ 634360 h 652184"/>
              <a:gd name="csX54" fmla="*/ 337638 w 770441"/>
              <a:gd name="csY54" fmla="*/ 632711 h 652184"/>
              <a:gd name="csX55" fmla="*/ 289837 w 770441"/>
              <a:gd name="csY55" fmla="*/ 625705 h 652184"/>
              <a:gd name="csX56" fmla="*/ 268821 w 770441"/>
              <a:gd name="csY56" fmla="*/ 617050 h 652184"/>
              <a:gd name="csX57" fmla="*/ 244096 w 770441"/>
              <a:gd name="csY57" fmla="*/ 610456 h 652184"/>
              <a:gd name="csX58" fmla="*/ 200004 w 770441"/>
              <a:gd name="csY58" fmla="*/ 623232 h 652184"/>
              <a:gd name="csX59" fmla="*/ 165389 w 770441"/>
              <a:gd name="csY59" fmla="*/ 635596 h 652184"/>
              <a:gd name="csX60" fmla="*/ 148082 w 770441"/>
              <a:gd name="csY60" fmla="*/ 640542 h 652184"/>
              <a:gd name="csX61" fmla="*/ 141489 w 770441"/>
              <a:gd name="csY61" fmla="*/ 634772 h 652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</a:cxnLst>
            <a:rect l="l" t="t" r="r" b="b"/>
            <a:pathLst>
              <a:path w="770441" h="652184">
                <a:moveTo>
                  <a:pt x="141489" y="634772"/>
                </a:moveTo>
                <a:cubicBezTo>
                  <a:pt x="141489" y="629826"/>
                  <a:pt x="143549" y="624881"/>
                  <a:pt x="145609" y="623644"/>
                </a:cubicBezTo>
                <a:cubicBezTo>
                  <a:pt x="153027" y="619111"/>
                  <a:pt x="149730" y="609219"/>
                  <a:pt x="139840" y="606747"/>
                </a:cubicBezTo>
                <a:cubicBezTo>
                  <a:pt x="133247" y="605098"/>
                  <a:pt x="125830" y="606747"/>
                  <a:pt x="120061" y="610868"/>
                </a:cubicBezTo>
                <a:cubicBezTo>
                  <a:pt x="104814" y="621584"/>
                  <a:pt x="96572" y="619111"/>
                  <a:pt x="109347" y="607159"/>
                </a:cubicBezTo>
                <a:cubicBezTo>
                  <a:pt x="118000" y="598916"/>
                  <a:pt x="120061" y="594795"/>
                  <a:pt x="117176" y="587788"/>
                </a:cubicBezTo>
                <a:cubicBezTo>
                  <a:pt x="111819" y="573363"/>
                  <a:pt x="126654" y="545750"/>
                  <a:pt x="160444" y="507009"/>
                </a:cubicBezTo>
                <a:cubicBezTo>
                  <a:pt x="177339" y="488050"/>
                  <a:pt x="190938" y="470741"/>
                  <a:pt x="190938" y="468680"/>
                </a:cubicBezTo>
                <a:cubicBezTo>
                  <a:pt x="190938" y="467031"/>
                  <a:pt x="200416" y="456728"/>
                  <a:pt x="211542" y="446012"/>
                </a:cubicBezTo>
                <a:cubicBezTo>
                  <a:pt x="223080" y="435297"/>
                  <a:pt x="232146" y="424169"/>
                  <a:pt x="232146" y="420872"/>
                </a:cubicBezTo>
                <a:cubicBezTo>
                  <a:pt x="232146" y="417987"/>
                  <a:pt x="238327" y="412629"/>
                  <a:pt x="245744" y="408920"/>
                </a:cubicBezTo>
                <a:cubicBezTo>
                  <a:pt x="258519" y="402738"/>
                  <a:pt x="269233" y="387488"/>
                  <a:pt x="269233" y="375124"/>
                </a:cubicBezTo>
                <a:cubicBezTo>
                  <a:pt x="269233" y="372239"/>
                  <a:pt x="275826" y="366881"/>
                  <a:pt x="283655" y="363584"/>
                </a:cubicBezTo>
                <a:cubicBezTo>
                  <a:pt x="291897" y="360287"/>
                  <a:pt x="299314" y="354929"/>
                  <a:pt x="300551" y="351632"/>
                </a:cubicBezTo>
                <a:cubicBezTo>
                  <a:pt x="303023" y="345038"/>
                  <a:pt x="292721" y="327728"/>
                  <a:pt x="276238" y="310830"/>
                </a:cubicBezTo>
                <a:cubicBezTo>
                  <a:pt x="270057" y="304236"/>
                  <a:pt x="262227" y="292696"/>
                  <a:pt x="259343" y="285690"/>
                </a:cubicBezTo>
                <a:cubicBezTo>
                  <a:pt x="256458" y="278684"/>
                  <a:pt x="247805" y="267556"/>
                  <a:pt x="240387" y="260962"/>
                </a:cubicBezTo>
                <a:cubicBezTo>
                  <a:pt x="233382" y="253955"/>
                  <a:pt x="225140" y="243652"/>
                  <a:pt x="222668" y="237882"/>
                </a:cubicBezTo>
                <a:cubicBezTo>
                  <a:pt x="214839" y="220984"/>
                  <a:pt x="166625" y="168642"/>
                  <a:pt x="68139" y="70141"/>
                </a:cubicBezTo>
                <a:cubicBezTo>
                  <a:pt x="-22106" y="-20118"/>
                  <a:pt x="-23342" y="-21766"/>
                  <a:pt x="10448" y="1726"/>
                </a:cubicBezTo>
                <a:cubicBezTo>
                  <a:pt x="41354" y="23157"/>
                  <a:pt x="78441" y="51183"/>
                  <a:pt x="83798" y="57365"/>
                </a:cubicBezTo>
                <a:cubicBezTo>
                  <a:pt x="85034" y="58601"/>
                  <a:pt x="95336" y="65607"/>
                  <a:pt x="106462" y="73438"/>
                </a:cubicBezTo>
                <a:cubicBezTo>
                  <a:pt x="118000" y="80857"/>
                  <a:pt x="147670" y="102700"/>
                  <a:pt x="172807" y="121658"/>
                </a:cubicBezTo>
                <a:cubicBezTo>
                  <a:pt x="197943" y="140205"/>
                  <a:pt x="219783" y="155866"/>
                  <a:pt x="221432" y="155866"/>
                </a:cubicBezTo>
                <a:cubicBezTo>
                  <a:pt x="227201" y="155866"/>
                  <a:pt x="223080" y="139793"/>
                  <a:pt x="213602" y="127016"/>
                </a:cubicBezTo>
                <a:cubicBezTo>
                  <a:pt x="202888" y="112591"/>
                  <a:pt x="201240" y="108882"/>
                  <a:pt x="206597" y="111767"/>
                </a:cubicBezTo>
                <a:cubicBezTo>
                  <a:pt x="241211" y="132374"/>
                  <a:pt x="270057" y="150920"/>
                  <a:pt x="280771" y="160400"/>
                </a:cubicBezTo>
                <a:cubicBezTo>
                  <a:pt x="295194" y="173176"/>
                  <a:pt x="312089" y="176061"/>
                  <a:pt x="316210" y="166169"/>
                </a:cubicBezTo>
                <a:cubicBezTo>
                  <a:pt x="319918" y="156278"/>
                  <a:pt x="328572" y="159163"/>
                  <a:pt x="342583" y="174824"/>
                </a:cubicBezTo>
                <a:cubicBezTo>
                  <a:pt x="354945" y="188425"/>
                  <a:pt x="357417" y="189661"/>
                  <a:pt x="372252" y="187601"/>
                </a:cubicBezTo>
                <a:cubicBezTo>
                  <a:pt x="381318" y="186364"/>
                  <a:pt x="389971" y="187189"/>
                  <a:pt x="391208" y="189249"/>
                </a:cubicBezTo>
                <a:cubicBezTo>
                  <a:pt x="395328" y="196256"/>
                  <a:pt x="409339" y="193371"/>
                  <a:pt x="409339" y="185128"/>
                </a:cubicBezTo>
                <a:cubicBezTo>
                  <a:pt x="409339" y="174412"/>
                  <a:pt x="432003" y="170291"/>
                  <a:pt x="445190" y="178534"/>
                </a:cubicBezTo>
                <a:cubicBezTo>
                  <a:pt x="463733" y="190898"/>
                  <a:pt x="473623" y="192546"/>
                  <a:pt x="485986" y="185952"/>
                </a:cubicBezTo>
                <a:cubicBezTo>
                  <a:pt x="494227" y="181831"/>
                  <a:pt x="504941" y="180594"/>
                  <a:pt x="521836" y="181831"/>
                </a:cubicBezTo>
                <a:cubicBezTo>
                  <a:pt x="543264" y="183891"/>
                  <a:pt x="547797" y="185952"/>
                  <a:pt x="565929" y="202850"/>
                </a:cubicBezTo>
                <a:lnTo>
                  <a:pt x="586532" y="221808"/>
                </a:lnTo>
                <a:lnTo>
                  <a:pt x="600955" y="216038"/>
                </a:lnTo>
                <a:cubicBezTo>
                  <a:pt x="623207" y="206559"/>
                  <a:pt x="638866" y="211505"/>
                  <a:pt x="653701" y="232524"/>
                </a:cubicBezTo>
                <a:cubicBezTo>
                  <a:pt x="662767" y="245300"/>
                  <a:pt x="669772" y="250658"/>
                  <a:pt x="679662" y="252719"/>
                </a:cubicBezTo>
                <a:cubicBezTo>
                  <a:pt x="690376" y="254367"/>
                  <a:pt x="694085" y="257664"/>
                  <a:pt x="696145" y="266319"/>
                </a:cubicBezTo>
                <a:cubicBezTo>
                  <a:pt x="699854" y="284866"/>
                  <a:pt x="706859" y="295993"/>
                  <a:pt x="717985" y="301351"/>
                </a:cubicBezTo>
                <a:cubicBezTo>
                  <a:pt x="723754" y="304236"/>
                  <a:pt x="736117" y="317425"/>
                  <a:pt x="746006" y="331437"/>
                </a:cubicBezTo>
                <a:cubicBezTo>
                  <a:pt x="762490" y="355341"/>
                  <a:pt x="762902" y="356990"/>
                  <a:pt x="757133" y="367706"/>
                </a:cubicBezTo>
                <a:cubicBezTo>
                  <a:pt x="754248" y="374300"/>
                  <a:pt x="751363" y="384603"/>
                  <a:pt x="751363" y="391198"/>
                </a:cubicBezTo>
                <a:cubicBezTo>
                  <a:pt x="751363" y="397792"/>
                  <a:pt x="746419" y="410980"/>
                  <a:pt x="740649" y="420460"/>
                </a:cubicBezTo>
                <a:cubicBezTo>
                  <a:pt x="730760" y="435709"/>
                  <a:pt x="730348" y="439006"/>
                  <a:pt x="734468" y="451370"/>
                </a:cubicBezTo>
                <a:cubicBezTo>
                  <a:pt x="741062" y="469092"/>
                  <a:pt x="739001" y="471977"/>
                  <a:pt x="694497" y="515664"/>
                </a:cubicBezTo>
                <a:cubicBezTo>
                  <a:pt x="669772" y="539568"/>
                  <a:pt x="654525" y="551520"/>
                  <a:pt x="647932" y="551520"/>
                </a:cubicBezTo>
                <a:cubicBezTo>
                  <a:pt x="642987" y="551520"/>
                  <a:pt x="634746" y="555229"/>
                  <a:pt x="629801" y="559763"/>
                </a:cubicBezTo>
                <a:cubicBezTo>
                  <a:pt x="618262" y="570478"/>
                  <a:pt x="546973" y="605098"/>
                  <a:pt x="535847" y="605098"/>
                </a:cubicBezTo>
                <a:cubicBezTo>
                  <a:pt x="530902" y="605098"/>
                  <a:pt x="518540" y="610044"/>
                  <a:pt x="508238" y="616226"/>
                </a:cubicBezTo>
                <a:cubicBezTo>
                  <a:pt x="491343" y="626941"/>
                  <a:pt x="485986" y="627766"/>
                  <a:pt x="442305" y="628178"/>
                </a:cubicBezTo>
                <a:cubicBezTo>
                  <a:pt x="414696" y="628590"/>
                  <a:pt x="389559" y="631063"/>
                  <a:pt x="382142" y="634360"/>
                </a:cubicBezTo>
                <a:cubicBezTo>
                  <a:pt x="371016" y="638893"/>
                  <a:pt x="364011" y="638481"/>
                  <a:pt x="337638" y="632711"/>
                </a:cubicBezTo>
                <a:cubicBezTo>
                  <a:pt x="320330" y="629002"/>
                  <a:pt x="298902" y="625705"/>
                  <a:pt x="289837" y="625705"/>
                </a:cubicBezTo>
                <a:cubicBezTo>
                  <a:pt x="277474" y="625705"/>
                  <a:pt x="272529" y="623644"/>
                  <a:pt x="268821" y="617050"/>
                </a:cubicBezTo>
                <a:cubicBezTo>
                  <a:pt x="264700" y="609219"/>
                  <a:pt x="261815" y="608395"/>
                  <a:pt x="244096" y="610456"/>
                </a:cubicBezTo>
                <a:cubicBezTo>
                  <a:pt x="232970" y="611692"/>
                  <a:pt x="213190" y="617462"/>
                  <a:pt x="200004" y="623232"/>
                </a:cubicBezTo>
                <a:cubicBezTo>
                  <a:pt x="187229" y="628590"/>
                  <a:pt x="171570" y="634360"/>
                  <a:pt x="165389" y="635596"/>
                </a:cubicBezTo>
                <a:cubicBezTo>
                  <a:pt x="159620" y="636833"/>
                  <a:pt x="151791" y="639306"/>
                  <a:pt x="148082" y="640542"/>
                </a:cubicBezTo>
                <a:cubicBezTo>
                  <a:pt x="143549" y="642191"/>
                  <a:pt x="141489" y="640542"/>
                  <a:pt x="141489" y="634772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3B7027A3-F39B-9753-9B1E-0DCCA553A84F}"/>
              </a:ext>
            </a:extLst>
          </p:cNvPr>
          <p:cNvSpPr/>
          <p:nvPr/>
        </p:nvSpPr>
        <p:spPr>
          <a:xfrm flipV="1">
            <a:off x="7203798" y="1921462"/>
            <a:ext cx="673306" cy="536222"/>
          </a:xfrm>
          <a:custGeom>
            <a:avLst/>
            <a:gdLst>
              <a:gd name="csX0" fmla="*/ 1042056 w 1363052"/>
              <a:gd name="csY0" fmla="*/ 1427601 h 1439578"/>
              <a:gd name="csX1" fmla="*/ 1027221 w 1363052"/>
              <a:gd name="csY1" fmla="*/ 1425952 h 1439578"/>
              <a:gd name="csX2" fmla="*/ 1014859 w 1363052"/>
              <a:gd name="csY2" fmla="*/ 1423068 h 1439578"/>
              <a:gd name="csX3" fmla="*/ 1018980 w 1363052"/>
              <a:gd name="csY3" fmla="*/ 1418534 h 1439578"/>
              <a:gd name="csX4" fmla="*/ 1023101 w 1363052"/>
              <a:gd name="csY4" fmla="*/ 1414000 h 1439578"/>
              <a:gd name="csX5" fmla="*/ 1015683 w 1363052"/>
              <a:gd name="csY5" fmla="*/ 1411940 h 1439578"/>
              <a:gd name="csX6" fmla="*/ 990546 w 1363052"/>
              <a:gd name="csY6" fmla="*/ 1388036 h 1439578"/>
              <a:gd name="csX7" fmla="*/ 978596 w 1363052"/>
              <a:gd name="csY7" fmla="*/ 1379793 h 1439578"/>
              <a:gd name="csX8" fmla="*/ 893296 w 1363052"/>
              <a:gd name="csY8" fmla="*/ 1358774 h 1439578"/>
              <a:gd name="csX9" fmla="*/ 852088 w 1363052"/>
              <a:gd name="csY9" fmla="*/ 1340227 h 1439578"/>
              <a:gd name="csX10" fmla="*/ 512536 w 1363052"/>
              <a:gd name="csY10" fmla="*/ 1145286 h 1439578"/>
              <a:gd name="csX11" fmla="*/ 466384 w 1363052"/>
              <a:gd name="csY11" fmla="*/ 1148995 h 1439578"/>
              <a:gd name="csX12" fmla="*/ 372842 w 1363052"/>
              <a:gd name="csY12" fmla="*/ 1244611 h 1439578"/>
              <a:gd name="csX13" fmla="*/ 304437 w 1363052"/>
              <a:gd name="csY13" fmla="*/ 1258624 h 1439578"/>
              <a:gd name="csX14" fmla="*/ 244274 w 1363052"/>
              <a:gd name="csY14" fmla="*/ 1238017 h 1439578"/>
              <a:gd name="csX15" fmla="*/ 232324 w 1363052"/>
              <a:gd name="csY15" fmla="*/ 1225653 h 1439578"/>
              <a:gd name="csX16" fmla="*/ 223258 w 1363052"/>
              <a:gd name="csY16" fmla="*/ 1194742 h 1439578"/>
              <a:gd name="csX17" fmla="*/ 240153 w 1363052"/>
              <a:gd name="csY17" fmla="*/ 1172899 h 1439578"/>
              <a:gd name="csX18" fmla="*/ 259521 w 1363052"/>
              <a:gd name="csY18" fmla="*/ 1147758 h 1439578"/>
              <a:gd name="csX19" fmla="*/ 273119 w 1363052"/>
              <a:gd name="csY19" fmla="*/ 1125915 h 1439578"/>
              <a:gd name="csX20" fmla="*/ 277240 w 1363052"/>
              <a:gd name="csY20" fmla="*/ 1115612 h 1439578"/>
              <a:gd name="csX21" fmla="*/ 280949 w 1363052"/>
              <a:gd name="csY21" fmla="*/ 1075222 h 1439578"/>
              <a:gd name="csX22" fmla="*/ 283421 w 1363052"/>
              <a:gd name="csY22" fmla="*/ 1026177 h 1439578"/>
              <a:gd name="csX23" fmla="*/ 281773 w 1363052"/>
              <a:gd name="csY23" fmla="*/ 1012989 h 1439578"/>
              <a:gd name="csX24" fmla="*/ 277240 w 1363052"/>
              <a:gd name="csY24" fmla="*/ 989909 h 1439578"/>
              <a:gd name="csX25" fmla="*/ 267350 w 1363052"/>
              <a:gd name="csY25" fmla="*/ 963120 h 1439578"/>
              <a:gd name="csX26" fmla="*/ 259521 w 1363052"/>
              <a:gd name="csY26" fmla="*/ 947046 h 1439578"/>
              <a:gd name="csX27" fmla="*/ 252516 w 1363052"/>
              <a:gd name="csY27" fmla="*/ 930973 h 1439578"/>
              <a:gd name="csX28" fmla="*/ 249631 w 1363052"/>
              <a:gd name="csY28" fmla="*/ 921082 h 1439578"/>
              <a:gd name="csX29" fmla="*/ 259521 w 1363052"/>
              <a:gd name="csY29" fmla="*/ 893056 h 1439578"/>
              <a:gd name="csX30" fmla="*/ 250867 w 1363052"/>
              <a:gd name="csY30" fmla="*/ 796203 h 1439578"/>
              <a:gd name="csX31" fmla="*/ 242214 w 1363052"/>
              <a:gd name="csY31" fmla="*/ 739328 h 1439578"/>
              <a:gd name="csX32" fmla="*/ 238093 w 1363052"/>
              <a:gd name="csY32" fmla="*/ 706357 h 1439578"/>
              <a:gd name="csX33" fmla="*/ 243450 w 1363052"/>
              <a:gd name="csY33" fmla="*/ 670501 h 1439578"/>
              <a:gd name="csX34" fmla="*/ 255812 w 1363052"/>
              <a:gd name="csY34" fmla="*/ 644536 h 1439578"/>
              <a:gd name="csX35" fmla="*/ 261581 w 1363052"/>
              <a:gd name="csY35" fmla="*/ 618983 h 1439578"/>
              <a:gd name="csX36" fmla="*/ 252928 w 1363052"/>
              <a:gd name="csY36" fmla="*/ 607444 h 1439578"/>
              <a:gd name="csX37" fmla="*/ 262817 w 1363052"/>
              <a:gd name="csY37" fmla="*/ 581479 h 1439578"/>
              <a:gd name="csX38" fmla="*/ 273119 w 1363052"/>
              <a:gd name="csY38" fmla="*/ 539028 h 1439578"/>
              <a:gd name="csX39" fmla="*/ 279301 w 1363052"/>
              <a:gd name="csY39" fmla="*/ 514300 h 1439578"/>
              <a:gd name="csX40" fmla="*/ 285482 w 1363052"/>
              <a:gd name="csY40" fmla="*/ 500699 h 1439578"/>
              <a:gd name="csX41" fmla="*/ 319684 w 1363052"/>
              <a:gd name="csY41" fmla="*/ 456601 h 1439578"/>
              <a:gd name="csX42" fmla="*/ 336991 w 1363052"/>
              <a:gd name="csY42" fmla="*/ 433109 h 1439578"/>
              <a:gd name="csX43" fmla="*/ 357595 w 1363052"/>
              <a:gd name="csY43" fmla="*/ 413738 h 1439578"/>
              <a:gd name="csX44" fmla="*/ 372018 w 1363052"/>
              <a:gd name="csY44" fmla="*/ 400962 h 1439578"/>
              <a:gd name="csX45" fmla="*/ 358419 w 1363052"/>
              <a:gd name="csY45" fmla="*/ 375821 h 1439578"/>
              <a:gd name="csX46" fmla="*/ 361716 w 1363052"/>
              <a:gd name="csY46" fmla="*/ 367578 h 1439578"/>
              <a:gd name="csX47" fmla="*/ 390562 w 1363052"/>
              <a:gd name="csY47" fmla="*/ 363869 h 1439578"/>
              <a:gd name="csX48" fmla="*/ 404160 w 1363052"/>
              <a:gd name="csY48" fmla="*/ 365930 h 1439578"/>
              <a:gd name="csX49" fmla="*/ 427236 w 1363052"/>
              <a:gd name="csY49" fmla="*/ 369639 h 1439578"/>
              <a:gd name="csX50" fmla="*/ 450313 w 1363052"/>
              <a:gd name="csY50" fmla="*/ 371288 h 1439578"/>
              <a:gd name="csX51" fmla="*/ 275180 w 1363052"/>
              <a:gd name="csY51" fmla="*/ 231160 h 1439578"/>
              <a:gd name="csX52" fmla="*/ 91805 w 1363052"/>
              <a:gd name="csY52" fmla="*/ 89796 h 1439578"/>
              <a:gd name="csX53" fmla="*/ -6681 w 1363052"/>
              <a:gd name="csY53" fmla="*/ -9117 h 1439578"/>
              <a:gd name="csX54" fmla="*/ 40296 w 1363052"/>
              <a:gd name="csY54" fmla="*/ 22206 h 1439578"/>
              <a:gd name="csX55" fmla="*/ 192764 w 1363052"/>
              <a:gd name="csY55" fmla="*/ 125240 h 1439578"/>
              <a:gd name="csX56" fmla="*/ 377375 w 1363052"/>
              <a:gd name="csY56" fmla="*/ 220857 h 1439578"/>
              <a:gd name="csX57" fmla="*/ 405808 w 1363052"/>
              <a:gd name="csY57" fmla="*/ 235694 h 1439578"/>
              <a:gd name="csX58" fmla="*/ 437950 w 1363052"/>
              <a:gd name="csY58" fmla="*/ 243524 h 1439578"/>
              <a:gd name="csX59" fmla="*/ 475449 w 1363052"/>
              <a:gd name="csY59" fmla="*/ 254652 h 1439578"/>
              <a:gd name="csX60" fmla="*/ 498114 w 1363052"/>
              <a:gd name="csY60" fmla="*/ 264544 h 1439578"/>
              <a:gd name="csX61" fmla="*/ 595364 w 1363052"/>
              <a:gd name="csY61" fmla="*/ 316473 h 1439578"/>
              <a:gd name="csX62" fmla="*/ 610199 w 1363052"/>
              <a:gd name="csY62" fmla="*/ 326364 h 1439578"/>
              <a:gd name="csX63" fmla="*/ 665829 w 1363052"/>
              <a:gd name="csY63" fmla="*/ 347796 h 1439578"/>
              <a:gd name="csX64" fmla="*/ 691378 w 1363052"/>
              <a:gd name="csY64" fmla="*/ 359336 h 1439578"/>
              <a:gd name="csX65" fmla="*/ 712394 w 1363052"/>
              <a:gd name="csY65" fmla="*/ 373348 h 1439578"/>
              <a:gd name="csX66" fmla="*/ 755250 w 1363052"/>
              <a:gd name="csY66" fmla="*/ 388185 h 1439578"/>
              <a:gd name="csX67" fmla="*/ 782035 w 1363052"/>
              <a:gd name="csY67" fmla="*/ 400550 h 1439578"/>
              <a:gd name="csX68" fmla="*/ 807172 w 1363052"/>
              <a:gd name="csY68" fmla="*/ 417035 h 1439578"/>
              <a:gd name="csX69" fmla="*/ 826540 w 1363052"/>
              <a:gd name="csY69" fmla="*/ 423629 h 1439578"/>
              <a:gd name="csX70" fmla="*/ 870632 w 1363052"/>
              <a:gd name="csY70" fmla="*/ 431460 h 1439578"/>
              <a:gd name="csX71" fmla="*/ 949339 w 1363052"/>
              <a:gd name="csY71" fmla="*/ 452479 h 1439578"/>
              <a:gd name="csX72" fmla="*/ 976948 w 1363052"/>
              <a:gd name="csY72" fmla="*/ 466492 h 1439578"/>
              <a:gd name="csX73" fmla="*/ 989722 w 1363052"/>
              <a:gd name="csY73" fmla="*/ 471850 h 1439578"/>
              <a:gd name="csX74" fmla="*/ 1035463 w 1363052"/>
              <a:gd name="csY74" fmla="*/ 507706 h 1439578"/>
              <a:gd name="csX75" fmla="*/ 1101395 w 1363052"/>
              <a:gd name="csY75" fmla="*/ 571587 h 1439578"/>
              <a:gd name="csX76" fmla="*/ 1111285 w 1363052"/>
              <a:gd name="csY76" fmla="*/ 597964 h 1439578"/>
              <a:gd name="csX77" fmla="*/ 1089445 w 1363052"/>
              <a:gd name="csY77" fmla="*/ 590546 h 1439578"/>
              <a:gd name="csX78" fmla="*/ 1060600 w 1363052"/>
              <a:gd name="csY78" fmla="*/ 585600 h 1439578"/>
              <a:gd name="csX79" fmla="*/ 1066369 w 1363052"/>
              <a:gd name="csY79" fmla="*/ 630936 h 1439578"/>
              <a:gd name="csX80" fmla="*/ 1073374 w 1363052"/>
              <a:gd name="csY80" fmla="*/ 664731 h 1439578"/>
              <a:gd name="csX81" fmla="*/ 1039172 w 1363052"/>
              <a:gd name="csY81" fmla="*/ 672974 h 1439578"/>
              <a:gd name="csX82" fmla="*/ 1033815 w 1363052"/>
              <a:gd name="csY82" fmla="*/ 699763 h 1439578"/>
              <a:gd name="csX83" fmla="*/ 1024337 w 1363052"/>
              <a:gd name="csY83" fmla="*/ 705121 h 1439578"/>
              <a:gd name="csX84" fmla="*/ 1032166 w 1363052"/>
              <a:gd name="csY84" fmla="*/ 722018 h 1439578"/>
              <a:gd name="csX85" fmla="*/ 1059775 w 1363052"/>
              <a:gd name="csY85" fmla="*/ 755814 h 1439578"/>
              <a:gd name="csX86" fmla="*/ 1080791 w 1363052"/>
              <a:gd name="csY86" fmla="*/ 783015 h 1439578"/>
              <a:gd name="csX87" fmla="*/ 1097275 w 1363052"/>
              <a:gd name="csY87" fmla="*/ 807743 h 1439578"/>
              <a:gd name="csX88" fmla="*/ 1113758 w 1363052"/>
              <a:gd name="csY88" fmla="*/ 828350 h 1439578"/>
              <a:gd name="csX89" fmla="*/ 1125296 w 1363052"/>
              <a:gd name="csY89" fmla="*/ 844012 h 1439578"/>
              <a:gd name="csX90" fmla="*/ 1179278 w 1363052"/>
              <a:gd name="csY90" fmla="*/ 914900 h 1439578"/>
              <a:gd name="csX91" fmla="*/ 1196173 w 1363052"/>
              <a:gd name="csY91" fmla="*/ 942513 h 1439578"/>
              <a:gd name="csX92" fmla="*/ 1209360 w 1363052"/>
              <a:gd name="csY92" fmla="*/ 951580 h 1439578"/>
              <a:gd name="csX93" fmla="*/ 1247271 w 1363052"/>
              <a:gd name="csY93" fmla="*/ 989909 h 1439578"/>
              <a:gd name="csX94" fmla="*/ 1268287 w 1363052"/>
              <a:gd name="csY94" fmla="*/ 1007219 h 1439578"/>
              <a:gd name="csX95" fmla="*/ 1290539 w 1363052"/>
              <a:gd name="csY95" fmla="*/ 1028650 h 1439578"/>
              <a:gd name="csX96" fmla="*/ 1309082 w 1363052"/>
              <a:gd name="csY96" fmla="*/ 1077283 h 1439578"/>
              <a:gd name="csX97" fmla="*/ 1321445 w 1363052"/>
              <a:gd name="csY97" fmla="*/ 1103659 h 1439578"/>
              <a:gd name="csX98" fmla="*/ 1333807 w 1363052"/>
              <a:gd name="csY98" fmla="*/ 1119733 h 1439578"/>
              <a:gd name="csX99" fmla="*/ 1344109 w 1363052"/>
              <a:gd name="csY99" fmla="*/ 1139516 h 1439578"/>
              <a:gd name="csX100" fmla="*/ 1346581 w 1363052"/>
              <a:gd name="csY100" fmla="*/ 1184439 h 1439578"/>
              <a:gd name="csX101" fmla="*/ 1342461 w 1363052"/>
              <a:gd name="csY101" fmla="*/ 1222356 h 1439578"/>
              <a:gd name="csX102" fmla="*/ 1322269 w 1363052"/>
              <a:gd name="csY102" fmla="*/ 1250381 h 1439578"/>
              <a:gd name="csX103" fmla="*/ 1303725 w 1363052"/>
              <a:gd name="csY103" fmla="*/ 1260272 h 1439578"/>
              <a:gd name="csX104" fmla="*/ 1313615 w 1363052"/>
              <a:gd name="csY104" fmla="*/ 1276346 h 1439578"/>
              <a:gd name="csX105" fmla="*/ 1325153 w 1363052"/>
              <a:gd name="csY105" fmla="*/ 1291183 h 1439578"/>
              <a:gd name="csX106" fmla="*/ 1315676 w 1363052"/>
              <a:gd name="csY106" fmla="*/ 1301074 h 1439578"/>
              <a:gd name="csX107" fmla="*/ 1297544 w 1363052"/>
              <a:gd name="csY107" fmla="*/ 1312202 h 1439578"/>
              <a:gd name="csX108" fmla="*/ 1284358 w 1363052"/>
              <a:gd name="csY108" fmla="*/ 1327039 h 1439578"/>
              <a:gd name="csX109" fmla="*/ 1251392 w 1363052"/>
              <a:gd name="csY109" fmla="*/ 1354240 h 1439578"/>
              <a:gd name="csX110" fmla="*/ 1220898 w 1363052"/>
              <a:gd name="csY110" fmla="*/ 1360010 h 1439578"/>
              <a:gd name="csX111" fmla="*/ 1186695 w 1363052"/>
              <a:gd name="csY111" fmla="*/ 1369489 h 1439578"/>
              <a:gd name="csX112" fmla="*/ 1147548 w 1363052"/>
              <a:gd name="csY112" fmla="*/ 1390508 h 1439578"/>
              <a:gd name="csX113" fmla="*/ 1112109 w 1363052"/>
              <a:gd name="csY113" fmla="*/ 1399988 h 1439578"/>
              <a:gd name="csX114" fmla="*/ 1072550 w 1363052"/>
              <a:gd name="csY114" fmla="*/ 1412352 h 1439578"/>
              <a:gd name="csX115" fmla="*/ 1042056 w 1363052"/>
              <a:gd name="csY115" fmla="*/ 1427601 h 1439578"/>
              <a:gd name="csX116" fmla="*/ 937800 w 1363052"/>
              <a:gd name="csY116" fmla="*/ 1143225 h 1439578"/>
              <a:gd name="csX117" fmla="*/ 936564 w 1363052"/>
              <a:gd name="csY117" fmla="*/ 1113551 h 1439578"/>
              <a:gd name="csX118" fmla="*/ 918845 w 1363052"/>
              <a:gd name="csY118" fmla="*/ 1083877 h 1439578"/>
              <a:gd name="csX119" fmla="*/ 880934 w 1363052"/>
              <a:gd name="csY119" fmla="*/ 1021232 h 1439578"/>
              <a:gd name="csX120" fmla="*/ 858270 w 1363052"/>
              <a:gd name="csY120" fmla="*/ 982078 h 1439578"/>
              <a:gd name="csX121" fmla="*/ 847968 w 1363052"/>
              <a:gd name="csY121" fmla="*/ 968890 h 1439578"/>
              <a:gd name="csX122" fmla="*/ 842199 w 1363052"/>
              <a:gd name="csY122" fmla="*/ 943749 h 1439578"/>
              <a:gd name="csX123" fmla="*/ 843435 w 1363052"/>
              <a:gd name="csY123" fmla="*/ 935094 h 1439578"/>
              <a:gd name="csX124" fmla="*/ 835605 w 1363052"/>
              <a:gd name="csY124" fmla="*/ 929737 h 1439578"/>
              <a:gd name="csX125" fmla="*/ 821183 w 1363052"/>
              <a:gd name="csY125" fmla="*/ 923142 h 1439578"/>
              <a:gd name="csX126" fmla="*/ 823243 w 1363052"/>
              <a:gd name="csY126" fmla="*/ 915724 h 1439578"/>
              <a:gd name="csX127" fmla="*/ 830248 w 1363052"/>
              <a:gd name="csY127" fmla="*/ 906245 h 1439578"/>
              <a:gd name="csX128" fmla="*/ 823243 w 1363052"/>
              <a:gd name="csY128" fmla="*/ 888111 h 1439578"/>
              <a:gd name="csX129" fmla="*/ 768849 w 1363052"/>
              <a:gd name="csY129" fmla="*/ 837829 h 1439578"/>
              <a:gd name="csX130" fmla="*/ 759371 w 1363052"/>
              <a:gd name="csY130" fmla="*/ 824641 h 1439578"/>
              <a:gd name="csX131" fmla="*/ 732998 w 1363052"/>
              <a:gd name="csY131" fmla="*/ 785900 h 1439578"/>
              <a:gd name="csX132" fmla="*/ 714042 w 1363052"/>
              <a:gd name="csY132" fmla="*/ 760759 h 1439578"/>
              <a:gd name="csX133" fmla="*/ 701268 w 1363052"/>
              <a:gd name="csY133" fmla="*/ 744274 h 1439578"/>
              <a:gd name="csX134" fmla="*/ 683137 w 1363052"/>
              <a:gd name="csY134" fmla="*/ 719133 h 1439578"/>
              <a:gd name="csX135" fmla="*/ 672835 w 1363052"/>
              <a:gd name="csY135" fmla="*/ 705533 h 1439578"/>
              <a:gd name="csX136" fmla="*/ 650170 w 1363052"/>
              <a:gd name="csY136" fmla="*/ 688635 h 1439578"/>
              <a:gd name="csX137" fmla="*/ 617204 w 1363052"/>
              <a:gd name="csY137" fmla="*/ 674210 h 1439578"/>
              <a:gd name="csX138" fmla="*/ 598661 w 1363052"/>
              <a:gd name="csY138" fmla="*/ 703472 h 1439578"/>
              <a:gd name="csX139" fmla="*/ 594952 w 1363052"/>
              <a:gd name="csY139" fmla="*/ 723255 h 1439578"/>
              <a:gd name="csX140" fmla="*/ 582178 w 1363052"/>
              <a:gd name="csY140" fmla="*/ 749220 h 1439578"/>
              <a:gd name="csX141" fmla="*/ 563222 w 1363052"/>
              <a:gd name="csY141" fmla="*/ 797852 h 1439578"/>
              <a:gd name="csX142" fmla="*/ 557453 w 1363052"/>
              <a:gd name="csY142" fmla="*/ 812277 h 1439578"/>
              <a:gd name="csX143" fmla="*/ 549211 w 1363052"/>
              <a:gd name="csY143" fmla="*/ 845660 h 1439578"/>
              <a:gd name="csX144" fmla="*/ 539734 w 1363052"/>
              <a:gd name="csY144" fmla="*/ 902948 h 1439578"/>
              <a:gd name="csX145" fmla="*/ 535201 w 1363052"/>
              <a:gd name="csY145" fmla="*/ 944161 h 1439578"/>
              <a:gd name="csX146" fmla="*/ 529844 w 1363052"/>
              <a:gd name="csY146" fmla="*/ 968478 h 1439578"/>
              <a:gd name="csX147" fmla="*/ 524075 w 1363052"/>
              <a:gd name="csY147" fmla="*/ 994855 h 1439578"/>
              <a:gd name="csX148" fmla="*/ 537261 w 1363052"/>
              <a:gd name="csY148" fmla="*/ 1018759 h 1439578"/>
              <a:gd name="csX149" fmla="*/ 579293 w 1363052"/>
              <a:gd name="csY149" fmla="*/ 1008867 h 1439578"/>
              <a:gd name="csX150" fmla="*/ 625858 w 1363052"/>
              <a:gd name="csY150" fmla="*/ 994030 h 1439578"/>
              <a:gd name="csX151" fmla="*/ 738767 w 1363052"/>
              <a:gd name="csY151" fmla="*/ 1045136 h 1439578"/>
              <a:gd name="csX152" fmla="*/ 764728 w 1363052"/>
              <a:gd name="csY152" fmla="*/ 1059973 h 1439578"/>
              <a:gd name="csX153" fmla="*/ 863214 w 1363052"/>
              <a:gd name="csY153" fmla="*/ 1116436 h 1439578"/>
              <a:gd name="csX154" fmla="*/ 894120 w 1363052"/>
              <a:gd name="csY154" fmla="*/ 1134158 h 1439578"/>
              <a:gd name="csX155" fmla="*/ 907719 w 1363052"/>
              <a:gd name="csY155" fmla="*/ 1142401 h 1439578"/>
              <a:gd name="csX156" fmla="*/ 937800 w 1363052"/>
              <a:gd name="csY156" fmla="*/ 1143225 h 1439578"/>
              <a:gd name="csX157" fmla="*/ 512124 w 1363052"/>
              <a:gd name="csY157" fmla="*/ 1074398 h 1439578"/>
              <a:gd name="csX158" fmla="*/ 508416 w 1363052"/>
              <a:gd name="csY158" fmla="*/ 1068215 h 1439578"/>
              <a:gd name="csX159" fmla="*/ 502647 w 1363052"/>
              <a:gd name="csY159" fmla="*/ 1078107 h 1439578"/>
              <a:gd name="csX160" fmla="*/ 512124 w 1363052"/>
              <a:gd name="csY160" fmla="*/ 1074398 h 1439578"/>
              <a:gd name="csX161" fmla="*/ 874753 w 1363052"/>
              <a:gd name="csY161" fmla="*/ 970126 h 1439578"/>
              <a:gd name="csX162" fmla="*/ 855797 w 1363052"/>
              <a:gd name="csY162" fmla="*/ 944574 h 1439578"/>
              <a:gd name="csX163" fmla="*/ 858682 w 1363052"/>
              <a:gd name="csY163" fmla="*/ 966829 h 1439578"/>
              <a:gd name="csX164" fmla="*/ 874753 w 1363052"/>
              <a:gd name="csY164" fmla="*/ 970126 h 1439578"/>
              <a:gd name="csX165" fmla="*/ 1066781 w 1363052"/>
              <a:gd name="csY165" fmla="*/ 867504 h 1439578"/>
              <a:gd name="csX166" fmla="*/ 1062660 w 1363052"/>
              <a:gd name="csY166" fmla="*/ 874922 h 1439578"/>
              <a:gd name="csX167" fmla="*/ 1067605 w 1363052"/>
              <a:gd name="csY167" fmla="*/ 874922 h 1439578"/>
              <a:gd name="csX168" fmla="*/ 1066781 w 1363052"/>
              <a:gd name="csY168" fmla="*/ 867504 h 1439578"/>
              <a:gd name="csX169" fmla="*/ 767612 w 1363052"/>
              <a:gd name="csY169" fmla="*/ 767766 h 1439578"/>
              <a:gd name="csX170" fmla="*/ 752778 w 1363052"/>
              <a:gd name="csY170" fmla="*/ 756226 h 1439578"/>
              <a:gd name="csX171" fmla="*/ 761431 w 1363052"/>
              <a:gd name="csY171" fmla="*/ 771475 h 1439578"/>
              <a:gd name="csX172" fmla="*/ 767612 w 1363052"/>
              <a:gd name="csY172" fmla="*/ 767766 h 1439578"/>
              <a:gd name="csX173" fmla="*/ 1005381 w 1363052"/>
              <a:gd name="csY173" fmla="*/ 679156 h 1439578"/>
              <a:gd name="csX174" fmla="*/ 994255 w 1363052"/>
              <a:gd name="csY174" fmla="*/ 672562 h 1439578"/>
              <a:gd name="csX175" fmla="*/ 993431 w 1363052"/>
              <a:gd name="csY175" fmla="*/ 690284 h 1439578"/>
              <a:gd name="csX176" fmla="*/ 1005381 w 1363052"/>
              <a:gd name="csY176" fmla="*/ 679156 h 14395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</a:cxnLst>
            <a:rect l="l" t="t" r="r" b="b"/>
            <a:pathLst>
              <a:path w="1363052" h="1439578">
                <a:moveTo>
                  <a:pt x="1042056" y="1427601"/>
                </a:moveTo>
                <a:cubicBezTo>
                  <a:pt x="1040820" y="1425540"/>
                  <a:pt x="1034227" y="1424716"/>
                  <a:pt x="1027221" y="1425952"/>
                </a:cubicBezTo>
                <a:cubicBezTo>
                  <a:pt x="1019804" y="1426777"/>
                  <a:pt x="1014859" y="1425952"/>
                  <a:pt x="1014859" y="1423068"/>
                </a:cubicBezTo>
                <a:cubicBezTo>
                  <a:pt x="1014859" y="1420595"/>
                  <a:pt x="1016919" y="1418534"/>
                  <a:pt x="1018980" y="1418534"/>
                </a:cubicBezTo>
                <a:cubicBezTo>
                  <a:pt x="1021452" y="1418534"/>
                  <a:pt x="1023101" y="1416473"/>
                  <a:pt x="1023101" y="1414000"/>
                </a:cubicBezTo>
                <a:cubicBezTo>
                  <a:pt x="1023101" y="1411528"/>
                  <a:pt x="1019804" y="1410703"/>
                  <a:pt x="1015683" y="1411940"/>
                </a:cubicBezTo>
                <a:cubicBezTo>
                  <a:pt x="1006617" y="1414825"/>
                  <a:pt x="997140" y="1405346"/>
                  <a:pt x="990546" y="1388036"/>
                </a:cubicBezTo>
                <a:cubicBezTo>
                  <a:pt x="986838" y="1379381"/>
                  <a:pt x="984365" y="1377320"/>
                  <a:pt x="978596" y="1379793"/>
                </a:cubicBezTo>
                <a:cubicBezTo>
                  <a:pt x="962937" y="1386799"/>
                  <a:pt x="938625" y="1380617"/>
                  <a:pt x="893296" y="1358774"/>
                </a:cubicBezTo>
                <a:cubicBezTo>
                  <a:pt x="882170" y="1353416"/>
                  <a:pt x="863627" y="1345173"/>
                  <a:pt x="852088" y="1340227"/>
                </a:cubicBezTo>
                <a:cubicBezTo>
                  <a:pt x="741240" y="1291595"/>
                  <a:pt x="583414" y="1200924"/>
                  <a:pt x="512536" y="1145286"/>
                </a:cubicBezTo>
                <a:cubicBezTo>
                  <a:pt x="482043" y="1120969"/>
                  <a:pt x="472977" y="1121794"/>
                  <a:pt x="466384" y="1148995"/>
                </a:cubicBezTo>
                <a:cubicBezTo>
                  <a:pt x="457730" y="1182790"/>
                  <a:pt x="432593" y="1208343"/>
                  <a:pt x="372842" y="1244611"/>
                </a:cubicBezTo>
                <a:cubicBezTo>
                  <a:pt x="351826" y="1257387"/>
                  <a:pt x="348942" y="1258212"/>
                  <a:pt x="304437" y="1258624"/>
                </a:cubicBezTo>
                <a:cubicBezTo>
                  <a:pt x="254576" y="1259448"/>
                  <a:pt x="244274" y="1255739"/>
                  <a:pt x="244274" y="1238017"/>
                </a:cubicBezTo>
                <a:cubicBezTo>
                  <a:pt x="244274" y="1232659"/>
                  <a:pt x="240153" y="1228126"/>
                  <a:pt x="232324" y="1225653"/>
                </a:cubicBezTo>
                <a:cubicBezTo>
                  <a:pt x="212956" y="1219058"/>
                  <a:pt x="210072" y="1208343"/>
                  <a:pt x="223258" y="1194742"/>
                </a:cubicBezTo>
                <a:cubicBezTo>
                  <a:pt x="229439" y="1188560"/>
                  <a:pt x="237269" y="1178669"/>
                  <a:pt x="240153" y="1172899"/>
                </a:cubicBezTo>
                <a:cubicBezTo>
                  <a:pt x="243450" y="1167129"/>
                  <a:pt x="252103" y="1156001"/>
                  <a:pt x="259521" y="1147758"/>
                </a:cubicBezTo>
                <a:cubicBezTo>
                  <a:pt x="266938" y="1139928"/>
                  <a:pt x="273119" y="1130036"/>
                  <a:pt x="273119" y="1125915"/>
                </a:cubicBezTo>
                <a:cubicBezTo>
                  <a:pt x="273119" y="1121794"/>
                  <a:pt x="274768" y="1116848"/>
                  <a:pt x="277240" y="1115612"/>
                </a:cubicBezTo>
                <a:cubicBezTo>
                  <a:pt x="279301" y="1114375"/>
                  <a:pt x="280949" y="1095829"/>
                  <a:pt x="280949" y="1075222"/>
                </a:cubicBezTo>
                <a:cubicBezTo>
                  <a:pt x="280949" y="1054203"/>
                  <a:pt x="282185" y="1031947"/>
                  <a:pt x="283421" y="1026177"/>
                </a:cubicBezTo>
                <a:cubicBezTo>
                  <a:pt x="285070" y="1019995"/>
                  <a:pt x="284246" y="1014225"/>
                  <a:pt x="281773" y="1012989"/>
                </a:cubicBezTo>
                <a:cubicBezTo>
                  <a:pt x="279301" y="1011340"/>
                  <a:pt x="277240" y="1001037"/>
                  <a:pt x="277240" y="989909"/>
                </a:cubicBezTo>
                <a:cubicBezTo>
                  <a:pt x="277240" y="973011"/>
                  <a:pt x="275592" y="968478"/>
                  <a:pt x="267350" y="963120"/>
                </a:cubicBezTo>
                <a:cubicBezTo>
                  <a:pt x="260757" y="958586"/>
                  <a:pt x="258285" y="954053"/>
                  <a:pt x="259521" y="947046"/>
                </a:cubicBezTo>
                <a:cubicBezTo>
                  <a:pt x="260757" y="940452"/>
                  <a:pt x="258697" y="935507"/>
                  <a:pt x="252516" y="930973"/>
                </a:cubicBezTo>
                <a:cubicBezTo>
                  <a:pt x="245098" y="926027"/>
                  <a:pt x="244686" y="923967"/>
                  <a:pt x="249631" y="921082"/>
                </a:cubicBezTo>
                <a:cubicBezTo>
                  <a:pt x="259933" y="915312"/>
                  <a:pt x="264466" y="902123"/>
                  <a:pt x="259521" y="893056"/>
                </a:cubicBezTo>
                <a:cubicBezTo>
                  <a:pt x="255400" y="885226"/>
                  <a:pt x="254164" y="872037"/>
                  <a:pt x="250867" y="796203"/>
                </a:cubicBezTo>
                <a:cubicBezTo>
                  <a:pt x="250455" y="776833"/>
                  <a:pt x="246334" y="751280"/>
                  <a:pt x="242214" y="739328"/>
                </a:cubicBezTo>
                <a:cubicBezTo>
                  <a:pt x="237681" y="725728"/>
                  <a:pt x="236032" y="713776"/>
                  <a:pt x="238093" y="706357"/>
                </a:cubicBezTo>
                <a:cubicBezTo>
                  <a:pt x="239741" y="700175"/>
                  <a:pt x="242214" y="684101"/>
                  <a:pt x="243450" y="670501"/>
                </a:cubicBezTo>
                <a:cubicBezTo>
                  <a:pt x="245922" y="648658"/>
                  <a:pt x="247571" y="645773"/>
                  <a:pt x="255812" y="644536"/>
                </a:cubicBezTo>
                <a:cubicBezTo>
                  <a:pt x="269411" y="642475"/>
                  <a:pt x="271471" y="632584"/>
                  <a:pt x="261581" y="618983"/>
                </a:cubicBezTo>
                <a:lnTo>
                  <a:pt x="252928" y="607444"/>
                </a:lnTo>
                <a:lnTo>
                  <a:pt x="262817" y="581479"/>
                </a:lnTo>
                <a:cubicBezTo>
                  <a:pt x="268587" y="567054"/>
                  <a:pt x="273119" y="548095"/>
                  <a:pt x="273119" y="539028"/>
                </a:cubicBezTo>
                <a:cubicBezTo>
                  <a:pt x="273119" y="529549"/>
                  <a:pt x="276004" y="518421"/>
                  <a:pt x="279301" y="514300"/>
                </a:cubicBezTo>
                <a:cubicBezTo>
                  <a:pt x="282597" y="509767"/>
                  <a:pt x="285482" y="503584"/>
                  <a:pt x="285482" y="500699"/>
                </a:cubicBezTo>
                <a:cubicBezTo>
                  <a:pt x="285482" y="495754"/>
                  <a:pt x="292487" y="486275"/>
                  <a:pt x="319684" y="456601"/>
                </a:cubicBezTo>
                <a:cubicBezTo>
                  <a:pt x="326277" y="449594"/>
                  <a:pt x="334107" y="438879"/>
                  <a:pt x="336991" y="433109"/>
                </a:cubicBezTo>
                <a:cubicBezTo>
                  <a:pt x="340288" y="426926"/>
                  <a:pt x="349354" y="418272"/>
                  <a:pt x="357595" y="413738"/>
                </a:cubicBezTo>
                <a:cubicBezTo>
                  <a:pt x="365425" y="408792"/>
                  <a:pt x="372018" y="403022"/>
                  <a:pt x="372018" y="400962"/>
                </a:cubicBezTo>
                <a:cubicBezTo>
                  <a:pt x="372018" y="393131"/>
                  <a:pt x="362540" y="375821"/>
                  <a:pt x="358419" y="375821"/>
                </a:cubicBezTo>
                <a:cubicBezTo>
                  <a:pt x="355947" y="375821"/>
                  <a:pt x="357595" y="372112"/>
                  <a:pt x="361716" y="367578"/>
                </a:cubicBezTo>
                <a:cubicBezTo>
                  <a:pt x="369546" y="358923"/>
                  <a:pt x="386441" y="356451"/>
                  <a:pt x="390562" y="363869"/>
                </a:cubicBezTo>
                <a:cubicBezTo>
                  <a:pt x="392210" y="365930"/>
                  <a:pt x="398391" y="367166"/>
                  <a:pt x="404160" y="365930"/>
                </a:cubicBezTo>
                <a:cubicBezTo>
                  <a:pt x="410753" y="364281"/>
                  <a:pt x="420231" y="365930"/>
                  <a:pt x="427236" y="369639"/>
                </a:cubicBezTo>
                <a:cubicBezTo>
                  <a:pt x="441247" y="377058"/>
                  <a:pt x="450313" y="377470"/>
                  <a:pt x="450313" y="371288"/>
                </a:cubicBezTo>
                <a:cubicBezTo>
                  <a:pt x="450313" y="358923"/>
                  <a:pt x="373254" y="297515"/>
                  <a:pt x="275180" y="231160"/>
                </a:cubicBezTo>
                <a:cubicBezTo>
                  <a:pt x="212956" y="189122"/>
                  <a:pt x="139194" y="131835"/>
                  <a:pt x="91805" y="89796"/>
                </a:cubicBezTo>
                <a:cubicBezTo>
                  <a:pt x="62960" y="63419"/>
                  <a:pt x="-8330" y="-7881"/>
                  <a:pt x="-6681" y="-9117"/>
                </a:cubicBezTo>
                <a:cubicBezTo>
                  <a:pt x="-5857" y="-9941"/>
                  <a:pt x="15571" y="4071"/>
                  <a:pt x="40296" y="22206"/>
                </a:cubicBezTo>
                <a:cubicBezTo>
                  <a:pt x="85212" y="54765"/>
                  <a:pt x="137134" y="89796"/>
                  <a:pt x="192764" y="125240"/>
                </a:cubicBezTo>
                <a:cubicBezTo>
                  <a:pt x="229851" y="148732"/>
                  <a:pt x="362128" y="217560"/>
                  <a:pt x="377375" y="220857"/>
                </a:cubicBezTo>
                <a:cubicBezTo>
                  <a:pt x="383556" y="222505"/>
                  <a:pt x="396743" y="229100"/>
                  <a:pt x="405808" y="235694"/>
                </a:cubicBezTo>
                <a:cubicBezTo>
                  <a:pt x="423116" y="248058"/>
                  <a:pt x="437950" y="251767"/>
                  <a:pt x="437950" y="243524"/>
                </a:cubicBezTo>
                <a:cubicBezTo>
                  <a:pt x="437950" y="236930"/>
                  <a:pt x="458142" y="242700"/>
                  <a:pt x="475449" y="254652"/>
                </a:cubicBezTo>
                <a:cubicBezTo>
                  <a:pt x="483279" y="260010"/>
                  <a:pt x="493581" y="264544"/>
                  <a:pt x="498114" y="264544"/>
                </a:cubicBezTo>
                <a:cubicBezTo>
                  <a:pt x="510476" y="264544"/>
                  <a:pt x="586710" y="304933"/>
                  <a:pt x="595364" y="316473"/>
                </a:cubicBezTo>
                <a:cubicBezTo>
                  <a:pt x="599897" y="321831"/>
                  <a:pt x="606490" y="326364"/>
                  <a:pt x="610199" y="326364"/>
                </a:cubicBezTo>
                <a:cubicBezTo>
                  <a:pt x="620501" y="326364"/>
                  <a:pt x="644401" y="335432"/>
                  <a:pt x="665829" y="347796"/>
                </a:cubicBezTo>
                <a:cubicBezTo>
                  <a:pt x="676543" y="354390"/>
                  <a:pt x="688082" y="359336"/>
                  <a:pt x="691378" y="359336"/>
                </a:cubicBezTo>
                <a:cubicBezTo>
                  <a:pt x="694675" y="359336"/>
                  <a:pt x="704153" y="365518"/>
                  <a:pt x="712394" y="373348"/>
                </a:cubicBezTo>
                <a:cubicBezTo>
                  <a:pt x="729701" y="389422"/>
                  <a:pt x="743712" y="394367"/>
                  <a:pt x="755250" y="388185"/>
                </a:cubicBezTo>
                <a:cubicBezTo>
                  <a:pt x="761431" y="384888"/>
                  <a:pt x="766376" y="386949"/>
                  <a:pt x="782035" y="400550"/>
                </a:cubicBezTo>
                <a:cubicBezTo>
                  <a:pt x="792337" y="409617"/>
                  <a:pt x="803875" y="417035"/>
                  <a:pt x="807172" y="417035"/>
                </a:cubicBezTo>
                <a:cubicBezTo>
                  <a:pt x="810469" y="417035"/>
                  <a:pt x="819122" y="419920"/>
                  <a:pt x="826540" y="423629"/>
                </a:cubicBezTo>
                <a:cubicBezTo>
                  <a:pt x="834369" y="427751"/>
                  <a:pt x="851676" y="431048"/>
                  <a:pt x="870632" y="431460"/>
                </a:cubicBezTo>
                <a:cubicBezTo>
                  <a:pt x="913488" y="432696"/>
                  <a:pt x="927499" y="436406"/>
                  <a:pt x="949339" y="452479"/>
                </a:cubicBezTo>
                <a:cubicBezTo>
                  <a:pt x="960053" y="460310"/>
                  <a:pt x="972415" y="466492"/>
                  <a:pt x="976948" y="466492"/>
                </a:cubicBezTo>
                <a:cubicBezTo>
                  <a:pt x="981893" y="466492"/>
                  <a:pt x="987662" y="468965"/>
                  <a:pt x="989722" y="471850"/>
                </a:cubicBezTo>
                <a:cubicBezTo>
                  <a:pt x="1006205" y="492045"/>
                  <a:pt x="1015683" y="499051"/>
                  <a:pt x="1035463" y="507706"/>
                </a:cubicBezTo>
                <a:cubicBezTo>
                  <a:pt x="1065545" y="520894"/>
                  <a:pt x="1086973" y="541501"/>
                  <a:pt x="1101395" y="571587"/>
                </a:cubicBezTo>
                <a:cubicBezTo>
                  <a:pt x="1107989" y="585188"/>
                  <a:pt x="1112521" y="597140"/>
                  <a:pt x="1111285" y="597964"/>
                </a:cubicBezTo>
                <a:cubicBezTo>
                  <a:pt x="1110461" y="598789"/>
                  <a:pt x="1100571" y="595492"/>
                  <a:pt x="1089445" y="590546"/>
                </a:cubicBezTo>
                <a:cubicBezTo>
                  <a:pt x="1073374" y="582715"/>
                  <a:pt x="1068017" y="581891"/>
                  <a:pt x="1060600" y="585600"/>
                </a:cubicBezTo>
                <a:cubicBezTo>
                  <a:pt x="1048649" y="592194"/>
                  <a:pt x="1049474" y="597964"/>
                  <a:pt x="1066369" y="630936"/>
                </a:cubicBezTo>
                <a:cubicBezTo>
                  <a:pt x="1082852" y="663082"/>
                  <a:pt x="1084500" y="670501"/>
                  <a:pt x="1073374" y="664731"/>
                </a:cubicBezTo>
                <a:cubicBezTo>
                  <a:pt x="1063072" y="659373"/>
                  <a:pt x="1037111" y="665555"/>
                  <a:pt x="1039172" y="672974"/>
                </a:cubicBezTo>
                <a:cubicBezTo>
                  <a:pt x="1044941" y="694817"/>
                  <a:pt x="1044529" y="696878"/>
                  <a:pt x="1033815" y="699763"/>
                </a:cubicBezTo>
                <a:cubicBezTo>
                  <a:pt x="1027633" y="700999"/>
                  <a:pt x="1023513" y="703472"/>
                  <a:pt x="1024337" y="705121"/>
                </a:cubicBezTo>
                <a:cubicBezTo>
                  <a:pt x="1024749" y="706357"/>
                  <a:pt x="1028458" y="714188"/>
                  <a:pt x="1032166" y="722018"/>
                </a:cubicBezTo>
                <a:cubicBezTo>
                  <a:pt x="1035875" y="730261"/>
                  <a:pt x="1048237" y="745510"/>
                  <a:pt x="1059775" y="755814"/>
                </a:cubicBezTo>
                <a:cubicBezTo>
                  <a:pt x="1071314" y="766529"/>
                  <a:pt x="1080791" y="778894"/>
                  <a:pt x="1080791" y="783015"/>
                </a:cubicBezTo>
                <a:cubicBezTo>
                  <a:pt x="1080791" y="787548"/>
                  <a:pt x="1088209" y="798676"/>
                  <a:pt x="1097275" y="807743"/>
                </a:cubicBezTo>
                <a:cubicBezTo>
                  <a:pt x="1106340" y="816810"/>
                  <a:pt x="1113758" y="825877"/>
                  <a:pt x="1113758" y="828350"/>
                </a:cubicBezTo>
                <a:cubicBezTo>
                  <a:pt x="1113758" y="830411"/>
                  <a:pt x="1119115" y="837829"/>
                  <a:pt x="1125296" y="844012"/>
                </a:cubicBezTo>
                <a:cubicBezTo>
                  <a:pt x="1177630" y="897590"/>
                  <a:pt x="1184635" y="906657"/>
                  <a:pt x="1179278" y="914900"/>
                </a:cubicBezTo>
                <a:cubicBezTo>
                  <a:pt x="1172273" y="926439"/>
                  <a:pt x="1184635" y="946222"/>
                  <a:pt x="1196173" y="942513"/>
                </a:cubicBezTo>
                <a:cubicBezTo>
                  <a:pt x="1202354" y="940452"/>
                  <a:pt x="1205651" y="942925"/>
                  <a:pt x="1209360" y="951580"/>
                </a:cubicBezTo>
                <a:cubicBezTo>
                  <a:pt x="1220074" y="976308"/>
                  <a:pt x="1233672" y="989909"/>
                  <a:pt x="1247271" y="989909"/>
                </a:cubicBezTo>
                <a:cubicBezTo>
                  <a:pt x="1258397" y="989909"/>
                  <a:pt x="1261281" y="992382"/>
                  <a:pt x="1268287" y="1007219"/>
                </a:cubicBezTo>
                <a:cubicBezTo>
                  <a:pt x="1274468" y="1019995"/>
                  <a:pt x="1280237" y="1025353"/>
                  <a:pt x="1290539" y="1028650"/>
                </a:cubicBezTo>
                <a:cubicBezTo>
                  <a:pt x="1307434" y="1034008"/>
                  <a:pt x="1312791" y="1048021"/>
                  <a:pt x="1309082" y="1077283"/>
                </a:cubicBezTo>
                <a:cubicBezTo>
                  <a:pt x="1306610" y="1096241"/>
                  <a:pt x="1306610" y="1096653"/>
                  <a:pt x="1321445" y="1103659"/>
                </a:cubicBezTo>
                <a:cubicBezTo>
                  <a:pt x="1332983" y="1109429"/>
                  <a:pt x="1335455" y="1112727"/>
                  <a:pt x="1333807" y="1119733"/>
                </a:cubicBezTo>
                <a:cubicBezTo>
                  <a:pt x="1332159" y="1125915"/>
                  <a:pt x="1335455" y="1131685"/>
                  <a:pt x="1344109" y="1139516"/>
                </a:cubicBezTo>
                <a:cubicBezTo>
                  <a:pt x="1359768" y="1153116"/>
                  <a:pt x="1360180" y="1164656"/>
                  <a:pt x="1346581" y="1184439"/>
                </a:cubicBezTo>
                <a:cubicBezTo>
                  <a:pt x="1335043" y="1201749"/>
                  <a:pt x="1333807" y="1211228"/>
                  <a:pt x="1342461" y="1222356"/>
                </a:cubicBezTo>
                <a:cubicBezTo>
                  <a:pt x="1349878" y="1232247"/>
                  <a:pt x="1345345" y="1238429"/>
                  <a:pt x="1322269" y="1250381"/>
                </a:cubicBezTo>
                <a:cubicBezTo>
                  <a:pt x="1312791" y="1254915"/>
                  <a:pt x="1304550" y="1259448"/>
                  <a:pt x="1303725" y="1260272"/>
                </a:cubicBezTo>
                <a:cubicBezTo>
                  <a:pt x="1303313" y="1260685"/>
                  <a:pt x="1307434" y="1268103"/>
                  <a:pt x="1313615" y="1276346"/>
                </a:cubicBezTo>
                <a:lnTo>
                  <a:pt x="1325153" y="1291183"/>
                </a:lnTo>
                <a:lnTo>
                  <a:pt x="1315676" y="1301074"/>
                </a:lnTo>
                <a:cubicBezTo>
                  <a:pt x="1310731" y="1306432"/>
                  <a:pt x="1302489" y="1311378"/>
                  <a:pt x="1297544" y="1312202"/>
                </a:cubicBezTo>
                <a:cubicBezTo>
                  <a:pt x="1291775" y="1313026"/>
                  <a:pt x="1287242" y="1317972"/>
                  <a:pt x="1284358" y="1327039"/>
                </a:cubicBezTo>
                <a:cubicBezTo>
                  <a:pt x="1278177" y="1345997"/>
                  <a:pt x="1269523" y="1353416"/>
                  <a:pt x="1251392" y="1354240"/>
                </a:cubicBezTo>
                <a:cubicBezTo>
                  <a:pt x="1242326" y="1354652"/>
                  <a:pt x="1228727" y="1357125"/>
                  <a:pt x="1220898" y="1360010"/>
                </a:cubicBezTo>
                <a:cubicBezTo>
                  <a:pt x="1213068" y="1362483"/>
                  <a:pt x="1197409" y="1366604"/>
                  <a:pt x="1186695" y="1369489"/>
                </a:cubicBezTo>
                <a:cubicBezTo>
                  <a:pt x="1174745" y="1372374"/>
                  <a:pt x="1158674" y="1381029"/>
                  <a:pt x="1147548" y="1390508"/>
                </a:cubicBezTo>
                <a:cubicBezTo>
                  <a:pt x="1127356" y="1406994"/>
                  <a:pt x="1116230" y="1410291"/>
                  <a:pt x="1112109" y="1399988"/>
                </a:cubicBezTo>
                <a:cubicBezTo>
                  <a:pt x="1108401" y="1389684"/>
                  <a:pt x="1097687" y="1392981"/>
                  <a:pt x="1072550" y="1412352"/>
                </a:cubicBezTo>
                <a:cubicBezTo>
                  <a:pt x="1047001" y="1432135"/>
                  <a:pt x="1045353" y="1432959"/>
                  <a:pt x="1042056" y="1427601"/>
                </a:cubicBezTo>
                <a:close/>
                <a:moveTo>
                  <a:pt x="937800" y="1143225"/>
                </a:moveTo>
                <a:cubicBezTo>
                  <a:pt x="943982" y="1136218"/>
                  <a:pt x="943570" y="1118496"/>
                  <a:pt x="936564" y="1113551"/>
                </a:cubicBezTo>
                <a:cubicBezTo>
                  <a:pt x="934916" y="1112314"/>
                  <a:pt x="927086" y="1099126"/>
                  <a:pt x="918845" y="1083877"/>
                </a:cubicBezTo>
                <a:cubicBezTo>
                  <a:pt x="910603" y="1068628"/>
                  <a:pt x="893296" y="1040602"/>
                  <a:pt x="880934" y="1021232"/>
                </a:cubicBezTo>
                <a:cubicBezTo>
                  <a:pt x="868571" y="1001861"/>
                  <a:pt x="858270" y="984139"/>
                  <a:pt x="858270" y="982078"/>
                </a:cubicBezTo>
                <a:cubicBezTo>
                  <a:pt x="858270" y="980018"/>
                  <a:pt x="853737" y="974248"/>
                  <a:pt x="847968" y="968890"/>
                </a:cubicBezTo>
                <a:cubicBezTo>
                  <a:pt x="837254" y="958586"/>
                  <a:pt x="834369" y="946222"/>
                  <a:pt x="842199" y="943749"/>
                </a:cubicBezTo>
                <a:cubicBezTo>
                  <a:pt x="844259" y="942925"/>
                  <a:pt x="845083" y="939216"/>
                  <a:pt x="843435" y="935094"/>
                </a:cubicBezTo>
                <a:cubicBezTo>
                  <a:pt x="842199" y="930973"/>
                  <a:pt x="838490" y="928500"/>
                  <a:pt x="835605" y="929737"/>
                </a:cubicBezTo>
                <a:cubicBezTo>
                  <a:pt x="832721" y="930561"/>
                  <a:pt x="826127" y="927676"/>
                  <a:pt x="821183" y="923142"/>
                </a:cubicBezTo>
                <a:cubicBezTo>
                  <a:pt x="811293" y="914075"/>
                  <a:pt x="812941" y="907481"/>
                  <a:pt x="823243" y="915724"/>
                </a:cubicBezTo>
                <a:cubicBezTo>
                  <a:pt x="831897" y="923142"/>
                  <a:pt x="836017" y="917785"/>
                  <a:pt x="830248" y="906245"/>
                </a:cubicBezTo>
                <a:cubicBezTo>
                  <a:pt x="827776" y="901299"/>
                  <a:pt x="824479" y="893056"/>
                  <a:pt x="823243" y="888111"/>
                </a:cubicBezTo>
                <a:cubicBezTo>
                  <a:pt x="820770" y="878631"/>
                  <a:pt x="785744" y="846897"/>
                  <a:pt x="768849" y="837829"/>
                </a:cubicBezTo>
                <a:cubicBezTo>
                  <a:pt x="763492" y="835357"/>
                  <a:pt x="759371" y="829175"/>
                  <a:pt x="759371" y="824641"/>
                </a:cubicBezTo>
                <a:cubicBezTo>
                  <a:pt x="759371" y="815574"/>
                  <a:pt x="758959" y="815162"/>
                  <a:pt x="732998" y="785900"/>
                </a:cubicBezTo>
                <a:cubicBezTo>
                  <a:pt x="722696" y="774772"/>
                  <a:pt x="714042" y="763232"/>
                  <a:pt x="714042" y="760759"/>
                </a:cubicBezTo>
                <a:cubicBezTo>
                  <a:pt x="714042" y="758699"/>
                  <a:pt x="708273" y="751280"/>
                  <a:pt x="701268" y="744274"/>
                </a:cubicBezTo>
                <a:cubicBezTo>
                  <a:pt x="694263" y="737680"/>
                  <a:pt x="686021" y="726140"/>
                  <a:pt x="683137" y="719133"/>
                </a:cubicBezTo>
                <a:cubicBezTo>
                  <a:pt x="679840" y="711715"/>
                  <a:pt x="675307" y="705533"/>
                  <a:pt x="672835" y="705533"/>
                </a:cubicBezTo>
                <a:cubicBezTo>
                  <a:pt x="670362" y="705533"/>
                  <a:pt x="660060" y="697702"/>
                  <a:pt x="650170" y="688635"/>
                </a:cubicBezTo>
                <a:cubicBezTo>
                  <a:pt x="633687" y="673386"/>
                  <a:pt x="630391" y="671737"/>
                  <a:pt x="617204" y="674210"/>
                </a:cubicBezTo>
                <a:cubicBezTo>
                  <a:pt x="599897" y="677507"/>
                  <a:pt x="592892" y="688223"/>
                  <a:pt x="598661" y="703472"/>
                </a:cubicBezTo>
                <a:cubicBezTo>
                  <a:pt x="604430" y="718309"/>
                  <a:pt x="604018" y="720782"/>
                  <a:pt x="594952" y="723255"/>
                </a:cubicBezTo>
                <a:cubicBezTo>
                  <a:pt x="589183" y="724491"/>
                  <a:pt x="585886" y="731498"/>
                  <a:pt x="582178" y="749220"/>
                </a:cubicBezTo>
                <a:cubicBezTo>
                  <a:pt x="576409" y="780542"/>
                  <a:pt x="570639" y="794967"/>
                  <a:pt x="563222" y="797852"/>
                </a:cubicBezTo>
                <a:cubicBezTo>
                  <a:pt x="559925" y="799088"/>
                  <a:pt x="557453" y="805683"/>
                  <a:pt x="557453" y="812277"/>
                </a:cubicBezTo>
                <a:cubicBezTo>
                  <a:pt x="557453" y="819283"/>
                  <a:pt x="553744" y="834120"/>
                  <a:pt x="549211" y="845660"/>
                </a:cubicBezTo>
                <a:cubicBezTo>
                  <a:pt x="543854" y="858849"/>
                  <a:pt x="540558" y="879043"/>
                  <a:pt x="539734" y="902948"/>
                </a:cubicBezTo>
                <a:cubicBezTo>
                  <a:pt x="538909" y="922730"/>
                  <a:pt x="536849" y="941276"/>
                  <a:pt x="535201" y="944161"/>
                </a:cubicBezTo>
                <a:cubicBezTo>
                  <a:pt x="533552" y="946634"/>
                  <a:pt x="531080" y="957762"/>
                  <a:pt x="529844" y="968478"/>
                </a:cubicBezTo>
                <a:cubicBezTo>
                  <a:pt x="528608" y="979193"/>
                  <a:pt x="526135" y="990733"/>
                  <a:pt x="524075" y="994855"/>
                </a:cubicBezTo>
                <a:cubicBezTo>
                  <a:pt x="518718" y="1004746"/>
                  <a:pt x="523250" y="1012989"/>
                  <a:pt x="537261" y="1018759"/>
                </a:cubicBezTo>
                <a:cubicBezTo>
                  <a:pt x="547975" y="1023292"/>
                  <a:pt x="552096" y="1022468"/>
                  <a:pt x="579293" y="1008867"/>
                </a:cubicBezTo>
                <a:cubicBezTo>
                  <a:pt x="598661" y="999388"/>
                  <a:pt x="615556" y="994030"/>
                  <a:pt x="625858" y="994030"/>
                </a:cubicBezTo>
                <a:cubicBezTo>
                  <a:pt x="643577" y="994030"/>
                  <a:pt x="699620" y="1019583"/>
                  <a:pt x="738767" y="1045136"/>
                </a:cubicBezTo>
                <a:cubicBezTo>
                  <a:pt x="751129" y="1053378"/>
                  <a:pt x="762668" y="1059973"/>
                  <a:pt x="764728" y="1059973"/>
                </a:cubicBezTo>
                <a:cubicBezTo>
                  <a:pt x="769261" y="1059973"/>
                  <a:pt x="829012" y="1094180"/>
                  <a:pt x="863214" y="1116436"/>
                </a:cubicBezTo>
                <a:cubicBezTo>
                  <a:pt x="878461" y="1125915"/>
                  <a:pt x="892472" y="1134158"/>
                  <a:pt x="894120" y="1134158"/>
                </a:cubicBezTo>
                <a:cubicBezTo>
                  <a:pt x="895769" y="1134158"/>
                  <a:pt x="901950" y="1137867"/>
                  <a:pt x="907719" y="1142401"/>
                </a:cubicBezTo>
                <a:cubicBezTo>
                  <a:pt x="920493" y="1152292"/>
                  <a:pt x="929147" y="1152704"/>
                  <a:pt x="937800" y="1143225"/>
                </a:cubicBezTo>
                <a:close/>
                <a:moveTo>
                  <a:pt x="512124" y="1074398"/>
                </a:moveTo>
                <a:cubicBezTo>
                  <a:pt x="512124" y="1071100"/>
                  <a:pt x="510476" y="1068215"/>
                  <a:pt x="508416" y="1068215"/>
                </a:cubicBezTo>
                <a:cubicBezTo>
                  <a:pt x="503059" y="1068215"/>
                  <a:pt x="499350" y="1074810"/>
                  <a:pt x="502647" y="1078107"/>
                </a:cubicBezTo>
                <a:cubicBezTo>
                  <a:pt x="507179" y="1082640"/>
                  <a:pt x="512124" y="1080580"/>
                  <a:pt x="512124" y="1074398"/>
                </a:cubicBezTo>
                <a:close/>
                <a:moveTo>
                  <a:pt x="874753" y="970126"/>
                </a:moveTo>
                <a:cubicBezTo>
                  <a:pt x="874753" y="960235"/>
                  <a:pt x="863214" y="944574"/>
                  <a:pt x="855797" y="944574"/>
                </a:cubicBezTo>
                <a:cubicBezTo>
                  <a:pt x="847556" y="944574"/>
                  <a:pt x="848792" y="954053"/>
                  <a:pt x="858682" y="966829"/>
                </a:cubicBezTo>
                <a:cubicBezTo>
                  <a:pt x="868571" y="979193"/>
                  <a:pt x="874753" y="980842"/>
                  <a:pt x="874753" y="970126"/>
                </a:cubicBezTo>
                <a:close/>
                <a:moveTo>
                  <a:pt x="1066781" y="867504"/>
                </a:moveTo>
                <a:cubicBezTo>
                  <a:pt x="1062660" y="863382"/>
                  <a:pt x="1058951" y="869564"/>
                  <a:pt x="1062660" y="874922"/>
                </a:cubicBezTo>
                <a:cubicBezTo>
                  <a:pt x="1065132" y="879456"/>
                  <a:pt x="1065957" y="879456"/>
                  <a:pt x="1067605" y="874922"/>
                </a:cubicBezTo>
                <a:cubicBezTo>
                  <a:pt x="1068429" y="872037"/>
                  <a:pt x="1068017" y="868740"/>
                  <a:pt x="1066781" y="867504"/>
                </a:cubicBezTo>
                <a:close/>
                <a:moveTo>
                  <a:pt x="767612" y="767766"/>
                </a:moveTo>
                <a:cubicBezTo>
                  <a:pt x="767612" y="762820"/>
                  <a:pt x="755662" y="753341"/>
                  <a:pt x="752778" y="756226"/>
                </a:cubicBezTo>
                <a:cubicBezTo>
                  <a:pt x="748245" y="760347"/>
                  <a:pt x="754838" y="771475"/>
                  <a:pt x="761431" y="771475"/>
                </a:cubicBezTo>
                <a:cubicBezTo>
                  <a:pt x="764728" y="771475"/>
                  <a:pt x="767612" y="769826"/>
                  <a:pt x="767612" y="767766"/>
                </a:cubicBezTo>
                <a:close/>
                <a:moveTo>
                  <a:pt x="1005381" y="679156"/>
                </a:moveTo>
                <a:cubicBezTo>
                  <a:pt x="1003733" y="675447"/>
                  <a:pt x="998788" y="672562"/>
                  <a:pt x="994255" y="672562"/>
                </a:cubicBezTo>
                <a:cubicBezTo>
                  <a:pt x="983953" y="672562"/>
                  <a:pt x="982717" y="687811"/>
                  <a:pt x="993431" y="690284"/>
                </a:cubicBezTo>
                <a:cubicBezTo>
                  <a:pt x="1002909" y="692344"/>
                  <a:pt x="1008266" y="686986"/>
                  <a:pt x="1005381" y="679156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92854D06-0A2F-EE5C-BF56-23D9A5A6A045}"/>
              </a:ext>
            </a:extLst>
          </p:cNvPr>
          <p:cNvSpPr/>
          <p:nvPr/>
        </p:nvSpPr>
        <p:spPr>
          <a:xfrm flipV="1">
            <a:off x="3950422" y="2520089"/>
            <a:ext cx="45719" cy="45719"/>
          </a:xfrm>
          <a:custGeom>
            <a:avLst/>
            <a:gdLst>
              <a:gd name="csX0" fmla="*/ -3286 w 11544"/>
              <a:gd name="csY0" fmla="*/ -1006 h 13176"/>
              <a:gd name="csX1" fmla="*/ -6582 w 11544"/>
              <a:gd name="csY1" fmla="*/ -9249 h 13176"/>
              <a:gd name="csX2" fmla="*/ 835 w 11544"/>
              <a:gd name="csY2" fmla="*/ -5128 h 13176"/>
              <a:gd name="csX3" fmla="*/ 4132 w 11544"/>
              <a:gd name="csY3" fmla="*/ 3115 h 13176"/>
              <a:gd name="csX4" fmla="*/ -3286 w 11544"/>
              <a:gd name="csY4" fmla="*/ -1006 h 131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4" h="13176">
                <a:moveTo>
                  <a:pt x="-3286" y="-1006"/>
                </a:moveTo>
                <a:cubicBezTo>
                  <a:pt x="-6170" y="-4716"/>
                  <a:pt x="-7818" y="-8425"/>
                  <a:pt x="-6582" y="-9249"/>
                </a:cubicBezTo>
                <a:cubicBezTo>
                  <a:pt x="-5346" y="-10485"/>
                  <a:pt x="-2049" y="-8837"/>
                  <a:pt x="835" y="-5128"/>
                </a:cubicBezTo>
                <a:cubicBezTo>
                  <a:pt x="3720" y="-1418"/>
                  <a:pt x="5368" y="2291"/>
                  <a:pt x="4132" y="3115"/>
                </a:cubicBezTo>
                <a:cubicBezTo>
                  <a:pt x="2896" y="4352"/>
                  <a:pt x="-401" y="2703"/>
                  <a:pt x="-3286" y="-1006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D24D026-4033-6395-8EA7-465DA165A3A6}"/>
              </a:ext>
            </a:extLst>
          </p:cNvPr>
          <p:cNvSpPr/>
          <p:nvPr/>
        </p:nvSpPr>
        <p:spPr>
          <a:xfrm flipV="1">
            <a:off x="7837449" y="2021942"/>
            <a:ext cx="1035301" cy="1082524"/>
          </a:xfrm>
          <a:custGeom>
            <a:avLst/>
            <a:gdLst>
              <a:gd name="csX0" fmla="*/ 1698328 w 2064482"/>
              <a:gd name="csY0" fmla="*/ 2425768 h 2442820"/>
              <a:gd name="csX1" fmla="*/ 1650527 w 2064482"/>
              <a:gd name="csY1" fmla="*/ 2411756 h 2442820"/>
              <a:gd name="csX2" fmla="*/ 1610143 w 2064482"/>
              <a:gd name="csY2" fmla="*/ 2403925 h 2442820"/>
              <a:gd name="csX3" fmla="*/ 1570996 w 2064482"/>
              <a:gd name="csY3" fmla="*/ 2395270 h 2442820"/>
              <a:gd name="csX4" fmla="*/ 1547508 w 2064482"/>
              <a:gd name="csY4" fmla="*/ 2388676 h 2442820"/>
              <a:gd name="csX5" fmla="*/ 1515778 w 2064482"/>
              <a:gd name="csY5" fmla="*/ 2376312 h 2442820"/>
              <a:gd name="csX6" fmla="*/ 1405753 w 2064482"/>
              <a:gd name="csY6" fmla="*/ 2345813 h 2442820"/>
              <a:gd name="csX7" fmla="*/ 1366606 w 2064482"/>
              <a:gd name="csY7" fmla="*/ 2335098 h 2442820"/>
              <a:gd name="csX8" fmla="*/ 1278009 w 2064482"/>
              <a:gd name="csY8" fmla="*/ 2304599 h 2442820"/>
              <a:gd name="csX9" fmla="*/ 1249163 w 2064482"/>
              <a:gd name="csY9" fmla="*/ 2296769 h 2442820"/>
              <a:gd name="csX10" fmla="*/ 1216197 w 2064482"/>
              <a:gd name="csY10" fmla="*/ 2286465 h 2442820"/>
              <a:gd name="csX11" fmla="*/ 1197654 w 2064482"/>
              <a:gd name="csY11" fmla="*/ 2279871 h 2442820"/>
              <a:gd name="csX12" fmla="*/ 1183231 w 2064482"/>
              <a:gd name="csY12" fmla="*/ 2274101 h 2442820"/>
              <a:gd name="csX13" fmla="*/ 1156446 w 2064482"/>
              <a:gd name="csY13" fmla="*/ 2262149 h 2442820"/>
              <a:gd name="csX14" fmla="*/ 1094634 w 2064482"/>
              <a:gd name="csY14" fmla="*/ 2238657 h 2442820"/>
              <a:gd name="csX15" fmla="*/ 992439 w 2064482"/>
              <a:gd name="csY15" fmla="*/ 2199092 h 2442820"/>
              <a:gd name="csX16" fmla="*/ 887771 w 2064482"/>
              <a:gd name="csY16" fmla="*/ 2156229 h 2442820"/>
              <a:gd name="csX17" fmla="*/ 834613 w 2064482"/>
              <a:gd name="csY17" fmla="*/ 2135622 h 2442820"/>
              <a:gd name="csX18" fmla="*/ 796702 w 2064482"/>
              <a:gd name="csY18" fmla="*/ 2123258 h 2442820"/>
              <a:gd name="csX19" fmla="*/ 755082 w 2064482"/>
              <a:gd name="csY19" fmla="*/ 2110894 h 2442820"/>
              <a:gd name="csX20" fmla="*/ 742308 w 2064482"/>
              <a:gd name="csY20" fmla="*/ 2106772 h 2442820"/>
              <a:gd name="csX21" fmla="*/ 725001 w 2064482"/>
              <a:gd name="csY21" fmla="*/ 2102651 h 2442820"/>
              <a:gd name="csX22" fmla="*/ 697804 w 2064482"/>
              <a:gd name="csY22" fmla="*/ 2096881 h 2442820"/>
              <a:gd name="csX23" fmla="*/ 637228 w 2064482"/>
              <a:gd name="csY23" fmla="*/ 2098530 h 2442820"/>
              <a:gd name="csX24" fmla="*/ 633107 w 2064482"/>
              <a:gd name="csY24" fmla="*/ 2108833 h 2442820"/>
              <a:gd name="csX25" fmla="*/ 643409 w 2064482"/>
              <a:gd name="csY25" fmla="*/ 2143865 h 2442820"/>
              <a:gd name="csX26" fmla="*/ 624866 w 2064482"/>
              <a:gd name="csY26" fmla="*/ 2156229 h 2442820"/>
              <a:gd name="csX27" fmla="*/ 577065 w 2064482"/>
              <a:gd name="csY27" fmla="*/ 2131501 h 2442820"/>
              <a:gd name="csX28" fmla="*/ 535857 w 2064482"/>
              <a:gd name="csY28" fmla="*/ 2100590 h 2442820"/>
              <a:gd name="csX29" fmla="*/ 512781 w 2064482"/>
              <a:gd name="csY29" fmla="*/ 2085753 h 2442820"/>
              <a:gd name="csX30" fmla="*/ 507424 w 2064482"/>
              <a:gd name="csY30" fmla="*/ 2044127 h 2442820"/>
              <a:gd name="csX31" fmla="*/ 495062 w 2064482"/>
              <a:gd name="csY31" fmla="*/ 2034236 h 2442820"/>
              <a:gd name="csX32" fmla="*/ 472809 w 2064482"/>
              <a:gd name="csY32" fmla="*/ 1991373 h 2442820"/>
              <a:gd name="csX33" fmla="*/ 474870 w 2064482"/>
              <a:gd name="csY33" fmla="*/ 1966233 h 2442820"/>
              <a:gd name="csX34" fmla="*/ 493825 w 2064482"/>
              <a:gd name="csY34" fmla="*/ 1923782 h 2442820"/>
              <a:gd name="csX35" fmla="*/ 503303 w 2064482"/>
              <a:gd name="csY35" fmla="*/ 1904824 h 2442820"/>
              <a:gd name="csX36" fmla="*/ 524731 w 2064482"/>
              <a:gd name="csY36" fmla="*/ 1864022 h 2442820"/>
              <a:gd name="csX37" fmla="*/ 545747 w 2064482"/>
              <a:gd name="csY37" fmla="*/ 1838470 h 2442820"/>
              <a:gd name="csX38" fmla="*/ 604262 w 2064482"/>
              <a:gd name="csY38" fmla="*/ 1794783 h 2442820"/>
              <a:gd name="csX39" fmla="*/ 625690 w 2064482"/>
              <a:gd name="csY39" fmla="*/ 1779122 h 2442820"/>
              <a:gd name="csX40" fmla="*/ 625278 w 2064482"/>
              <a:gd name="csY40" fmla="*/ 1755630 h 2442820"/>
              <a:gd name="csX41" fmla="*/ 623630 w 2064482"/>
              <a:gd name="csY41" fmla="*/ 1736671 h 2442820"/>
              <a:gd name="csX42" fmla="*/ 606735 w 2064482"/>
              <a:gd name="csY42" fmla="*/ 1711119 h 2442820"/>
              <a:gd name="csX43" fmla="*/ 590251 w 2064482"/>
              <a:gd name="csY43" fmla="*/ 1690924 h 2442820"/>
              <a:gd name="csX44" fmla="*/ 589839 w 2064482"/>
              <a:gd name="csY44" fmla="*/ 1643116 h 2442820"/>
              <a:gd name="csX45" fmla="*/ 584070 w 2064482"/>
              <a:gd name="csY45" fmla="*/ 1593659 h 2442820"/>
              <a:gd name="csX46" fmla="*/ 569648 w 2064482"/>
              <a:gd name="csY46" fmla="*/ 1556566 h 2442820"/>
              <a:gd name="csX47" fmla="*/ 528440 w 2064482"/>
              <a:gd name="csY47" fmla="*/ 1437046 h 2442820"/>
              <a:gd name="csX48" fmla="*/ 509484 w 2064482"/>
              <a:gd name="csY48" fmla="*/ 1379346 h 2442820"/>
              <a:gd name="csX49" fmla="*/ 501243 w 2064482"/>
              <a:gd name="csY49" fmla="*/ 1354618 h 2442820"/>
              <a:gd name="csX50" fmla="*/ 493001 w 2064482"/>
              <a:gd name="csY50" fmla="*/ 1329890 h 2442820"/>
              <a:gd name="csX51" fmla="*/ 489292 w 2064482"/>
              <a:gd name="csY51" fmla="*/ 1317525 h 2442820"/>
              <a:gd name="csX52" fmla="*/ 455914 w 2064482"/>
              <a:gd name="csY52" fmla="*/ 1234273 h 2442820"/>
              <a:gd name="csX53" fmla="*/ 445612 w 2064482"/>
              <a:gd name="csY53" fmla="*/ 1207484 h 2442820"/>
              <a:gd name="csX54" fmla="*/ 435310 w 2064482"/>
              <a:gd name="csY54" fmla="*/ 1180695 h 2442820"/>
              <a:gd name="csX55" fmla="*/ 425832 w 2064482"/>
              <a:gd name="csY55" fmla="*/ 1155555 h 2442820"/>
              <a:gd name="csX56" fmla="*/ 398635 w 2064482"/>
              <a:gd name="csY56" fmla="*/ 1090849 h 2442820"/>
              <a:gd name="csX57" fmla="*/ 368966 w 2064482"/>
              <a:gd name="csY57" fmla="*/ 1022846 h 2442820"/>
              <a:gd name="csX58" fmla="*/ 319929 w 2064482"/>
              <a:gd name="csY58" fmla="*/ 925993 h 2442820"/>
              <a:gd name="csX59" fmla="*/ 272128 w 2064482"/>
              <a:gd name="csY59" fmla="*/ 833262 h 2442820"/>
              <a:gd name="csX60" fmla="*/ 233392 w 2064482"/>
              <a:gd name="csY60" fmla="*/ 755779 h 2442820"/>
              <a:gd name="csX61" fmla="*/ 239161 w 2064482"/>
              <a:gd name="csY61" fmla="*/ 753306 h 2442820"/>
              <a:gd name="csX62" fmla="*/ 247403 w 2064482"/>
              <a:gd name="csY62" fmla="*/ 751246 h 2442820"/>
              <a:gd name="csX63" fmla="*/ 234629 w 2064482"/>
              <a:gd name="csY63" fmla="*/ 730227 h 2442820"/>
              <a:gd name="csX64" fmla="*/ 227623 w 2064482"/>
              <a:gd name="csY64" fmla="*/ 726517 h 2442820"/>
              <a:gd name="csX65" fmla="*/ 235865 w 2064482"/>
              <a:gd name="csY65" fmla="*/ 723220 h 2442820"/>
              <a:gd name="csX66" fmla="*/ 251524 w 2064482"/>
              <a:gd name="csY66" fmla="*/ 747949 h 2442820"/>
              <a:gd name="csX67" fmla="*/ 263474 w 2064482"/>
              <a:gd name="csY67" fmla="*/ 766495 h 2442820"/>
              <a:gd name="csX68" fmla="*/ 274600 w 2064482"/>
              <a:gd name="csY68" fmla="*/ 775150 h 2442820"/>
              <a:gd name="csX69" fmla="*/ 290259 w 2064482"/>
              <a:gd name="csY69" fmla="*/ 798642 h 2442820"/>
              <a:gd name="csX70" fmla="*/ 309215 w 2064482"/>
              <a:gd name="csY70" fmla="*/ 826667 h 2442820"/>
              <a:gd name="csX71" fmla="*/ 316632 w 2064482"/>
              <a:gd name="csY71" fmla="*/ 829964 h 2442820"/>
              <a:gd name="csX72" fmla="*/ 314572 w 2064482"/>
              <a:gd name="csY72" fmla="*/ 817600 h 2442820"/>
              <a:gd name="csX73" fmla="*/ 307566 w 2064482"/>
              <a:gd name="csY73" fmla="*/ 803587 h 2442820"/>
              <a:gd name="csX74" fmla="*/ 265534 w 2064482"/>
              <a:gd name="csY74" fmla="*/ 740118 h 2442820"/>
              <a:gd name="csX75" fmla="*/ 260177 w 2064482"/>
              <a:gd name="csY75" fmla="*/ 721984 h 2442820"/>
              <a:gd name="csX76" fmla="*/ 247815 w 2064482"/>
              <a:gd name="csY76" fmla="*/ 688188 h 2442820"/>
              <a:gd name="csX77" fmla="*/ 229272 w 2064482"/>
              <a:gd name="csY77" fmla="*/ 657690 h 2442820"/>
              <a:gd name="csX78" fmla="*/ 195893 w 2064482"/>
              <a:gd name="csY78" fmla="*/ 602463 h 2442820"/>
              <a:gd name="csX79" fmla="*/ 192185 w 2064482"/>
              <a:gd name="csY79" fmla="*/ 592572 h 2442820"/>
              <a:gd name="csX80" fmla="*/ 188476 w 2064482"/>
              <a:gd name="csY80" fmla="*/ 579796 h 2442820"/>
              <a:gd name="csX81" fmla="*/ 181883 w 2064482"/>
              <a:gd name="csY81" fmla="*/ 564547 h 2442820"/>
              <a:gd name="csX82" fmla="*/ 168696 w 2064482"/>
              <a:gd name="csY82" fmla="*/ 535697 h 2442820"/>
              <a:gd name="csX83" fmla="*/ 160455 w 2064482"/>
              <a:gd name="csY83" fmla="*/ 511793 h 2442820"/>
              <a:gd name="csX84" fmla="*/ 146856 w 2064482"/>
              <a:gd name="csY84" fmla="*/ 492010 h 2442820"/>
              <a:gd name="csX85" fmla="*/ 130373 w 2064482"/>
              <a:gd name="csY85" fmla="*/ 473464 h 2442820"/>
              <a:gd name="csX86" fmla="*/ 120071 w 2064482"/>
              <a:gd name="csY86" fmla="*/ 449972 h 2442820"/>
              <a:gd name="csX87" fmla="*/ 109769 w 2064482"/>
              <a:gd name="csY87" fmla="*/ 430189 h 2442820"/>
              <a:gd name="csX88" fmla="*/ 99467 w 2064482"/>
              <a:gd name="csY88" fmla="*/ 412879 h 2442820"/>
              <a:gd name="csX89" fmla="*/ 89165 w 2064482"/>
              <a:gd name="csY89" fmla="*/ 391860 h 2442820"/>
              <a:gd name="csX90" fmla="*/ 85869 w 2064482"/>
              <a:gd name="csY90" fmla="*/ 383205 h 2442820"/>
              <a:gd name="csX91" fmla="*/ 73094 w 2064482"/>
              <a:gd name="csY91" fmla="*/ 366308 h 2442820"/>
              <a:gd name="csX92" fmla="*/ 57023 w 2064482"/>
              <a:gd name="csY92" fmla="*/ 362186 h 2442820"/>
              <a:gd name="csX93" fmla="*/ 51254 w 2064482"/>
              <a:gd name="csY93" fmla="*/ 369605 h 2442820"/>
              <a:gd name="csX94" fmla="*/ 43425 w 2064482"/>
              <a:gd name="csY94" fmla="*/ 358065 h 2442820"/>
              <a:gd name="csX95" fmla="*/ 39716 w 2064482"/>
              <a:gd name="csY95" fmla="*/ 357240 h 2442820"/>
              <a:gd name="csX96" fmla="*/ 29414 w 2064482"/>
              <a:gd name="csY96" fmla="*/ 336633 h 2442820"/>
              <a:gd name="csX97" fmla="*/ 26941 w 2064482"/>
              <a:gd name="csY97" fmla="*/ 324681 h 2442820"/>
              <a:gd name="csX98" fmla="*/ 38068 w 2064482"/>
              <a:gd name="csY98" fmla="*/ 335809 h 2442820"/>
              <a:gd name="csX99" fmla="*/ 58259 w 2064482"/>
              <a:gd name="csY99" fmla="*/ 342816 h 2442820"/>
              <a:gd name="csX100" fmla="*/ 31474 w 2064482"/>
              <a:gd name="csY100" fmla="*/ 279346 h 2442820"/>
              <a:gd name="csX101" fmla="*/ 156 w 2064482"/>
              <a:gd name="csY101" fmla="*/ 221647 h 2442820"/>
              <a:gd name="csX102" fmla="*/ 14579 w 2064482"/>
              <a:gd name="csY102" fmla="*/ 217525 h 2442820"/>
              <a:gd name="csX103" fmla="*/ 38068 w 2064482"/>
              <a:gd name="csY103" fmla="*/ 228653 h 2442820"/>
              <a:gd name="csX104" fmla="*/ 47957 w 2064482"/>
              <a:gd name="csY104" fmla="*/ 244314 h 2442820"/>
              <a:gd name="csX105" fmla="*/ 62792 w 2064482"/>
              <a:gd name="csY105" fmla="*/ 242254 h 2442820"/>
              <a:gd name="csX106" fmla="*/ 45485 w 2064482"/>
              <a:gd name="csY106" fmla="*/ 207222 h 2442820"/>
              <a:gd name="csX107" fmla="*/ 35595 w 2064482"/>
              <a:gd name="csY107" fmla="*/ 191973 h 2442820"/>
              <a:gd name="csX108" fmla="*/ 28590 w 2064482"/>
              <a:gd name="csY108" fmla="*/ 184554 h 2442820"/>
              <a:gd name="csX109" fmla="*/ 26529 w 2064482"/>
              <a:gd name="csY109" fmla="*/ 177136 h 2442820"/>
              <a:gd name="csX110" fmla="*/ 65265 w 2064482"/>
              <a:gd name="csY110" fmla="*/ 214228 h 2442820"/>
              <a:gd name="csX111" fmla="*/ 81336 w 2064482"/>
              <a:gd name="csY111" fmla="*/ 231538 h 2442820"/>
              <a:gd name="csX112" fmla="*/ 111829 w 2064482"/>
              <a:gd name="csY112" fmla="*/ 257503 h 2442820"/>
              <a:gd name="csX113" fmla="*/ 156334 w 2064482"/>
              <a:gd name="csY113" fmla="*/ 285528 h 2442820"/>
              <a:gd name="csX114" fmla="*/ 144796 w 2064482"/>
              <a:gd name="csY114" fmla="*/ 265333 h 2442820"/>
              <a:gd name="csX115" fmla="*/ 136966 w 2064482"/>
              <a:gd name="csY115" fmla="*/ 248848 h 2442820"/>
              <a:gd name="csX116" fmla="*/ 136554 w 2064482"/>
              <a:gd name="csY116" fmla="*/ 225356 h 2442820"/>
              <a:gd name="csX117" fmla="*/ 129549 w 2064482"/>
              <a:gd name="csY117" fmla="*/ 208046 h 2442820"/>
              <a:gd name="csX118" fmla="*/ 123780 w 2064482"/>
              <a:gd name="csY118" fmla="*/ 189912 h 2442820"/>
              <a:gd name="csX119" fmla="*/ 113890 w 2064482"/>
              <a:gd name="csY119" fmla="*/ 180021 h 2442820"/>
              <a:gd name="csX120" fmla="*/ 109769 w 2064482"/>
              <a:gd name="csY120" fmla="*/ 173838 h 2442820"/>
              <a:gd name="csX121" fmla="*/ 105648 w 2064482"/>
              <a:gd name="csY121" fmla="*/ 169717 h 2442820"/>
              <a:gd name="csX122" fmla="*/ 113890 w 2064482"/>
              <a:gd name="csY122" fmla="*/ 165596 h 2442820"/>
              <a:gd name="csX123" fmla="*/ 122131 w 2064482"/>
              <a:gd name="csY123" fmla="*/ 159414 h 2442820"/>
              <a:gd name="csX124" fmla="*/ 101115 w 2064482"/>
              <a:gd name="csY124" fmla="*/ 147049 h 2442820"/>
              <a:gd name="csX125" fmla="*/ 66089 w 2064482"/>
              <a:gd name="csY125" fmla="*/ 149522 h 2442820"/>
              <a:gd name="csX126" fmla="*/ 74742 w 2064482"/>
              <a:gd name="csY126" fmla="*/ 147874 h 2442820"/>
              <a:gd name="csX127" fmla="*/ 66501 w 2064482"/>
              <a:gd name="csY127" fmla="*/ 124794 h 2442820"/>
              <a:gd name="csX128" fmla="*/ 52078 w 2064482"/>
              <a:gd name="csY128" fmla="*/ 101714 h 2442820"/>
              <a:gd name="csX129" fmla="*/ 43425 w 2064482"/>
              <a:gd name="csY129" fmla="*/ 91411 h 2442820"/>
              <a:gd name="csX130" fmla="*/ 38068 w 2064482"/>
              <a:gd name="csY130" fmla="*/ 100890 h 2442820"/>
              <a:gd name="csX131" fmla="*/ 20348 w 2064482"/>
              <a:gd name="csY131" fmla="*/ 89350 h 2442820"/>
              <a:gd name="csX132" fmla="*/ -9733 w 2064482"/>
              <a:gd name="csY132" fmla="*/ 37832 h 2442820"/>
              <a:gd name="csX133" fmla="*/ 1393 w 2064482"/>
              <a:gd name="csY133" fmla="*/ 20935 h 2442820"/>
              <a:gd name="csX134" fmla="*/ 24057 w 2064482"/>
              <a:gd name="csY134" fmla="*/ -2557 h 2442820"/>
              <a:gd name="csX135" fmla="*/ 35183 w 2064482"/>
              <a:gd name="csY135" fmla="*/ -7503 h 2442820"/>
              <a:gd name="csX136" fmla="*/ 47133 w 2064482"/>
              <a:gd name="csY136" fmla="*/ -2557 h 2442820"/>
              <a:gd name="csX137" fmla="*/ 53314 w 2064482"/>
              <a:gd name="csY137" fmla="*/ 4037 h 2442820"/>
              <a:gd name="csX138" fmla="*/ 134906 w 2064482"/>
              <a:gd name="csY138" fmla="*/ 96768 h 2442820"/>
              <a:gd name="csX139" fmla="*/ 143147 w 2064482"/>
              <a:gd name="csY139" fmla="*/ 107896 h 2442820"/>
              <a:gd name="csX140" fmla="*/ 146856 w 2064482"/>
              <a:gd name="csY140" fmla="*/ 112017 h 2442820"/>
              <a:gd name="csX141" fmla="*/ 139851 w 2064482"/>
              <a:gd name="csY141" fmla="*/ 113254 h 2442820"/>
              <a:gd name="csX142" fmla="*/ 140675 w 2064482"/>
              <a:gd name="csY142" fmla="*/ 117375 h 2442820"/>
              <a:gd name="csX143" fmla="*/ 153037 w 2064482"/>
              <a:gd name="csY143" fmla="*/ 121497 h 2442820"/>
              <a:gd name="csX144" fmla="*/ 154273 w 2064482"/>
              <a:gd name="csY144" fmla="*/ 121909 h 2442820"/>
              <a:gd name="csX145" fmla="*/ 167460 w 2064482"/>
              <a:gd name="csY145" fmla="*/ 157353 h 2442820"/>
              <a:gd name="csX146" fmla="*/ 183943 w 2064482"/>
              <a:gd name="csY146" fmla="*/ 183730 h 2442820"/>
              <a:gd name="csX147" fmla="*/ 210728 w 2064482"/>
              <a:gd name="csY147" fmla="*/ 213404 h 2442820"/>
              <a:gd name="csX148" fmla="*/ 229272 w 2064482"/>
              <a:gd name="csY148" fmla="*/ 225356 h 2442820"/>
              <a:gd name="csX149" fmla="*/ 237925 w 2064482"/>
              <a:gd name="csY149" fmla="*/ 226592 h 2442820"/>
              <a:gd name="csX150" fmla="*/ 244930 w 2064482"/>
              <a:gd name="csY150" fmla="*/ 231538 h 2442820"/>
              <a:gd name="csX151" fmla="*/ 257705 w 2064482"/>
              <a:gd name="csY151" fmla="*/ 249672 h 2442820"/>
              <a:gd name="csX152" fmla="*/ 266358 w 2064482"/>
              <a:gd name="csY152" fmla="*/ 262036 h 2442820"/>
              <a:gd name="csX153" fmla="*/ 289023 w 2064482"/>
              <a:gd name="csY153" fmla="*/ 286765 h 2442820"/>
              <a:gd name="csX154" fmla="*/ 292319 w 2064482"/>
              <a:gd name="csY154" fmla="*/ 292122 h 2442820"/>
              <a:gd name="csX155" fmla="*/ 297264 w 2064482"/>
              <a:gd name="csY155" fmla="*/ 312317 h 2442820"/>
              <a:gd name="csX156" fmla="*/ 305918 w 2064482"/>
              <a:gd name="csY156" fmla="*/ 321384 h 2442820"/>
              <a:gd name="csX157" fmla="*/ 314159 w 2064482"/>
              <a:gd name="csY157" fmla="*/ 336221 h 2442820"/>
              <a:gd name="csX158" fmla="*/ 320341 w 2064482"/>
              <a:gd name="csY158" fmla="*/ 350234 h 2442820"/>
              <a:gd name="csX159" fmla="*/ 336412 w 2064482"/>
              <a:gd name="csY159" fmla="*/ 391860 h 2442820"/>
              <a:gd name="csX160" fmla="*/ 357016 w 2064482"/>
              <a:gd name="csY160" fmla="*/ 421534 h 2442820"/>
              <a:gd name="csX161" fmla="*/ 373499 w 2064482"/>
              <a:gd name="csY161" fmla="*/ 441729 h 2442820"/>
              <a:gd name="csX162" fmla="*/ 381740 w 2064482"/>
              <a:gd name="csY162" fmla="*/ 428541 h 2442820"/>
              <a:gd name="csX163" fmla="*/ 375971 w 2064482"/>
              <a:gd name="csY163" fmla="*/ 408346 h 2442820"/>
              <a:gd name="csX164" fmla="*/ 362373 w 2064482"/>
              <a:gd name="csY164" fmla="*/ 387327 h 2442820"/>
              <a:gd name="csX165" fmla="*/ 336824 w 2064482"/>
              <a:gd name="csY165" fmla="*/ 351058 h 2442820"/>
              <a:gd name="csX166" fmla="*/ 316632 w 2064482"/>
              <a:gd name="csY166" fmla="*/ 321384 h 2442820"/>
              <a:gd name="csX167" fmla="*/ 309215 w 2064482"/>
              <a:gd name="csY167" fmla="*/ 303250 h 2442820"/>
              <a:gd name="csX168" fmla="*/ 303858 w 2064482"/>
              <a:gd name="csY168" fmla="*/ 287589 h 2442820"/>
              <a:gd name="csX169" fmla="*/ 258117 w 2064482"/>
              <a:gd name="csY169" fmla="*/ 202276 h 2442820"/>
              <a:gd name="csX170" fmla="*/ 286138 w 2064482"/>
              <a:gd name="csY170" fmla="*/ 208046 h 2442820"/>
              <a:gd name="csX171" fmla="*/ 291083 w 2064482"/>
              <a:gd name="csY171" fmla="*/ 219586 h 2442820"/>
              <a:gd name="csX172" fmla="*/ 308802 w 2064482"/>
              <a:gd name="csY172" fmla="*/ 232774 h 2442820"/>
              <a:gd name="csX173" fmla="*/ 287787 w 2064482"/>
              <a:gd name="csY173" fmla="*/ 185378 h 2442820"/>
              <a:gd name="csX174" fmla="*/ 272540 w 2064482"/>
              <a:gd name="csY174" fmla="*/ 153231 h 2442820"/>
              <a:gd name="csX175" fmla="*/ 290671 w 2064482"/>
              <a:gd name="csY175" fmla="*/ 159826 h 2442820"/>
              <a:gd name="csX176" fmla="*/ 307978 w 2064482"/>
              <a:gd name="csY176" fmla="*/ 181257 h 2442820"/>
              <a:gd name="csX177" fmla="*/ 313335 w 2064482"/>
              <a:gd name="csY177" fmla="*/ 200627 h 2442820"/>
              <a:gd name="csX178" fmla="*/ 338060 w 2064482"/>
              <a:gd name="csY178" fmla="*/ 208458 h 2442820"/>
              <a:gd name="csX179" fmla="*/ 358252 w 2064482"/>
              <a:gd name="csY179" fmla="*/ 214640 h 2442820"/>
              <a:gd name="csX180" fmla="*/ 368142 w 2064482"/>
              <a:gd name="csY180" fmla="*/ 219174 h 2442820"/>
              <a:gd name="csX181" fmla="*/ 375971 w 2064482"/>
              <a:gd name="csY181" fmla="*/ 229477 h 2442820"/>
              <a:gd name="csX182" fmla="*/ 392042 w 2064482"/>
              <a:gd name="csY182" fmla="*/ 245963 h 2442820"/>
              <a:gd name="csX183" fmla="*/ 421300 w 2064482"/>
              <a:gd name="csY183" fmla="*/ 289237 h 2442820"/>
              <a:gd name="csX184" fmla="*/ 414294 w 2064482"/>
              <a:gd name="csY184" fmla="*/ 306959 h 2442820"/>
              <a:gd name="csX185" fmla="*/ 422948 w 2064482"/>
              <a:gd name="csY185" fmla="*/ 326742 h 2442820"/>
              <a:gd name="csX186" fmla="*/ 439431 w 2064482"/>
              <a:gd name="csY186" fmla="*/ 339106 h 2442820"/>
              <a:gd name="csX187" fmla="*/ 446848 w 2064482"/>
              <a:gd name="csY187" fmla="*/ 344052 h 2442820"/>
              <a:gd name="csX188" fmla="*/ 441079 w 2064482"/>
              <a:gd name="csY188" fmla="*/ 351471 h 2442820"/>
              <a:gd name="csX189" fmla="*/ 431189 w 2064482"/>
              <a:gd name="csY189" fmla="*/ 365483 h 2442820"/>
              <a:gd name="csX190" fmla="*/ 441079 w 2064482"/>
              <a:gd name="csY190" fmla="*/ 379496 h 2442820"/>
              <a:gd name="csX191" fmla="*/ 447673 w 2064482"/>
              <a:gd name="csY191" fmla="*/ 388975 h 2442820"/>
              <a:gd name="csX192" fmla="*/ 459623 w 2064482"/>
              <a:gd name="csY192" fmla="*/ 407934 h 2442820"/>
              <a:gd name="csX193" fmla="*/ 483111 w 2064482"/>
              <a:gd name="csY193" fmla="*/ 443790 h 2442820"/>
              <a:gd name="csX194" fmla="*/ 505776 w 2064482"/>
              <a:gd name="csY194" fmla="*/ 478409 h 2442820"/>
              <a:gd name="csX195" fmla="*/ 515665 w 2064482"/>
              <a:gd name="csY195" fmla="*/ 495307 h 2442820"/>
              <a:gd name="csX196" fmla="*/ 547807 w 2064482"/>
              <a:gd name="csY196" fmla="*/ 568256 h 2442820"/>
              <a:gd name="csX197" fmla="*/ 560582 w 2064482"/>
              <a:gd name="csY197" fmla="*/ 603700 h 2442820"/>
              <a:gd name="csX198" fmla="*/ 585719 w 2064482"/>
              <a:gd name="csY198" fmla="*/ 652332 h 2442820"/>
              <a:gd name="csX199" fmla="*/ 602202 w 2064482"/>
              <a:gd name="csY199" fmla="*/ 684067 h 2442820"/>
              <a:gd name="csX200" fmla="*/ 610443 w 2064482"/>
              <a:gd name="csY200" fmla="*/ 707559 h 2442820"/>
              <a:gd name="csX201" fmla="*/ 620745 w 2064482"/>
              <a:gd name="csY201" fmla="*/ 727754 h 2442820"/>
              <a:gd name="csX202" fmla="*/ 624454 w 2064482"/>
              <a:gd name="csY202" fmla="*/ 735997 h 2442820"/>
              <a:gd name="csX203" fmla="*/ 630635 w 2064482"/>
              <a:gd name="csY203" fmla="*/ 754955 h 2442820"/>
              <a:gd name="csX204" fmla="*/ 646706 w 2064482"/>
              <a:gd name="csY204" fmla="*/ 791223 h 2442820"/>
              <a:gd name="csX205" fmla="*/ 669782 w 2064482"/>
              <a:gd name="csY205" fmla="*/ 828316 h 2442820"/>
              <a:gd name="csX206" fmla="*/ 679260 w 2064482"/>
              <a:gd name="csY206" fmla="*/ 846038 h 2442820"/>
              <a:gd name="csX207" fmla="*/ 670194 w 2064482"/>
              <a:gd name="csY207" fmla="*/ 855929 h 2442820"/>
              <a:gd name="csX208" fmla="*/ 666074 w 2064482"/>
              <a:gd name="csY208" fmla="*/ 872415 h 2442820"/>
              <a:gd name="csX209" fmla="*/ 677200 w 2064482"/>
              <a:gd name="csY209" fmla="*/ 878597 h 2442820"/>
              <a:gd name="csX210" fmla="*/ 680496 w 2064482"/>
              <a:gd name="csY210" fmla="*/ 886840 h 2442820"/>
              <a:gd name="csX211" fmla="*/ 687502 w 2064482"/>
              <a:gd name="csY211" fmla="*/ 908683 h 2442820"/>
              <a:gd name="csX212" fmla="*/ 704809 w 2064482"/>
              <a:gd name="csY212" fmla="*/ 936709 h 2442820"/>
              <a:gd name="csX213" fmla="*/ 745605 w 2064482"/>
              <a:gd name="csY213" fmla="*/ 961025 h 2442820"/>
              <a:gd name="csX214" fmla="*/ 749725 w 2064482"/>
              <a:gd name="csY214" fmla="*/ 932175 h 2442820"/>
              <a:gd name="csX215" fmla="*/ 740248 w 2064482"/>
              <a:gd name="csY215" fmla="*/ 882306 h 2442820"/>
              <a:gd name="csX216" fmla="*/ 734066 w 2064482"/>
              <a:gd name="csY216" fmla="*/ 849335 h 2442820"/>
              <a:gd name="csX217" fmla="*/ 722940 w 2064482"/>
              <a:gd name="csY217" fmla="*/ 664284 h 2442820"/>
              <a:gd name="csX218" fmla="*/ 721704 w 2064482"/>
              <a:gd name="csY218" fmla="*/ 594633 h 2442820"/>
              <a:gd name="csX219" fmla="*/ 726237 w 2064482"/>
              <a:gd name="csY219" fmla="*/ 564959 h 2442820"/>
              <a:gd name="csX220" fmla="*/ 724177 w 2064482"/>
              <a:gd name="csY220" fmla="*/ 552182 h 2442820"/>
              <a:gd name="csX221" fmla="*/ 723765 w 2064482"/>
              <a:gd name="csY221" fmla="*/ 510968 h 2442820"/>
              <a:gd name="csX222" fmla="*/ 732006 w 2064482"/>
              <a:gd name="csY222" fmla="*/ 487064 h 2442820"/>
              <a:gd name="csX223" fmla="*/ 744368 w 2064482"/>
              <a:gd name="csY223" fmla="*/ 471403 h 2442820"/>
              <a:gd name="csX224" fmla="*/ 756731 w 2064482"/>
              <a:gd name="csY224" fmla="*/ 452445 h 2442820"/>
              <a:gd name="csX225" fmla="*/ 764972 w 2064482"/>
              <a:gd name="csY225" fmla="*/ 435547 h 2442820"/>
              <a:gd name="csX226" fmla="*/ 773214 w 2064482"/>
              <a:gd name="csY226" fmla="*/ 419061 h 2442820"/>
              <a:gd name="csX227" fmla="*/ 785576 w 2064482"/>
              <a:gd name="csY227" fmla="*/ 398454 h 2442820"/>
              <a:gd name="csX228" fmla="*/ 797939 w 2064482"/>
              <a:gd name="csY228" fmla="*/ 379084 h 2442820"/>
              <a:gd name="csX229" fmla="*/ 804120 w 2064482"/>
              <a:gd name="csY229" fmla="*/ 371665 h 2442820"/>
              <a:gd name="csX230" fmla="*/ 835025 w 2064482"/>
              <a:gd name="csY230" fmla="*/ 341579 h 2442820"/>
              <a:gd name="csX231" fmla="*/ 847800 w 2064482"/>
              <a:gd name="csY231" fmla="*/ 319736 h 2442820"/>
              <a:gd name="csX232" fmla="*/ 870876 w 2064482"/>
              <a:gd name="csY232" fmla="*/ 287589 h 2442820"/>
              <a:gd name="csX233" fmla="*/ 893128 w 2064482"/>
              <a:gd name="csY233" fmla="*/ 274400 h 2442820"/>
              <a:gd name="csX234" fmla="*/ 921562 w 2064482"/>
              <a:gd name="csY234" fmla="*/ 266570 h 2442820"/>
              <a:gd name="csX235" fmla="*/ 943814 w 2064482"/>
              <a:gd name="csY235" fmla="*/ 256266 h 2442820"/>
              <a:gd name="csX236" fmla="*/ 961533 w 2064482"/>
              <a:gd name="csY236" fmla="*/ 241841 h 2442820"/>
              <a:gd name="csX237" fmla="*/ 975544 w 2064482"/>
              <a:gd name="csY237" fmla="*/ 227417 h 2442820"/>
              <a:gd name="csX238" fmla="*/ 981313 w 2064482"/>
              <a:gd name="csY238" fmla="*/ 250496 h 2442820"/>
              <a:gd name="csX239" fmla="*/ 989967 w 2064482"/>
              <a:gd name="csY239" fmla="*/ 275637 h 2442820"/>
              <a:gd name="csX240" fmla="*/ 1026229 w 2064482"/>
              <a:gd name="csY240" fmla="*/ 242254 h 2442820"/>
              <a:gd name="csX241" fmla="*/ 1041064 w 2064482"/>
              <a:gd name="csY241" fmla="*/ 241429 h 2442820"/>
              <a:gd name="csX242" fmla="*/ 1048894 w 2064482"/>
              <a:gd name="csY242" fmla="*/ 260800 h 2442820"/>
              <a:gd name="csX243" fmla="*/ 1066201 w 2064482"/>
              <a:gd name="csY243" fmla="*/ 266158 h 2442820"/>
              <a:gd name="csX244" fmla="*/ 1090102 w 2064482"/>
              <a:gd name="csY244" fmla="*/ 264509 h 2442820"/>
              <a:gd name="csX245" fmla="*/ 1112766 w 2064482"/>
              <a:gd name="csY245" fmla="*/ 286352 h 2442820"/>
              <a:gd name="csX246" fmla="*/ 1123480 w 2064482"/>
              <a:gd name="csY246" fmla="*/ 296244 h 2442820"/>
              <a:gd name="csX247" fmla="*/ 1121419 w 2064482"/>
              <a:gd name="csY247" fmla="*/ 325506 h 2442820"/>
              <a:gd name="csX248" fmla="*/ 1111117 w 2064482"/>
              <a:gd name="csY248" fmla="*/ 343228 h 2442820"/>
              <a:gd name="csX249" fmla="*/ 1152737 w 2064482"/>
              <a:gd name="csY249" fmla="*/ 377847 h 2442820"/>
              <a:gd name="csX250" fmla="*/ 1184467 w 2064482"/>
              <a:gd name="csY250" fmla="*/ 390624 h 2442820"/>
              <a:gd name="csX251" fmla="*/ 1221142 w 2064482"/>
              <a:gd name="csY251" fmla="*/ 400515 h 2442820"/>
              <a:gd name="csX252" fmla="*/ 1255345 w 2064482"/>
              <a:gd name="csY252" fmla="*/ 412879 h 2442820"/>
              <a:gd name="csX253" fmla="*/ 1285838 w 2064482"/>
              <a:gd name="csY253" fmla="*/ 418649 h 2442820"/>
              <a:gd name="csX254" fmla="*/ 1305206 w 2064482"/>
              <a:gd name="csY254" fmla="*/ 418649 h 2442820"/>
              <a:gd name="csX255" fmla="*/ 1326634 w 2064482"/>
              <a:gd name="csY255" fmla="*/ 430189 h 2442820"/>
              <a:gd name="csX256" fmla="*/ 1341469 w 2064482"/>
              <a:gd name="csY256" fmla="*/ 425656 h 2442820"/>
              <a:gd name="csX257" fmla="*/ 1371138 w 2064482"/>
              <a:gd name="csY257" fmla="*/ 421946 h 2442820"/>
              <a:gd name="csX258" fmla="*/ 1441192 w 2064482"/>
              <a:gd name="csY258" fmla="*/ 413704 h 2442820"/>
              <a:gd name="csX259" fmla="*/ 1439543 w 2064482"/>
              <a:gd name="csY259" fmla="*/ 402988 h 2442820"/>
              <a:gd name="csX260" fmla="*/ 1471685 w 2064482"/>
              <a:gd name="csY260" fmla="*/ 408758 h 2442820"/>
              <a:gd name="csX261" fmla="*/ 1505476 w 2064482"/>
              <a:gd name="csY261" fmla="*/ 412467 h 2442820"/>
              <a:gd name="csX262" fmla="*/ 1528964 w 2064482"/>
              <a:gd name="csY262" fmla="*/ 423183 h 2442820"/>
              <a:gd name="csX263" fmla="*/ 1549980 w 2064482"/>
              <a:gd name="csY263" fmla="*/ 421122 h 2442820"/>
              <a:gd name="csX264" fmla="*/ 1561106 w 2064482"/>
              <a:gd name="csY264" fmla="*/ 415352 h 2442820"/>
              <a:gd name="csX265" fmla="*/ 1577589 w 2064482"/>
              <a:gd name="csY265" fmla="*/ 419886 h 2442820"/>
              <a:gd name="csX266" fmla="*/ 1601078 w 2064482"/>
              <a:gd name="csY266" fmla="*/ 411231 h 2442820"/>
              <a:gd name="csX267" fmla="*/ 1621269 w 2064482"/>
              <a:gd name="csY267" fmla="*/ 407109 h 2442820"/>
              <a:gd name="csX268" fmla="*/ 1645994 w 2064482"/>
              <a:gd name="csY268" fmla="*/ 410819 h 2442820"/>
              <a:gd name="csX269" fmla="*/ 1673191 w 2064482"/>
              <a:gd name="csY269" fmla="*/ 420298 h 2442820"/>
              <a:gd name="csX270" fmla="*/ 1700388 w 2064482"/>
              <a:gd name="csY270" fmla="*/ 430601 h 2442820"/>
              <a:gd name="csX271" fmla="*/ 1718932 w 2064482"/>
              <a:gd name="csY271" fmla="*/ 437196 h 2442820"/>
              <a:gd name="csX272" fmla="*/ 1727585 w 2064482"/>
              <a:gd name="csY272" fmla="*/ 441317 h 2442820"/>
              <a:gd name="csX273" fmla="*/ 1734179 w 2064482"/>
              <a:gd name="csY273" fmla="*/ 446675 h 2442820"/>
              <a:gd name="csX274" fmla="*/ 1742008 w 2064482"/>
              <a:gd name="csY274" fmla="*/ 476349 h 2442820"/>
              <a:gd name="csX275" fmla="*/ 1786925 w 2064482"/>
              <a:gd name="csY275" fmla="*/ 480882 h 2442820"/>
              <a:gd name="csX276" fmla="*/ 1801347 w 2064482"/>
              <a:gd name="csY276" fmla="*/ 482943 h 2442820"/>
              <a:gd name="csX277" fmla="*/ 1838022 w 2064482"/>
              <a:gd name="csY277" fmla="*/ 526218 h 2442820"/>
              <a:gd name="csX278" fmla="*/ 1881702 w 2064482"/>
              <a:gd name="csY278" fmla="*/ 581444 h 2442820"/>
              <a:gd name="csX279" fmla="*/ 1874697 w 2064482"/>
              <a:gd name="csY279" fmla="*/ 585978 h 2442820"/>
              <a:gd name="csX280" fmla="*/ 1822775 w 2064482"/>
              <a:gd name="csY280" fmla="*/ 609470 h 2442820"/>
              <a:gd name="csX281" fmla="*/ 1827308 w 2064482"/>
              <a:gd name="csY281" fmla="*/ 635022 h 2442820"/>
              <a:gd name="csX282" fmla="*/ 1870576 w 2064482"/>
              <a:gd name="csY282" fmla="*/ 694371 h 2442820"/>
              <a:gd name="csX283" fmla="*/ 1883763 w 2064482"/>
              <a:gd name="csY283" fmla="*/ 718687 h 2442820"/>
              <a:gd name="csX284" fmla="*/ 1851621 w 2064482"/>
              <a:gd name="csY284" fmla="*/ 698904 h 2442820"/>
              <a:gd name="csX285" fmla="*/ 1821951 w 2064482"/>
              <a:gd name="csY285" fmla="*/ 687776 h 2442820"/>
              <a:gd name="csX286" fmla="*/ 1772502 w 2064482"/>
              <a:gd name="csY286" fmla="*/ 668406 h 2442820"/>
              <a:gd name="csX287" fmla="*/ 1758903 w 2064482"/>
              <a:gd name="csY287" fmla="*/ 676649 h 2442820"/>
              <a:gd name="csX288" fmla="*/ 1773326 w 2064482"/>
              <a:gd name="csY288" fmla="*/ 707559 h 2442820"/>
              <a:gd name="csX289" fmla="*/ 1790221 w 2064482"/>
              <a:gd name="csY289" fmla="*/ 725281 h 2442820"/>
              <a:gd name="csX290" fmla="*/ 1801759 w 2064482"/>
              <a:gd name="csY290" fmla="*/ 745476 h 2442820"/>
              <a:gd name="csX291" fmla="*/ 1803408 w 2064482"/>
              <a:gd name="csY291" fmla="*/ 764434 h 2442820"/>
              <a:gd name="csX292" fmla="*/ 1801347 w 2064482"/>
              <a:gd name="csY292" fmla="*/ 787926 h 2442820"/>
              <a:gd name="csX293" fmla="*/ 1807528 w 2064482"/>
              <a:gd name="csY293" fmla="*/ 796581 h 2442820"/>
              <a:gd name="csX294" fmla="*/ 1837610 w 2064482"/>
              <a:gd name="csY294" fmla="*/ 838619 h 2442820"/>
              <a:gd name="csX295" fmla="*/ 1850385 w 2064482"/>
              <a:gd name="csY295" fmla="*/ 855929 h 2442820"/>
              <a:gd name="csX296" fmla="*/ 1872225 w 2064482"/>
              <a:gd name="csY296" fmla="*/ 872827 h 2442820"/>
              <a:gd name="csX297" fmla="*/ 1861099 w 2064482"/>
              <a:gd name="csY297" fmla="*/ 843153 h 2442820"/>
              <a:gd name="csX298" fmla="*/ 1849560 w 2064482"/>
              <a:gd name="csY298" fmla="*/ 814715 h 2442820"/>
              <a:gd name="csX299" fmla="*/ 1933212 w 2064482"/>
              <a:gd name="csY299" fmla="*/ 907034 h 2442820"/>
              <a:gd name="csX300" fmla="*/ 1999557 w 2064482"/>
              <a:gd name="csY300" fmla="*/ 982456 h 2442820"/>
              <a:gd name="csX301" fmla="*/ 2013567 w 2064482"/>
              <a:gd name="csY301" fmla="*/ 1006772 h 2442820"/>
              <a:gd name="csX302" fmla="*/ 2023457 w 2064482"/>
              <a:gd name="csY302" fmla="*/ 1029028 h 2442820"/>
              <a:gd name="csX303" fmla="*/ 2046533 w 2064482"/>
              <a:gd name="csY303" fmla="*/ 1075600 h 2442820"/>
              <a:gd name="csX304" fmla="*/ 2050654 w 2064482"/>
              <a:gd name="csY304" fmla="*/ 1090849 h 2442820"/>
              <a:gd name="csX305" fmla="*/ 2046946 w 2064482"/>
              <a:gd name="csY305" fmla="*/ 1119286 h 2442820"/>
              <a:gd name="csX306" fmla="*/ 2036231 w 2064482"/>
              <a:gd name="csY306" fmla="*/ 1147724 h 2442820"/>
              <a:gd name="csX307" fmla="*/ 2004502 w 2064482"/>
              <a:gd name="csY307" fmla="*/ 1202538 h 2442820"/>
              <a:gd name="csX308" fmla="*/ 1980189 w 2064482"/>
              <a:gd name="csY308" fmla="*/ 1221497 h 2442820"/>
              <a:gd name="csX309" fmla="*/ 1984310 w 2064482"/>
              <a:gd name="csY309" fmla="*/ 1237570 h 2442820"/>
              <a:gd name="csX310" fmla="*/ 1997084 w 2064482"/>
              <a:gd name="csY310" fmla="*/ 1246225 h 2442820"/>
              <a:gd name="csX311" fmla="*/ 1986782 w 2064482"/>
              <a:gd name="csY311" fmla="*/ 1274251 h 2442820"/>
              <a:gd name="csX312" fmla="*/ 1974420 w 2064482"/>
              <a:gd name="csY312" fmla="*/ 1285378 h 2442820"/>
              <a:gd name="csX313" fmla="*/ 1923322 w 2064482"/>
              <a:gd name="csY313" fmla="*/ 1321647 h 2442820"/>
              <a:gd name="csX314" fmla="*/ 1892004 w 2064482"/>
              <a:gd name="csY314" fmla="*/ 1325768 h 2442820"/>
              <a:gd name="csX315" fmla="*/ 1869340 w 2064482"/>
              <a:gd name="csY315" fmla="*/ 1339369 h 2442820"/>
              <a:gd name="csX316" fmla="*/ 1809589 w 2064482"/>
              <a:gd name="csY316" fmla="*/ 1358327 h 2442820"/>
              <a:gd name="csX317" fmla="*/ 1791457 w 2064482"/>
              <a:gd name="csY317" fmla="*/ 1365746 h 2442820"/>
              <a:gd name="csX318" fmla="*/ 1782392 w 2064482"/>
              <a:gd name="csY318" fmla="*/ 1379758 h 2442820"/>
              <a:gd name="csX319" fmla="*/ 1725113 w 2064482"/>
              <a:gd name="csY319" fmla="*/ 1393359 h 2442820"/>
              <a:gd name="csX320" fmla="*/ 1697092 w 2064482"/>
              <a:gd name="csY320" fmla="*/ 1395832 h 2442820"/>
              <a:gd name="csX321" fmla="*/ 1672367 w 2064482"/>
              <a:gd name="csY321" fmla="*/ 1391298 h 2442820"/>
              <a:gd name="csX322" fmla="*/ 1650115 w 2064482"/>
              <a:gd name="csY322" fmla="*/ 1385116 h 2442820"/>
              <a:gd name="csX323" fmla="*/ 1611792 w 2064482"/>
              <a:gd name="csY323" fmla="*/ 1373576 h 2442820"/>
              <a:gd name="csX324" fmla="*/ 1576353 w 2064482"/>
              <a:gd name="csY324" fmla="*/ 1360800 h 2442820"/>
              <a:gd name="csX325" fmla="*/ 1539678 w 2064482"/>
              <a:gd name="csY325" fmla="*/ 1339781 h 2442820"/>
              <a:gd name="csX326" fmla="*/ 1507948 w 2064482"/>
              <a:gd name="csY326" fmla="*/ 1323707 h 2442820"/>
              <a:gd name="csX327" fmla="*/ 1430065 w 2064482"/>
              <a:gd name="csY327" fmla="*/ 1290324 h 2442820"/>
              <a:gd name="csX328" fmla="*/ 1415231 w 2064482"/>
              <a:gd name="csY328" fmla="*/ 1287439 h 2442820"/>
              <a:gd name="csX329" fmla="*/ 1379792 w 2064482"/>
              <a:gd name="csY329" fmla="*/ 1276311 h 2442820"/>
              <a:gd name="csX330" fmla="*/ 1334876 w 2064482"/>
              <a:gd name="csY330" fmla="*/ 1256117 h 2442820"/>
              <a:gd name="csX331" fmla="*/ 992851 w 2064482"/>
              <a:gd name="csY331" fmla="*/ 1065296 h 2442820"/>
              <a:gd name="csX332" fmla="*/ 964830 w 2064482"/>
              <a:gd name="csY332" fmla="*/ 1053344 h 2442820"/>
              <a:gd name="csX333" fmla="*/ 950819 w 2064482"/>
              <a:gd name="csY333" fmla="*/ 1073127 h 2442820"/>
              <a:gd name="csX334" fmla="*/ 934336 w 2064482"/>
              <a:gd name="csY334" fmla="*/ 1098679 h 2442820"/>
              <a:gd name="csX335" fmla="*/ 905079 w 2064482"/>
              <a:gd name="csY335" fmla="*/ 1154730 h 2442820"/>
              <a:gd name="csX336" fmla="*/ 896425 w 2064482"/>
              <a:gd name="csY336" fmla="*/ 1171628 h 2442820"/>
              <a:gd name="csX337" fmla="*/ 894777 w 2064482"/>
              <a:gd name="csY337" fmla="*/ 1226855 h 2442820"/>
              <a:gd name="csX338" fmla="*/ 898073 w 2064482"/>
              <a:gd name="csY338" fmla="*/ 1239219 h 2442820"/>
              <a:gd name="csX339" fmla="*/ 880766 w 2064482"/>
              <a:gd name="csY339" fmla="*/ 1222733 h 2442820"/>
              <a:gd name="csX340" fmla="*/ 863871 w 2064482"/>
              <a:gd name="csY340" fmla="*/ 1202126 h 2442820"/>
              <a:gd name="csX341" fmla="*/ 841619 w 2064482"/>
              <a:gd name="csY341" fmla="*/ 1158027 h 2442820"/>
              <a:gd name="csX342" fmla="*/ 831317 w 2064482"/>
              <a:gd name="csY342" fmla="*/ 1156791 h 2442820"/>
              <a:gd name="csX343" fmla="*/ 809889 w 2064482"/>
              <a:gd name="csY343" fmla="*/ 1153906 h 2442820"/>
              <a:gd name="csX344" fmla="*/ 792994 w 2064482"/>
              <a:gd name="csY344" fmla="*/ 1164209 h 2442820"/>
              <a:gd name="csX345" fmla="*/ 804120 w 2064482"/>
              <a:gd name="csY345" fmla="*/ 1193884 h 2442820"/>
              <a:gd name="csX346" fmla="*/ 814422 w 2064482"/>
              <a:gd name="csY346" fmla="*/ 1222733 h 2442820"/>
              <a:gd name="csX347" fmla="*/ 830493 w 2064482"/>
              <a:gd name="csY347" fmla="*/ 1278372 h 2442820"/>
              <a:gd name="csX348" fmla="*/ 834201 w 2064482"/>
              <a:gd name="csY348" fmla="*/ 1298979 h 2442820"/>
              <a:gd name="csX349" fmla="*/ 851509 w 2064482"/>
              <a:gd name="csY349" fmla="*/ 1331126 h 2442820"/>
              <a:gd name="csX350" fmla="*/ 882414 w 2064482"/>
              <a:gd name="csY350" fmla="*/ 1340193 h 2442820"/>
              <a:gd name="csX351" fmla="*/ 896837 w 2064482"/>
              <a:gd name="csY351" fmla="*/ 1331950 h 2442820"/>
              <a:gd name="csX352" fmla="*/ 1086393 w 2064482"/>
              <a:gd name="csY352" fmla="*/ 1403663 h 2442820"/>
              <a:gd name="csX353" fmla="*/ 1119359 w 2064482"/>
              <a:gd name="csY353" fmla="*/ 1416439 h 2442820"/>
              <a:gd name="csX354" fmla="*/ 1158506 w 2064482"/>
              <a:gd name="csY354" fmla="*/ 1430864 h 2442820"/>
              <a:gd name="csX355" fmla="*/ 1228560 w 2064482"/>
              <a:gd name="csY355" fmla="*/ 1458065 h 2442820"/>
              <a:gd name="csX356" fmla="*/ 1306030 w 2064482"/>
              <a:gd name="csY356" fmla="*/ 1489388 h 2442820"/>
              <a:gd name="csX357" fmla="*/ 1341057 w 2064482"/>
              <a:gd name="csY357" fmla="*/ 1502988 h 2442820"/>
              <a:gd name="csX358" fmla="*/ 1384737 w 2064482"/>
              <a:gd name="csY358" fmla="*/ 1514940 h 2442820"/>
              <a:gd name="csX359" fmla="*/ 1428005 w 2064482"/>
              <a:gd name="csY359" fmla="*/ 1525656 h 2442820"/>
              <a:gd name="csX360" fmla="*/ 1455202 w 2064482"/>
              <a:gd name="csY360" fmla="*/ 1533899 h 2442820"/>
              <a:gd name="csX361" fmla="*/ 1481987 w 2064482"/>
              <a:gd name="csY361" fmla="*/ 1542141 h 2442820"/>
              <a:gd name="csX362" fmla="*/ 1540090 w 2064482"/>
              <a:gd name="csY362" fmla="*/ 1561100 h 2442820"/>
              <a:gd name="csX363" fmla="*/ 1563167 w 2064482"/>
              <a:gd name="csY363" fmla="*/ 1562336 h 2442820"/>
              <a:gd name="csX364" fmla="*/ 1592836 w 2064482"/>
              <a:gd name="csY364" fmla="*/ 1556978 h 2442820"/>
              <a:gd name="csX365" fmla="*/ 1622918 w 2064482"/>
              <a:gd name="csY365" fmla="*/ 1564397 h 2442820"/>
              <a:gd name="csX366" fmla="*/ 1637340 w 2064482"/>
              <a:gd name="csY366" fmla="*/ 1580470 h 2442820"/>
              <a:gd name="csX367" fmla="*/ 1646818 w 2064482"/>
              <a:gd name="csY367" fmla="*/ 1596544 h 2442820"/>
              <a:gd name="csX368" fmla="*/ 1664950 w 2064482"/>
              <a:gd name="csY368" fmla="*/ 1602314 h 2442820"/>
              <a:gd name="csX369" fmla="*/ 1683493 w 2064482"/>
              <a:gd name="csY369" fmla="*/ 1599429 h 2442820"/>
              <a:gd name="csX370" fmla="*/ 1684729 w 2064482"/>
              <a:gd name="csY370" fmla="*/ 1615090 h 2442820"/>
              <a:gd name="csX371" fmla="*/ 1706569 w 2064482"/>
              <a:gd name="csY371" fmla="*/ 1632812 h 2442820"/>
              <a:gd name="csX372" fmla="*/ 1727173 w 2064482"/>
              <a:gd name="csY372" fmla="*/ 1634873 h 2442820"/>
              <a:gd name="csX373" fmla="*/ 1713987 w 2064482"/>
              <a:gd name="csY373" fmla="*/ 1640643 h 2442820"/>
              <a:gd name="csX374" fmla="*/ 1705333 w 2064482"/>
              <a:gd name="csY374" fmla="*/ 1673614 h 2442820"/>
              <a:gd name="csX375" fmla="*/ 1690086 w 2064482"/>
              <a:gd name="csY375" fmla="*/ 1700403 h 2442820"/>
              <a:gd name="csX376" fmla="*/ 1679784 w 2064482"/>
              <a:gd name="csY376" fmla="*/ 1721422 h 2442820"/>
              <a:gd name="csX377" fmla="*/ 1700388 w 2064482"/>
              <a:gd name="csY377" fmla="*/ 1759339 h 2442820"/>
              <a:gd name="csX378" fmla="*/ 1683905 w 2064482"/>
              <a:gd name="csY378" fmla="*/ 1758102 h 2442820"/>
              <a:gd name="csX379" fmla="*/ 1667422 w 2064482"/>
              <a:gd name="csY379" fmla="*/ 1763460 h 2442820"/>
              <a:gd name="csX380" fmla="*/ 1678136 w 2064482"/>
              <a:gd name="csY380" fmla="*/ 1776237 h 2442820"/>
              <a:gd name="csX381" fmla="*/ 1692559 w 2064482"/>
              <a:gd name="csY381" fmla="*/ 1792722 h 2442820"/>
              <a:gd name="csX382" fmla="*/ 1714399 w 2064482"/>
              <a:gd name="csY382" fmla="*/ 1818275 h 2442820"/>
              <a:gd name="csX383" fmla="*/ 1738712 w 2064482"/>
              <a:gd name="csY383" fmla="*/ 1843415 h 2442820"/>
              <a:gd name="csX384" fmla="*/ 1767145 w 2064482"/>
              <a:gd name="csY384" fmla="*/ 1864847 h 2442820"/>
              <a:gd name="csX385" fmla="*/ 1796402 w 2064482"/>
              <a:gd name="csY385" fmla="*/ 1892048 h 2442820"/>
              <a:gd name="csX386" fmla="*/ 1851621 w 2064482"/>
              <a:gd name="csY386" fmla="*/ 1954281 h 2442820"/>
              <a:gd name="csX387" fmla="*/ 1873049 w 2064482"/>
              <a:gd name="csY387" fmla="*/ 1972003 h 2442820"/>
              <a:gd name="csX388" fmla="*/ 1894477 w 2064482"/>
              <a:gd name="csY388" fmla="*/ 2001265 h 2442820"/>
              <a:gd name="csX389" fmla="*/ 1903130 w 2064482"/>
              <a:gd name="csY389" fmla="*/ 2023932 h 2442820"/>
              <a:gd name="csX390" fmla="*/ 1905603 w 2064482"/>
              <a:gd name="csY390" fmla="*/ 2038769 h 2442820"/>
              <a:gd name="csX391" fmla="*/ 1954640 w 2064482"/>
              <a:gd name="csY391" fmla="*/ 2069680 h 2442820"/>
              <a:gd name="csX392" fmla="*/ 1966178 w 2064482"/>
              <a:gd name="csY392" fmla="*/ 2077923 h 2442820"/>
              <a:gd name="csX393" fmla="*/ 1973184 w 2064482"/>
              <a:gd name="csY393" fmla="*/ 2112955 h 2442820"/>
              <a:gd name="csX394" fmla="*/ 1983898 w 2064482"/>
              <a:gd name="csY394" fmla="*/ 2150047 h 2442820"/>
              <a:gd name="csX395" fmla="*/ 1997908 w 2064482"/>
              <a:gd name="csY395" fmla="*/ 2160351 h 2442820"/>
              <a:gd name="csX396" fmla="*/ 2007386 w 2064482"/>
              <a:gd name="csY396" fmla="*/ 2170242 h 2442820"/>
              <a:gd name="csX397" fmla="*/ 2007798 w 2064482"/>
              <a:gd name="csY397" fmla="*/ 2192910 h 2442820"/>
              <a:gd name="csX398" fmla="*/ 2001205 w 2064482"/>
              <a:gd name="csY398" fmla="*/ 2214753 h 2442820"/>
              <a:gd name="csX399" fmla="*/ 1957113 w 2064482"/>
              <a:gd name="csY399" fmla="*/ 2274513 h 2442820"/>
              <a:gd name="csX400" fmla="*/ 1952168 w 2064482"/>
              <a:gd name="csY400" fmla="*/ 2328091 h 2442820"/>
              <a:gd name="csX401" fmla="*/ 1941866 w 2064482"/>
              <a:gd name="csY401" fmla="*/ 2357765 h 2442820"/>
              <a:gd name="csX402" fmla="*/ 1913020 w 2064482"/>
              <a:gd name="csY402" fmla="*/ 2377136 h 2442820"/>
              <a:gd name="csX403" fmla="*/ 1884587 w 2064482"/>
              <a:gd name="csY403" fmla="*/ 2391149 h 2442820"/>
              <a:gd name="csX404" fmla="*/ 1853269 w 2064482"/>
              <a:gd name="csY404" fmla="*/ 2400628 h 2442820"/>
              <a:gd name="csX405" fmla="*/ 1834726 w 2064482"/>
              <a:gd name="csY405" fmla="*/ 2403101 h 2442820"/>
              <a:gd name="csX406" fmla="*/ 1813298 w 2064482"/>
              <a:gd name="csY406" fmla="*/ 2401452 h 2442820"/>
              <a:gd name="csX407" fmla="*/ 1773326 w 2064482"/>
              <a:gd name="csY407" fmla="*/ 2416289 h 2442820"/>
              <a:gd name="csX408" fmla="*/ 1740360 w 2064482"/>
              <a:gd name="csY408" fmla="*/ 2432363 h 2442820"/>
              <a:gd name="csX409" fmla="*/ 1718108 w 2064482"/>
              <a:gd name="csY409" fmla="*/ 2434835 h 2442820"/>
              <a:gd name="csX410" fmla="*/ 1698328 w 2064482"/>
              <a:gd name="csY410" fmla="*/ 2425768 h 2442820"/>
              <a:gd name="csX411" fmla="*/ 1537206 w 2064482"/>
              <a:gd name="csY411" fmla="*/ 2116664 h 2442820"/>
              <a:gd name="csX412" fmla="*/ 1531437 w 2064482"/>
              <a:gd name="csY412" fmla="*/ 2087402 h 2442820"/>
              <a:gd name="csX413" fmla="*/ 1519074 w 2064482"/>
              <a:gd name="csY413" fmla="*/ 2065146 h 2442820"/>
              <a:gd name="csX414" fmla="*/ 1503827 w 2064482"/>
              <a:gd name="csY414" fmla="*/ 2039594 h 2442820"/>
              <a:gd name="csX415" fmla="*/ 1484048 w 2064482"/>
              <a:gd name="csY415" fmla="*/ 2015690 h 2442820"/>
              <a:gd name="csX416" fmla="*/ 1442016 w 2064482"/>
              <a:gd name="csY416" fmla="*/ 1957578 h 2442820"/>
              <a:gd name="csX417" fmla="*/ 1420176 w 2064482"/>
              <a:gd name="csY417" fmla="*/ 1924607 h 2442820"/>
              <a:gd name="csX418" fmla="*/ 1403692 w 2064482"/>
              <a:gd name="csY418" fmla="*/ 1912243 h 2442820"/>
              <a:gd name="csX419" fmla="*/ 1387209 w 2064482"/>
              <a:gd name="csY419" fmla="*/ 1896993 h 2442820"/>
              <a:gd name="csX420" fmla="*/ 1395039 w 2064482"/>
              <a:gd name="csY420" fmla="*/ 1888338 h 2442820"/>
              <a:gd name="csX421" fmla="*/ 1388034 w 2064482"/>
              <a:gd name="csY421" fmla="*/ 1861137 h 2442820"/>
              <a:gd name="csX422" fmla="*/ 1360836 w 2064482"/>
              <a:gd name="csY422" fmla="*/ 1845064 h 2442820"/>
              <a:gd name="csX423" fmla="*/ 1333639 w 2064482"/>
              <a:gd name="csY423" fmla="*/ 1814153 h 2442820"/>
              <a:gd name="csX424" fmla="*/ 1322513 w 2064482"/>
              <a:gd name="csY424" fmla="*/ 1801789 h 2442820"/>
              <a:gd name="csX425" fmla="*/ 1300673 w 2064482"/>
              <a:gd name="csY425" fmla="*/ 1786540 h 2442820"/>
              <a:gd name="csX426" fmla="*/ 1152325 w 2064482"/>
              <a:gd name="csY426" fmla="*/ 1723071 h 2442820"/>
              <a:gd name="csX427" fmla="*/ 1076503 w 2064482"/>
              <a:gd name="csY427" fmla="*/ 1685566 h 2442820"/>
              <a:gd name="csX428" fmla="*/ 1037356 w 2064482"/>
              <a:gd name="csY428" fmla="*/ 1664959 h 2442820"/>
              <a:gd name="csX429" fmla="*/ 1001917 w 2064482"/>
              <a:gd name="csY429" fmla="*/ 1645176 h 2442820"/>
              <a:gd name="csX430" fmla="*/ 972247 w 2064482"/>
              <a:gd name="csY430" fmla="*/ 1633636 h 2442820"/>
              <a:gd name="csX431" fmla="*/ 936397 w 2064482"/>
              <a:gd name="csY431" fmla="*/ 1614266 h 2442820"/>
              <a:gd name="csX432" fmla="*/ 903842 w 2064482"/>
              <a:gd name="csY432" fmla="*/ 1618387 h 2442820"/>
              <a:gd name="csX433" fmla="*/ 896425 w 2064482"/>
              <a:gd name="csY433" fmla="*/ 1637758 h 2442820"/>
              <a:gd name="csX434" fmla="*/ 905079 w 2064482"/>
              <a:gd name="csY434" fmla="*/ 1674026 h 2442820"/>
              <a:gd name="csX435" fmla="*/ 911260 w 2064482"/>
              <a:gd name="csY435" fmla="*/ 1711119 h 2442820"/>
              <a:gd name="csX436" fmla="*/ 905079 w 2064482"/>
              <a:gd name="csY436" fmla="*/ 1734610 h 2442820"/>
              <a:gd name="csX437" fmla="*/ 864283 w 2064482"/>
              <a:gd name="csY437" fmla="*/ 1789837 h 2442820"/>
              <a:gd name="csX438" fmla="*/ 862635 w 2064482"/>
              <a:gd name="csY438" fmla="*/ 1817450 h 2442820"/>
              <a:gd name="csX439" fmla="*/ 884475 w 2064482"/>
              <a:gd name="csY439" fmla="*/ 1823220 h 2442820"/>
              <a:gd name="csX440" fmla="*/ 907139 w 2064482"/>
              <a:gd name="csY440" fmla="*/ 1832700 h 2442820"/>
              <a:gd name="csX441" fmla="*/ 924446 w 2064482"/>
              <a:gd name="csY441" fmla="*/ 1839706 h 2442820"/>
              <a:gd name="csX442" fmla="*/ 982961 w 2064482"/>
              <a:gd name="csY442" fmla="*/ 1869792 h 2442820"/>
              <a:gd name="csX443" fmla="*/ 1043125 w 2064482"/>
              <a:gd name="csY443" fmla="*/ 1908121 h 2442820"/>
              <a:gd name="csX444" fmla="*/ 1083508 w 2064482"/>
              <a:gd name="csY444" fmla="*/ 1931613 h 2442820"/>
              <a:gd name="csX445" fmla="*/ 1143672 w 2064482"/>
              <a:gd name="csY445" fmla="*/ 1960875 h 2442820"/>
              <a:gd name="csX446" fmla="*/ 1178286 w 2064482"/>
              <a:gd name="csY446" fmla="*/ 1979009 h 2442820"/>
              <a:gd name="csX447" fmla="*/ 1221966 w 2064482"/>
              <a:gd name="csY447" fmla="*/ 2002501 h 2442820"/>
              <a:gd name="csX448" fmla="*/ 1256169 w 2064482"/>
              <a:gd name="csY448" fmla="*/ 2016102 h 2442820"/>
              <a:gd name="csX449" fmla="*/ 1287899 w 2064482"/>
              <a:gd name="csY449" fmla="*/ 2028054 h 2442820"/>
              <a:gd name="csX450" fmla="*/ 1338172 w 2064482"/>
              <a:gd name="csY450" fmla="*/ 2049897 h 2442820"/>
              <a:gd name="csX451" fmla="*/ 1378556 w 2064482"/>
              <a:gd name="csY451" fmla="*/ 2071741 h 2442820"/>
              <a:gd name="csX452" fmla="*/ 1407813 w 2064482"/>
              <a:gd name="csY452" fmla="*/ 2088226 h 2442820"/>
              <a:gd name="csX453" fmla="*/ 1417703 w 2064482"/>
              <a:gd name="csY453" fmla="*/ 2082044 h 2442820"/>
              <a:gd name="csX454" fmla="*/ 1432538 w 2064482"/>
              <a:gd name="csY454" fmla="*/ 2088226 h 2442820"/>
              <a:gd name="csX455" fmla="*/ 1445724 w 2064482"/>
              <a:gd name="csY455" fmla="*/ 2094408 h 2442820"/>
              <a:gd name="csX456" fmla="*/ 1472097 w 2064482"/>
              <a:gd name="csY456" fmla="*/ 2105124 h 2442820"/>
              <a:gd name="csX457" fmla="*/ 1501767 w 2064482"/>
              <a:gd name="csY457" fmla="*/ 2113779 h 2442820"/>
              <a:gd name="csX458" fmla="*/ 1519074 w 2064482"/>
              <a:gd name="csY458" fmla="*/ 2115427 h 2442820"/>
              <a:gd name="csX459" fmla="*/ 1537206 w 2064482"/>
              <a:gd name="csY459" fmla="*/ 2116664 h 2442820"/>
              <a:gd name="csX460" fmla="*/ 1605610 w 2064482"/>
              <a:gd name="csY460" fmla="*/ 1779122 h 2442820"/>
              <a:gd name="csX461" fmla="*/ 1599429 w 2064482"/>
              <a:gd name="csY461" fmla="*/ 1772939 h 2442820"/>
              <a:gd name="csX462" fmla="*/ 1596133 w 2064482"/>
              <a:gd name="csY462" fmla="*/ 1782419 h 2442820"/>
              <a:gd name="csX463" fmla="*/ 1605610 w 2064482"/>
              <a:gd name="csY463" fmla="*/ 1779122 h 2442820"/>
              <a:gd name="csX464" fmla="*/ 1670719 w 2064482"/>
              <a:gd name="csY464" fmla="*/ 1739968 h 2442820"/>
              <a:gd name="csX465" fmla="*/ 1638577 w 2064482"/>
              <a:gd name="csY465" fmla="*/ 1735435 h 2442820"/>
              <a:gd name="csX466" fmla="*/ 1666598 w 2064482"/>
              <a:gd name="csY466" fmla="*/ 1747799 h 2442820"/>
              <a:gd name="csX467" fmla="*/ 1670719 w 2064482"/>
              <a:gd name="csY467" fmla="*/ 1739968 h 2442820"/>
              <a:gd name="csX468" fmla="*/ 1519898 w 2064482"/>
              <a:gd name="csY468" fmla="*/ 1310931 h 2442820"/>
              <a:gd name="csX469" fmla="*/ 1490229 w 2064482"/>
              <a:gd name="csY469" fmla="*/ 1310931 h 2442820"/>
              <a:gd name="csX470" fmla="*/ 1506712 w 2064482"/>
              <a:gd name="csY470" fmla="*/ 1314228 h 2442820"/>
              <a:gd name="csX471" fmla="*/ 1519898 w 2064482"/>
              <a:gd name="csY471" fmla="*/ 1310931 h 2442820"/>
              <a:gd name="csX472" fmla="*/ 1560694 w 2064482"/>
              <a:gd name="csY472" fmla="*/ 1125881 h 2442820"/>
              <a:gd name="csX473" fmla="*/ 1564403 w 2064482"/>
              <a:gd name="csY473" fmla="*/ 1103213 h 2442820"/>
              <a:gd name="csX474" fmla="*/ 1560694 w 2064482"/>
              <a:gd name="csY474" fmla="*/ 1091673 h 2442820"/>
              <a:gd name="csX475" fmla="*/ 1547920 w 2064482"/>
              <a:gd name="csY475" fmla="*/ 1053756 h 2442820"/>
              <a:gd name="csX476" fmla="*/ 1538030 w 2064482"/>
              <a:gd name="csY476" fmla="*/ 1031913 h 2442820"/>
              <a:gd name="csX477" fmla="*/ 1514953 w 2064482"/>
              <a:gd name="csY477" fmla="*/ 981632 h 2442820"/>
              <a:gd name="csX478" fmla="*/ 1506712 w 2064482"/>
              <a:gd name="csY478" fmla="*/ 968855 h 2442820"/>
              <a:gd name="csX479" fmla="*/ 1478279 w 2064482"/>
              <a:gd name="csY479" fmla="*/ 925581 h 2442820"/>
              <a:gd name="csX480" fmla="*/ 1469625 w 2064482"/>
              <a:gd name="csY480" fmla="*/ 912804 h 2442820"/>
              <a:gd name="csX481" fmla="*/ 1459323 w 2064482"/>
              <a:gd name="csY481" fmla="*/ 892610 h 2442820"/>
              <a:gd name="csX482" fmla="*/ 1449021 w 2064482"/>
              <a:gd name="csY482" fmla="*/ 876536 h 2442820"/>
              <a:gd name="csX483" fmla="*/ 1407401 w 2064482"/>
              <a:gd name="csY483" fmla="*/ 825843 h 2442820"/>
              <a:gd name="csX484" fmla="*/ 1403692 w 2064482"/>
              <a:gd name="csY484" fmla="*/ 816364 h 2442820"/>
              <a:gd name="csX485" fmla="*/ 1340645 w 2064482"/>
              <a:gd name="csY485" fmla="*/ 754955 h 2442820"/>
              <a:gd name="csX486" fmla="*/ 1321277 w 2064482"/>
              <a:gd name="csY486" fmla="*/ 739294 h 2442820"/>
              <a:gd name="csX487" fmla="*/ 1301085 w 2064482"/>
              <a:gd name="csY487" fmla="*/ 735997 h 2442820"/>
              <a:gd name="csX488" fmla="*/ 1282954 w 2064482"/>
              <a:gd name="csY488" fmla="*/ 734348 h 2442820"/>
              <a:gd name="csX489" fmla="*/ 1263174 w 2064482"/>
              <a:gd name="csY489" fmla="*/ 726105 h 2442820"/>
              <a:gd name="csX490" fmla="*/ 1261526 w 2064482"/>
              <a:gd name="csY490" fmla="*/ 720335 h 2442820"/>
              <a:gd name="csX491" fmla="*/ 1259877 w 2064482"/>
              <a:gd name="csY491" fmla="*/ 710032 h 2442820"/>
              <a:gd name="csX492" fmla="*/ 1243806 w 2064482"/>
              <a:gd name="csY492" fmla="*/ 706323 h 2442820"/>
              <a:gd name="csX493" fmla="*/ 1219494 w 2064482"/>
              <a:gd name="csY493" fmla="*/ 698492 h 2442820"/>
              <a:gd name="csX494" fmla="*/ 1196005 w 2064482"/>
              <a:gd name="csY494" fmla="*/ 691486 h 2442820"/>
              <a:gd name="csX495" fmla="*/ 1178286 w 2064482"/>
              <a:gd name="csY495" fmla="*/ 687776 h 2442820"/>
              <a:gd name="csX496" fmla="*/ 1156034 w 2064482"/>
              <a:gd name="csY496" fmla="*/ 679121 h 2442820"/>
              <a:gd name="csX497" fmla="*/ 1132545 w 2064482"/>
              <a:gd name="csY497" fmla="*/ 664284 h 2442820"/>
              <a:gd name="csX498" fmla="*/ 1113590 w 2064482"/>
              <a:gd name="csY498" fmla="*/ 651920 h 2442820"/>
              <a:gd name="csX499" fmla="*/ 1094634 w 2064482"/>
              <a:gd name="csY499" fmla="*/ 666345 h 2442820"/>
              <a:gd name="csX500" fmla="*/ 1084332 w 2064482"/>
              <a:gd name="csY500" fmla="*/ 682418 h 2442820"/>
              <a:gd name="csX501" fmla="*/ 1071558 w 2064482"/>
              <a:gd name="csY501" fmla="*/ 705086 h 2442820"/>
              <a:gd name="csX502" fmla="*/ 1059196 w 2064482"/>
              <a:gd name="csY502" fmla="*/ 732287 h 2442820"/>
              <a:gd name="csX503" fmla="*/ 1049306 w 2064482"/>
              <a:gd name="csY503" fmla="*/ 761961 h 2442820"/>
              <a:gd name="csX504" fmla="*/ 1045185 w 2064482"/>
              <a:gd name="csY504" fmla="*/ 779683 h 2442820"/>
              <a:gd name="csX505" fmla="*/ 1041064 w 2064482"/>
              <a:gd name="csY505" fmla="*/ 791635 h 2442820"/>
              <a:gd name="csX506" fmla="*/ 1029938 w 2064482"/>
              <a:gd name="csY506" fmla="*/ 811830 h 2442820"/>
              <a:gd name="csX507" fmla="*/ 1024581 w 2064482"/>
              <a:gd name="csY507" fmla="*/ 832849 h 2442820"/>
              <a:gd name="csX508" fmla="*/ 1020872 w 2064482"/>
              <a:gd name="csY508" fmla="*/ 855517 h 2442820"/>
              <a:gd name="csX509" fmla="*/ 1012219 w 2064482"/>
              <a:gd name="csY509" fmla="*/ 871178 h 2442820"/>
              <a:gd name="csX510" fmla="*/ 1064965 w 2064482"/>
              <a:gd name="csY510" fmla="*/ 915689 h 2442820"/>
              <a:gd name="csX511" fmla="*/ 1083920 w 2064482"/>
              <a:gd name="csY511" fmla="*/ 925169 h 2442820"/>
              <a:gd name="csX512" fmla="*/ 1144084 w 2064482"/>
              <a:gd name="csY512" fmla="*/ 958964 h 2442820"/>
              <a:gd name="csX513" fmla="*/ 1201775 w 2064482"/>
              <a:gd name="csY513" fmla="*/ 988638 h 2442820"/>
              <a:gd name="csX514" fmla="*/ 1238861 w 2064482"/>
              <a:gd name="csY514" fmla="*/ 1006772 h 2442820"/>
              <a:gd name="csX515" fmla="*/ 1310563 w 2064482"/>
              <a:gd name="csY515" fmla="*/ 1041804 h 2442820"/>
              <a:gd name="csX516" fmla="*/ 1366606 w 2064482"/>
              <a:gd name="csY516" fmla="*/ 1064060 h 2442820"/>
              <a:gd name="csX517" fmla="*/ 1400808 w 2064482"/>
              <a:gd name="csY517" fmla="*/ 1076424 h 2442820"/>
              <a:gd name="csX518" fmla="*/ 1433362 w 2064482"/>
              <a:gd name="csY518" fmla="*/ 1088788 h 2442820"/>
              <a:gd name="csX519" fmla="*/ 1460559 w 2064482"/>
              <a:gd name="csY519" fmla="*/ 1099091 h 2442820"/>
              <a:gd name="csX520" fmla="*/ 1506300 w 2064482"/>
              <a:gd name="csY520" fmla="*/ 1115165 h 2442820"/>
              <a:gd name="csX521" fmla="*/ 1542151 w 2064482"/>
              <a:gd name="csY521" fmla="*/ 1125468 h 2442820"/>
              <a:gd name="csX522" fmla="*/ 1560694 w 2064482"/>
              <a:gd name="csY522" fmla="*/ 1125881 h 2442820"/>
              <a:gd name="csX523" fmla="*/ 1090514 w 2064482"/>
              <a:gd name="csY523" fmla="*/ 1103213 h 2442820"/>
              <a:gd name="csX524" fmla="*/ 1054663 w 2064482"/>
              <a:gd name="csY524" fmla="*/ 1082194 h 2442820"/>
              <a:gd name="csX525" fmla="*/ 1068673 w 2064482"/>
              <a:gd name="csY525" fmla="*/ 1094558 h 2442820"/>
              <a:gd name="csX526" fmla="*/ 1090514 w 2064482"/>
              <a:gd name="csY526" fmla="*/ 1103213 h 2442820"/>
              <a:gd name="csX527" fmla="*/ 1671543 w 2064482"/>
              <a:gd name="csY527" fmla="*/ 796169 h 2442820"/>
              <a:gd name="csX528" fmla="*/ 1665362 w 2064482"/>
              <a:gd name="csY528" fmla="*/ 787926 h 2442820"/>
              <a:gd name="csX529" fmla="*/ 1662065 w 2064482"/>
              <a:gd name="csY529" fmla="*/ 801527 h 2442820"/>
              <a:gd name="csX530" fmla="*/ 1671543 w 2064482"/>
              <a:gd name="csY530" fmla="*/ 796169 h 2442820"/>
              <a:gd name="csX531" fmla="*/ 279957 w 2064482"/>
              <a:gd name="csY531" fmla="*/ 567019 h 2442820"/>
              <a:gd name="csX532" fmla="*/ 268419 w 2064482"/>
              <a:gd name="csY532" fmla="*/ 548885 h 2442820"/>
              <a:gd name="csX533" fmla="*/ 267183 w 2064482"/>
              <a:gd name="csY533" fmla="*/ 564547 h 2442820"/>
              <a:gd name="csX534" fmla="*/ 279957 w 2064482"/>
              <a:gd name="csY534" fmla="*/ 567019 h 2442820"/>
              <a:gd name="csX535" fmla="*/ 439431 w 2064482"/>
              <a:gd name="csY535" fmla="*/ 547237 h 2442820"/>
              <a:gd name="csX536" fmla="*/ 427069 w 2064482"/>
              <a:gd name="csY536" fmla="*/ 538582 h 2442820"/>
              <a:gd name="csX537" fmla="*/ 427481 w 2064482"/>
              <a:gd name="csY537" fmla="*/ 547237 h 2442820"/>
              <a:gd name="csX538" fmla="*/ 439431 w 2064482"/>
              <a:gd name="csY538" fmla="*/ 547237 h 2442820"/>
              <a:gd name="csX539" fmla="*/ 404817 w 2064482"/>
              <a:gd name="csY539" fmla="*/ 477173 h 2442820"/>
              <a:gd name="csX540" fmla="*/ 394927 w 2064482"/>
              <a:gd name="csY540" fmla="*/ 475937 h 2442820"/>
              <a:gd name="csX541" fmla="*/ 403992 w 2064482"/>
              <a:gd name="csY541" fmla="*/ 494895 h 2442820"/>
              <a:gd name="csX542" fmla="*/ 404817 w 2064482"/>
              <a:gd name="csY542" fmla="*/ 477173 h 2442820"/>
              <a:gd name="csX543" fmla="*/ 243694 w 2064482"/>
              <a:gd name="csY543" fmla="*/ 441729 h 2442820"/>
              <a:gd name="csX544" fmla="*/ 237101 w 2064482"/>
              <a:gd name="csY544" fmla="*/ 437608 h 2442820"/>
              <a:gd name="csX545" fmla="*/ 235453 w 2064482"/>
              <a:gd name="csY545" fmla="*/ 441729 h 2442820"/>
              <a:gd name="csX546" fmla="*/ 242046 w 2064482"/>
              <a:gd name="csY546" fmla="*/ 445850 h 2442820"/>
              <a:gd name="csX547" fmla="*/ 243694 w 2064482"/>
              <a:gd name="csY547" fmla="*/ 441729 h 2442820"/>
              <a:gd name="csX548" fmla="*/ 422948 w 2064482"/>
              <a:gd name="csY548" fmla="*/ 435135 h 2442820"/>
              <a:gd name="csX549" fmla="*/ 402756 w 2064482"/>
              <a:gd name="csY549" fmla="*/ 411643 h 2442820"/>
              <a:gd name="csX550" fmla="*/ 400284 w 2064482"/>
              <a:gd name="csY550" fmla="*/ 424007 h 2442820"/>
              <a:gd name="csX551" fmla="*/ 422948 w 2064482"/>
              <a:gd name="csY551" fmla="*/ 435135 h 2442820"/>
              <a:gd name="csX552" fmla="*/ 221030 w 2064482"/>
              <a:gd name="csY552" fmla="*/ 409170 h 2442820"/>
              <a:gd name="csX553" fmla="*/ 208256 w 2064482"/>
              <a:gd name="csY553" fmla="*/ 392272 h 2442820"/>
              <a:gd name="csX554" fmla="*/ 205371 w 2064482"/>
              <a:gd name="csY554" fmla="*/ 407934 h 2442820"/>
              <a:gd name="csX555" fmla="*/ 221030 w 2064482"/>
              <a:gd name="csY555" fmla="*/ 409170 h 2442820"/>
              <a:gd name="csX556" fmla="*/ 204547 w 2064482"/>
              <a:gd name="csY556" fmla="*/ 371665 h 2442820"/>
              <a:gd name="csX557" fmla="*/ 189712 w 2064482"/>
              <a:gd name="csY557" fmla="*/ 364659 h 2442820"/>
              <a:gd name="csX558" fmla="*/ 198778 w 2064482"/>
              <a:gd name="csY558" fmla="*/ 375787 h 2442820"/>
              <a:gd name="csX559" fmla="*/ 204547 w 2064482"/>
              <a:gd name="csY559" fmla="*/ 371665 h 2442820"/>
              <a:gd name="csX560" fmla="*/ 398223 w 2064482"/>
              <a:gd name="csY560" fmla="*/ 367956 h 2442820"/>
              <a:gd name="csX561" fmla="*/ 385861 w 2064482"/>
              <a:gd name="csY561" fmla="*/ 351058 h 2442820"/>
              <a:gd name="csX562" fmla="*/ 375971 w 2064482"/>
              <a:gd name="csY562" fmla="*/ 365071 h 2442820"/>
              <a:gd name="csX563" fmla="*/ 398223 w 2064482"/>
              <a:gd name="csY563" fmla="*/ 367956 h 2442820"/>
              <a:gd name="csX564" fmla="*/ 1071970 w 2064482"/>
              <a:gd name="csY564" fmla="*/ 332512 h 2442820"/>
              <a:gd name="csX565" fmla="*/ 1065377 w 2064482"/>
              <a:gd name="csY565" fmla="*/ 323033 h 2442820"/>
              <a:gd name="csX566" fmla="*/ 1055899 w 2064482"/>
              <a:gd name="csY566" fmla="*/ 339106 h 2442820"/>
              <a:gd name="csX567" fmla="*/ 1071970 w 2064482"/>
              <a:gd name="csY567" fmla="*/ 332512 h 2442820"/>
              <a:gd name="csX568" fmla="*/ 101527 w 2064482"/>
              <a:gd name="csY568" fmla="*/ 295832 h 2442820"/>
              <a:gd name="csX569" fmla="*/ 95346 w 2064482"/>
              <a:gd name="csY569" fmla="*/ 285116 h 2442820"/>
              <a:gd name="csX570" fmla="*/ 89165 w 2064482"/>
              <a:gd name="csY570" fmla="*/ 288001 h 2442820"/>
              <a:gd name="csX571" fmla="*/ 92050 w 2064482"/>
              <a:gd name="csY571" fmla="*/ 298717 h 2442820"/>
              <a:gd name="csX572" fmla="*/ 101527 w 2064482"/>
              <a:gd name="csY572" fmla="*/ 295832 h 2442820"/>
              <a:gd name="csX573" fmla="*/ 148504 w 2064482"/>
              <a:gd name="csY573" fmla="*/ 163535 h 2442820"/>
              <a:gd name="csX574" fmla="*/ 138614 w 2064482"/>
              <a:gd name="csY574" fmla="*/ 161062 h 2442820"/>
              <a:gd name="csX575" fmla="*/ 149741 w 2064482"/>
              <a:gd name="csY575" fmla="*/ 169305 h 2442820"/>
              <a:gd name="csX576" fmla="*/ 148504 w 2064482"/>
              <a:gd name="csY576" fmla="*/ 163535 h 24428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</a:cxnLst>
            <a:rect l="l" t="t" r="r" b="b"/>
            <a:pathLst>
              <a:path w="2064482" h="2442820">
                <a:moveTo>
                  <a:pt x="1698328" y="2425768"/>
                </a:moveTo>
                <a:cubicBezTo>
                  <a:pt x="1688850" y="2415465"/>
                  <a:pt x="1684317" y="2414228"/>
                  <a:pt x="1650527" y="2411756"/>
                </a:cubicBezTo>
                <a:cubicBezTo>
                  <a:pt x="1628687" y="2410107"/>
                  <a:pt x="1611792" y="2406810"/>
                  <a:pt x="1610143" y="2403925"/>
                </a:cubicBezTo>
                <a:cubicBezTo>
                  <a:pt x="1606023" y="2397743"/>
                  <a:pt x="1591188" y="2394446"/>
                  <a:pt x="1570996" y="2395270"/>
                </a:cubicBezTo>
                <a:cubicBezTo>
                  <a:pt x="1561106" y="2395270"/>
                  <a:pt x="1552040" y="2392797"/>
                  <a:pt x="1547508" y="2388676"/>
                </a:cubicBezTo>
                <a:cubicBezTo>
                  <a:pt x="1542975" y="2384554"/>
                  <a:pt x="1528964" y="2379197"/>
                  <a:pt x="1515778" y="2376312"/>
                </a:cubicBezTo>
                <a:cubicBezTo>
                  <a:pt x="1495586" y="2371778"/>
                  <a:pt x="1457675" y="2361475"/>
                  <a:pt x="1405753" y="2345813"/>
                </a:cubicBezTo>
                <a:cubicBezTo>
                  <a:pt x="1399160" y="2343753"/>
                  <a:pt x="1381440" y="2338807"/>
                  <a:pt x="1366606" y="2335098"/>
                </a:cubicBezTo>
                <a:cubicBezTo>
                  <a:pt x="1342705" y="2328916"/>
                  <a:pt x="1299849" y="2314491"/>
                  <a:pt x="1278009" y="2304599"/>
                </a:cubicBezTo>
                <a:cubicBezTo>
                  <a:pt x="1273476" y="2302539"/>
                  <a:pt x="1260290" y="2299242"/>
                  <a:pt x="1249163" y="2296769"/>
                </a:cubicBezTo>
                <a:cubicBezTo>
                  <a:pt x="1237625" y="2294708"/>
                  <a:pt x="1222790" y="2289762"/>
                  <a:pt x="1216197" y="2286465"/>
                </a:cubicBezTo>
                <a:cubicBezTo>
                  <a:pt x="1209192" y="2282756"/>
                  <a:pt x="1200950" y="2279871"/>
                  <a:pt x="1197654" y="2279871"/>
                </a:cubicBezTo>
                <a:cubicBezTo>
                  <a:pt x="1193945" y="2279871"/>
                  <a:pt x="1187764" y="2277398"/>
                  <a:pt x="1183231" y="2274101"/>
                </a:cubicBezTo>
                <a:cubicBezTo>
                  <a:pt x="1178698" y="2271216"/>
                  <a:pt x="1166748" y="2265446"/>
                  <a:pt x="1156446" y="2262149"/>
                </a:cubicBezTo>
                <a:cubicBezTo>
                  <a:pt x="1146144" y="2258440"/>
                  <a:pt x="1118535" y="2248136"/>
                  <a:pt x="1094634" y="2238657"/>
                </a:cubicBezTo>
                <a:cubicBezTo>
                  <a:pt x="1070734" y="2229178"/>
                  <a:pt x="1024993" y="2211456"/>
                  <a:pt x="992439" y="2199092"/>
                </a:cubicBezTo>
                <a:cubicBezTo>
                  <a:pt x="960297" y="2186727"/>
                  <a:pt x="912908" y="2167357"/>
                  <a:pt x="887771" y="2156229"/>
                </a:cubicBezTo>
                <a:cubicBezTo>
                  <a:pt x="862635" y="2144689"/>
                  <a:pt x="838734" y="2135622"/>
                  <a:pt x="834613" y="2135622"/>
                </a:cubicBezTo>
                <a:cubicBezTo>
                  <a:pt x="830493" y="2135622"/>
                  <a:pt x="813597" y="2130264"/>
                  <a:pt x="796702" y="2123258"/>
                </a:cubicBezTo>
                <a:cubicBezTo>
                  <a:pt x="779395" y="2116664"/>
                  <a:pt x="760852" y="2110894"/>
                  <a:pt x="755082" y="2110894"/>
                </a:cubicBezTo>
                <a:cubicBezTo>
                  <a:pt x="749725" y="2110894"/>
                  <a:pt x="743544" y="2109245"/>
                  <a:pt x="742308" y="2106772"/>
                </a:cubicBezTo>
                <a:cubicBezTo>
                  <a:pt x="741072" y="2104712"/>
                  <a:pt x="733242" y="2102651"/>
                  <a:pt x="725001" y="2102651"/>
                </a:cubicBezTo>
                <a:cubicBezTo>
                  <a:pt x="717171" y="2102651"/>
                  <a:pt x="704809" y="2100178"/>
                  <a:pt x="697804" y="2096881"/>
                </a:cubicBezTo>
                <a:cubicBezTo>
                  <a:pt x="661953" y="2080395"/>
                  <a:pt x="637228" y="2081220"/>
                  <a:pt x="637228" y="2098530"/>
                </a:cubicBezTo>
                <a:cubicBezTo>
                  <a:pt x="637228" y="2102651"/>
                  <a:pt x="635580" y="2107597"/>
                  <a:pt x="633107" y="2108833"/>
                </a:cubicBezTo>
                <a:cubicBezTo>
                  <a:pt x="624866" y="2114191"/>
                  <a:pt x="629399" y="2130264"/>
                  <a:pt x="643409" y="2143865"/>
                </a:cubicBezTo>
                <a:cubicBezTo>
                  <a:pt x="664837" y="2164472"/>
                  <a:pt x="653299" y="2172303"/>
                  <a:pt x="624866" y="2156229"/>
                </a:cubicBezTo>
                <a:cubicBezTo>
                  <a:pt x="617036" y="2151696"/>
                  <a:pt x="595608" y="2140568"/>
                  <a:pt x="577065" y="2131501"/>
                </a:cubicBezTo>
                <a:cubicBezTo>
                  <a:pt x="551516" y="2118724"/>
                  <a:pt x="542038" y="2111718"/>
                  <a:pt x="535857" y="2100590"/>
                </a:cubicBezTo>
                <a:cubicBezTo>
                  <a:pt x="528028" y="2086165"/>
                  <a:pt x="525967" y="2084517"/>
                  <a:pt x="512781" y="2085753"/>
                </a:cubicBezTo>
                <a:cubicBezTo>
                  <a:pt x="500831" y="2086990"/>
                  <a:pt x="498358" y="2066383"/>
                  <a:pt x="507424" y="2044127"/>
                </a:cubicBezTo>
                <a:cubicBezTo>
                  <a:pt x="509484" y="2038769"/>
                  <a:pt x="507012" y="2036709"/>
                  <a:pt x="495062" y="2034236"/>
                </a:cubicBezTo>
                <a:cubicBezTo>
                  <a:pt x="475694" y="2030527"/>
                  <a:pt x="465804" y="2011980"/>
                  <a:pt x="472809" y="1991373"/>
                </a:cubicBezTo>
                <a:cubicBezTo>
                  <a:pt x="475282" y="1984367"/>
                  <a:pt x="476518" y="1972827"/>
                  <a:pt x="474870" y="1966233"/>
                </a:cubicBezTo>
                <a:cubicBezTo>
                  <a:pt x="471985" y="1951808"/>
                  <a:pt x="476930" y="1940680"/>
                  <a:pt x="493825" y="1923782"/>
                </a:cubicBezTo>
                <a:cubicBezTo>
                  <a:pt x="500419" y="1916364"/>
                  <a:pt x="504539" y="1908533"/>
                  <a:pt x="503303" y="1904824"/>
                </a:cubicBezTo>
                <a:cubicBezTo>
                  <a:pt x="499594" y="1893284"/>
                  <a:pt x="512369" y="1869380"/>
                  <a:pt x="524731" y="1864022"/>
                </a:cubicBezTo>
                <a:cubicBezTo>
                  <a:pt x="532561" y="1860725"/>
                  <a:pt x="539566" y="1852482"/>
                  <a:pt x="545747" y="1838470"/>
                </a:cubicBezTo>
                <a:cubicBezTo>
                  <a:pt x="556873" y="1814978"/>
                  <a:pt x="576241" y="1800553"/>
                  <a:pt x="604262" y="1794783"/>
                </a:cubicBezTo>
                <a:cubicBezTo>
                  <a:pt x="619509" y="1791898"/>
                  <a:pt x="622806" y="1789425"/>
                  <a:pt x="625690" y="1779122"/>
                </a:cubicBezTo>
                <a:cubicBezTo>
                  <a:pt x="627338" y="1772115"/>
                  <a:pt x="627338" y="1761812"/>
                  <a:pt x="625278" y="1755630"/>
                </a:cubicBezTo>
                <a:cubicBezTo>
                  <a:pt x="623218" y="1749447"/>
                  <a:pt x="622393" y="1741205"/>
                  <a:pt x="623630" y="1736671"/>
                </a:cubicBezTo>
                <a:cubicBezTo>
                  <a:pt x="626514" y="1724307"/>
                  <a:pt x="617861" y="1711119"/>
                  <a:pt x="606735" y="1711119"/>
                </a:cubicBezTo>
                <a:cubicBezTo>
                  <a:pt x="598493" y="1711119"/>
                  <a:pt x="595608" y="1707409"/>
                  <a:pt x="590251" y="1690924"/>
                </a:cubicBezTo>
                <a:cubicBezTo>
                  <a:pt x="582010" y="1665783"/>
                  <a:pt x="582010" y="1653831"/>
                  <a:pt x="589839" y="1643116"/>
                </a:cubicBezTo>
                <a:cubicBezTo>
                  <a:pt x="597257" y="1634048"/>
                  <a:pt x="594784" y="1612617"/>
                  <a:pt x="584070" y="1593659"/>
                </a:cubicBezTo>
                <a:cubicBezTo>
                  <a:pt x="580362" y="1587065"/>
                  <a:pt x="573768" y="1570167"/>
                  <a:pt x="569648" y="1556566"/>
                </a:cubicBezTo>
                <a:cubicBezTo>
                  <a:pt x="557285" y="1514940"/>
                  <a:pt x="548220" y="1488563"/>
                  <a:pt x="528440" y="1437046"/>
                </a:cubicBezTo>
                <a:cubicBezTo>
                  <a:pt x="518138" y="1410257"/>
                  <a:pt x="509484" y="1383880"/>
                  <a:pt x="509484" y="1379346"/>
                </a:cubicBezTo>
                <a:cubicBezTo>
                  <a:pt x="509484" y="1374813"/>
                  <a:pt x="505776" y="1363685"/>
                  <a:pt x="501243" y="1354618"/>
                </a:cubicBezTo>
                <a:cubicBezTo>
                  <a:pt x="496710" y="1345551"/>
                  <a:pt x="493001" y="1334423"/>
                  <a:pt x="493001" y="1329890"/>
                </a:cubicBezTo>
                <a:cubicBezTo>
                  <a:pt x="493001" y="1324944"/>
                  <a:pt x="491353" y="1319586"/>
                  <a:pt x="489292" y="1317525"/>
                </a:cubicBezTo>
                <a:cubicBezTo>
                  <a:pt x="484347" y="1312168"/>
                  <a:pt x="455914" y="1241280"/>
                  <a:pt x="455914" y="1234273"/>
                </a:cubicBezTo>
                <a:cubicBezTo>
                  <a:pt x="455914" y="1231388"/>
                  <a:pt x="451381" y="1219436"/>
                  <a:pt x="445612" y="1207484"/>
                </a:cubicBezTo>
                <a:cubicBezTo>
                  <a:pt x="439843" y="1195944"/>
                  <a:pt x="435310" y="1183580"/>
                  <a:pt x="435310" y="1180695"/>
                </a:cubicBezTo>
                <a:cubicBezTo>
                  <a:pt x="435310" y="1177398"/>
                  <a:pt x="430777" y="1166270"/>
                  <a:pt x="425832" y="1155555"/>
                </a:cubicBezTo>
                <a:cubicBezTo>
                  <a:pt x="420475" y="1144839"/>
                  <a:pt x="408113" y="1115989"/>
                  <a:pt x="398635" y="1090849"/>
                </a:cubicBezTo>
                <a:cubicBezTo>
                  <a:pt x="388746" y="1066120"/>
                  <a:pt x="375559" y="1035210"/>
                  <a:pt x="368966" y="1022846"/>
                </a:cubicBezTo>
                <a:cubicBezTo>
                  <a:pt x="362373" y="1010481"/>
                  <a:pt x="340120" y="966795"/>
                  <a:pt x="319929" y="925993"/>
                </a:cubicBezTo>
                <a:cubicBezTo>
                  <a:pt x="299325" y="885191"/>
                  <a:pt x="277897" y="843565"/>
                  <a:pt x="272128" y="833262"/>
                </a:cubicBezTo>
                <a:cubicBezTo>
                  <a:pt x="253584" y="800702"/>
                  <a:pt x="233392" y="760313"/>
                  <a:pt x="233392" y="755779"/>
                </a:cubicBezTo>
                <a:cubicBezTo>
                  <a:pt x="233392" y="753306"/>
                  <a:pt x="235865" y="752070"/>
                  <a:pt x="239161" y="753306"/>
                </a:cubicBezTo>
                <a:cubicBezTo>
                  <a:pt x="242458" y="754543"/>
                  <a:pt x="246167" y="753719"/>
                  <a:pt x="247403" y="751246"/>
                </a:cubicBezTo>
                <a:cubicBezTo>
                  <a:pt x="250700" y="745888"/>
                  <a:pt x="241222" y="730227"/>
                  <a:pt x="234629" y="730227"/>
                </a:cubicBezTo>
                <a:cubicBezTo>
                  <a:pt x="232156" y="730227"/>
                  <a:pt x="228859" y="728578"/>
                  <a:pt x="227623" y="726517"/>
                </a:cubicBezTo>
                <a:cubicBezTo>
                  <a:pt x="226387" y="724457"/>
                  <a:pt x="230096" y="723220"/>
                  <a:pt x="235865" y="723220"/>
                </a:cubicBezTo>
                <a:cubicBezTo>
                  <a:pt x="247403" y="723220"/>
                  <a:pt x="250700" y="727754"/>
                  <a:pt x="251524" y="747949"/>
                </a:cubicBezTo>
                <a:cubicBezTo>
                  <a:pt x="251936" y="757840"/>
                  <a:pt x="254820" y="762374"/>
                  <a:pt x="263474" y="766495"/>
                </a:cubicBezTo>
                <a:cubicBezTo>
                  <a:pt x="269655" y="769380"/>
                  <a:pt x="274600" y="773501"/>
                  <a:pt x="274600" y="775150"/>
                </a:cubicBezTo>
                <a:cubicBezTo>
                  <a:pt x="274600" y="777211"/>
                  <a:pt x="281605" y="787514"/>
                  <a:pt x="290259" y="798642"/>
                </a:cubicBezTo>
                <a:cubicBezTo>
                  <a:pt x="298913" y="809770"/>
                  <a:pt x="307566" y="822546"/>
                  <a:pt x="309215" y="826667"/>
                </a:cubicBezTo>
                <a:cubicBezTo>
                  <a:pt x="311275" y="832849"/>
                  <a:pt x="313335" y="833262"/>
                  <a:pt x="316632" y="829964"/>
                </a:cubicBezTo>
                <a:cubicBezTo>
                  <a:pt x="320341" y="826255"/>
                  <a:pt x="319516" y="823370"/>
                  <a:pt x="314572" y="817600"/>
                </a:cubicBezTo>
                <a:cubicBezTo>
                  <a:pt x="310863" y="813479"/>
                  <a:pt x="307566" y="806885"/>
                  <a:pt x="307566" y="803587"/>
                </a:cubicBezTo>
                <a:cubicBezTo>
                  <a:pt x="307566" y="795757"/>
                  <a:pt x="282430" y="758252"/>
                  <a:pt x="265534" y="740118"/>
                </a:cubicBezTo>
                <a:cubicBezTo>
                  <a:pt x="255232" y="728990"/>
                  <a:pt x="254408" y="726930"/>
                  <a:pt x="260177" y="721984"/>
                </a:cubicBezTo>
                <a:cubicBezTo>
                  <a:pt x="268831" y="714565"/>
                  <a:pt x="268419" y="713329"/>
                  <a:pt x="247815" y="688188"/>
                </a:cubicBezTo>
                <a:cubicBezTo>
                  <a:pt x="237513" y="675824"/>
                  <a:pt x="229272" y="661812"/>
                  <a:pt x="229272" y="657690"/>
                </a:cubicBezTo>
                <a:cubicBezTo>
                  <a:pt x="229272" y="648211"/>
                  <a:pt x="201662" y="602463"/>
                  <a:pt x="195893" y="602463"/>
                </a:cubicBezTo>
                <a:cubicBezTo>
                  <a:pt x="193833" y="602463"/>
                  <a:pt x="192185" y="597930"/>
                  <a:pt x="192185" y="592572"/>
                </a:cubicBezTo>
                <a:cubicBezTo>
                  <a:pt x="192185" y="586802"/>
                  <a:pt x="190536" y="581444"/>
                  <a:pt x="188476" y="579796"/>
                </a:cubicBezTo>
                <a:cubicBezTo>
                  <a:pt x="186415" y="578559"/>
                  <a:pt x="183119" y="571553"/>
                  <a:pt x="181883" y="564547"/>
                </a:cubicBezTo>
                <a:cubicBezTo>
                  <a:pt x="180234" y="557128"/>
                  <a:pt x="174053" y="544352"/>
                  <a:pt x="168696" y="535697"/>
                </a:cubicBezTo>
                <a:cubicBezTo>
                  <a:pt x="162103" y="526218"/>
                  <a:pt x="159218" y="516738"/>
                  <a:pt x="160455" y="511793"/>
                </a:cubicBezTo>
                <a:cubicBezTo>
                  <a:pt x="162103" y="505199"/>
                  <a:pt x="158806" y="500253"/>
                  <a:pt x="146856" y="492010"/>
                </a:cubicBezTo>
                <a:cubicBezTo>
                  <a:pt x="137790" y="485828"/>
                  <a:pt x="130785" y="477585"/>
                  <a:pt x="130373" y="473464"/>
                </a:cubicBezTo>
                <a:cubicBezTo>
                  <a:pt x="130373" y="469755"/>
                  <a:pt x="125840" y="459039"/>
                  <a:pt x="120071" y="449972"/>
                </a:cubicBezTo>
                <a:cubicBezTo>
                  <a:pt x="114302" y="440905"/>
                  <a:pt x="109769" y="432250"/>
                  <a:pt x="109769" y="430189"/>
                </a:cubicBezTo>
                <a:cubicBezTo>
                  <a:pt x="109769" y="428541"/>
                  <a:pt x="105236" y="420710"/>
                  <a:pt x="99467" y="412879"/>
                </a:cubicBezTo>
                <a:cubicBezTo>
                  <a:pt x="93698" y="405049"/>
                  <a:pt x="89165" y="395569"/>
                  <a:pt x="89165" y="391860"/>
                </a:cubicBezTo>
                <a:cubicBezTo>
                  <a:pt x="89165" y="387739"/>
                  <a:pt x="87517" y="384030"/>
                  <a:pt x="85869" y="383205"/>
                </a:cubicBezTo>
                <a:cubicBezTo>
                  <a:pt x="84220" y="382793"/>
                  <a:pt x="78451" y="374962"/>
                  <a:pt x="73094" y="366308"/>
                </a:cubicBezTo>
                <a:cubicBezTo>
                  <a:pt x="64028" y="351471"/>
                  <a:pt x="54963" y="348998"/>
                  <a:pt x="57023" y="362186"/>
                </a:cubicBezTo>
                <a:cubicBezTo>
                  <a:pt x="57847" y="365895"/>
                  <a:pt x="54963" y="369193"/>
                  <a:pt x="51254" y="369605"/>
                </a:cubicBezTo>
                <a:cubicBezTo>
                  <a:pt x="44661" y="370841"/>
                  <a:pt x="41776" y="366720"/>
                  <a:pt x="43425" y="358065"/>
                </a:cubicBezTo>
                <a:cubicBezTo>
                  <a:pt x="43837" y="356004"/>
                  <a:pt x="42188" y="355592"/>
                  <a:pt x="39716" y="357240"/>
                </a:cubicBezTo>
                <a:cubicBezTo>
                  <a:pt x="35183" y="360125"/>
                  <a:pt x="33947" y="357240"/>
                  <a:pt x="29414" y="336633"/>
                </a:cubicBezTo>
                <a:lnTo>
                  <a:pt x="26941" y="324681"/>
                </a:lnTo>
                <a:lnTo>
                  <a:pt x="38068" y="335809"/>
                </a:lnTo>
                <a:cubicBezTo>
                  <a:pt x="50018" y="347761"/>
                  <a:pt x="54139" y="349410"/>
                  <a:pt x="58259" y="342816"/>
                </a:cubicBezTo>
                <a:cubicBezTo>
                  <a:pt x="62380" y="335809"/>
                  <a:pt x="51254" y="309432"/>
                  <a:pt x="31474" y="279346"/>
                </a:cubicBezTo>
                <a:cubicBezTo>
                  <a:pt x="8398" y="244314"/>
                  <a:pt x="-1492" y="226592"/>
                  <a:pt x="156" y="221647"/>
                </a:cubicBezTo>
                <a:cubicBezTo>
                  <a:pt x="568" y="219586"/>
                  <a:pt x="7162" y="217525"/>
                  <a:pt x="14579" y="217525"/>
                </a:cubicBezTo>
                <a:cubicBezTo>
                  <a:pt x="24881" y="217113"/>
                  <a:pt x="30650" y="219998"/>
                  <a:pt x="38068" y="228653"/>
                </a:cubicBezTo>
                <a:cubicBezTo>
                  <a:pt x="43425" y="235247"/>
                  <a:pt x="47957" y="242254"/>
                  <a:pt x="47957" y="244314"/>
                </a:cubicBezTo>
                <a:cubicBezTo>
                  <a:pt x="47957" y="250496"/>
                  <a:pt x="60320" y="248436"/>
                  <a:pt x="62792" y="242254"/>
                </a:cubicBezTo>
                <a:cubicBezTo>
                  <a:pt x="65677" y="235247"/>
                  <a:pt x="58671" y="221647"/>
                  <a:pt x="45485" y="207222"/>
                </a:cubicBezTo>
                <a:cubicBezTo>
                  <a:pt x="40128" y="201452"/>
                  <a:pt x="35595" y="194445"/>
                  <a:pt x="35595" y="191973"/>
                </a:cubicBezTo>
                <a:cubicBezTo>
                  <a:pt x="35595" y="189088"/>
                  <a:pt x="32298" y="185790"/>
                  <a:pt x="28590" y="184554"/>
                </a:cubicBezTo>
                <a:cubicBezTo>
                  <a:pt x="23645" y="182493"/>
                  <a:pt x="23233" y="180433"/>
                  <a:pt x="26529" y="177136"/>
                </a:cubicBezTo>
                <a:cubicBezTo>
                  <a:pt x="31474" y="172190"/>
                  <a:pt x="41364" y="182081"/>
                  <a:pt x="65265" y="214228"/>
                </a:cubicBezTo>
                <a:cubicBezTo>
                  <a:pt x="72270" y="223707"/>
                  <a:pt x="79687" y="231538"/>
                  <a:pt x="81336" y="231538"/>
                </a:cubicBezTo>
                <a:cubicBezTo>
                  <a:pt x="82984" y="231538"/>
                  <a:pt x="96995" y="243078"/>
                  <a:pt x="111829" y="257503"/>
                </a:cubicBezTo>
                <a:cubicBezTo>
                  <a:pt x="144796" y="288413"/>
                  <a:pt x="150153" y="291710"/>
                  <a:pt x="156334" y="285528"/>
                </a:cubicBezTo>
                <a:cubicBezTo>
                  <a:pt x="160042" y="281819"/>
                  <a:pt x="157158" y="276873"/>
                  <a:pt x="144796" y="265333"/>
                </a:cubicBezTo>
                <a:cubicBezTo>
                  <a:pt x="130785" y="252145"/>
                  <a:pt x="129961" y="250084"/>
                  <a:pt x="136966" y="248848"/>
                </a:cubicBezTo>
                <a:cubicBezTo>
                  <a:pt x="151801" y="245963"/>
                  <a:pt x="151801" y="240605"/>
                  <a:pt x="136554" y="225356"/>
                </a:cubicBezTo>
                <a:cubicBezTo>
                  <a:pt x="122543" y="211755"/>
                  <a:pt x="122131" y="210107"/>
                  <a:pt x="129549" y="208046"/>
                </a:cubicBezTo>
                <a:cubicBezTo>
                  <a:pt x="140263" y="205573"/>
                  <a:pt x="136966" y="195270"/>
                  <a:pt x="123780" y="189912"/>
                </a:cubicBezTo>
                <a:cubicBezTo>
                  <a:pt x="118423" y="188263"/>
                  <a:pt x="113890" y="183730"/>
                  <a:pt x="113890" y="180021"/>
                </a:cubicBezTo>
                <a:cubicBezTo>
                  <a:pt x="113890" y="176723"/>
                  <a:pt x="112241" y="173838"/>
                  <a:pt x="109769" y="173838"/>
                </a:cubicBezTo>
                <a:cubicBezTo>
                  <a:pt x="107709" y="173838"/>
                  <a:pt x="105648" y="172190"/>
                  <a:pt x="105648" y="169717"/>
                </a:cubicBezTo>
                <a:cubicBezTo>
                  <a:pt x="105648" y="167656"/>
                  <a:pt x="109357" y="165596"/>
                  <a:pt x="113890" y="165596"/>
                </a:cubicBezTo>
                <a:cubicBezTo>
                  <a:pt x="118423" y="165596"/>
                  <a:pt x="122131" y="162711"/>
                  <a:pt x="122131" y="159414"/>
                </a:cubicBezTo>
                <a:cubicBezTo>
                  <a:pt x="122131" y="152407"/>
                  <a:pt x="107297" y="143340"/>
                  <a:pt x="101115" y="147049"/>
                </a:cubicBezTo>
                <a:cubicBezTo>
                  <a:pt x="93286" y="151995"/>
                  <a:pt x="63616" y="154056"/>
                  <a:pt x="66089" y="149522"/>
                </a:cubicBezTo>
                <a:cubicBezTo>
                  <a:pt x="67737" y="147049"/>
                  <a:pt x="71446" y="146225"/>
                  <a:pt x="74742" y="147874"/>
                </a:cubicBezTo>
                <a:cubicBezTo>
                  <a:pt x="86281" y="151995"/>
                  <a:pt x="80924" y="137570"/>
                  <a:pt x="66501" y="124794"/>
                </a:cubicBezTo>
                <a:cubicBezTo>
                  <a:pt x="57023" y="116551"/>
                  <a:pt x="52078" y="108720"/>
                  <a:pt x="52078" y="101714"/>
                </a:cubicBezTo>
                <a:cubicBezTo>
                  <a:pt x="52078" y="93883"/>
                  <a:pt x="50018" y="91411"/>
                  <a:pt x="43425" y="91411"/>
                </a:cubicBezTo>
                <a:cubicBezTo>
                  <a:pt x="36419" y="91411"/>
                  <a:pt x="35595" y="93059"/>
                  <a:pt x="38068" y="100890"/>
                </a:cubicBezTo>
                <a:cubicBezTo>
                  <a:pt x="40128" y="107484"/>
                  <a:pt x="35183" y="104187"/>
                  <a:pt x="20348" y="89350"/>
                </a:cubicBezTo>
                <a:cubicBezTo>
                  <a:pt x="-3964" y="65034"/>
                  <a:pt x="-9733" y="55142"/>
                  <a:pt x="-9733" y="37832"/>
                </a:cubicBezTo>
                <a:cubicBezTo>
                  <a:pt x="-9733" y="27941"/>
                  <a:pt x="-7261" y="24232"/>
                  <a:pt x="1393" y="20935"/>
                </a:cubicBezTo>
                <a:cubicBezTo>
                  <a:pt x="15403" y="15577"/>
                  <a:pt x="26529" y="4449"/>
                  <a:pt x="24057" y="-2557"/>
                </a:cubicBezTo>
                <a:cubicBezTo>
                  <a:pt x="23233" y="-5854"/>
                  <a:pt x="26941" y="-7503"/>
                  <a:pt x="35183" y="-7503"/>
                </a:cubicBezTo>
                <a:cubicBezTo>
                  <a:pt x="43012" y="-7503"/>
                  <a:pt x="47545" y="-5442"/>
                  <a:pt x="47133" y="-2557"/>
                </a:cubicBezTo>
                <a:cubicBezTo>
                  <a:pt x="46309" y="-84"/>
                  <a:pt x="49194" y="3213"/>
                  <a:pt x="53314" y="4037"/>
                </a:cubicBezTo>
                <a:cubicBezTo>
                  <a:pt x="75155" y="8570"/>
                  <a:pt x="119659" y="59264"/>
                  <a:pt x="134906" y="96768"/>
                </a:cubicBezTo>
                <a:cubicBezTo>
                  <a:pt x="137378" y="102950"/>
                  <a:pt x="141087" y="107896"/>
                  <a:pt x="143147" y="107896"/>
                </a:cubicBezTo>
                <a:cubicBezTo>
                  <a:pt x="145208" y="107896"/>
                  <a:pt x="146856" y="109545"/>
                  <a:pt x="146856" y="112017"/>
                </a:cubicBezTo>
                <a:cubicBezTo>
                  <a:pt x="146856" y="114078"/>
                  <a:pt x="143559" y="114902"/>
                  <a:pt x="139851" y="113254"/>
                </a:cubicBezTo>
                <a:cubicBezTo>
                  <a:pt x="133670" y="111193"/>
                  <a:pt x="134082" y="112017"/>
                  <a:pt x="140675" y="117375"/>
                </a:cubicBezTo>
                <a:cubicBezTo>
                  <a:pt x="145208" y="120672"/>
                  <a:pt x="150565" y="122733"/>
                  <a:pt x="153037" y="121497"/>
                </a:cubicBezTo>
                <a:cubicBezTo>
                  <a:pt x="155098" y="119848"/>
                  <a:pt x="155922" y="120260"/>
                  <a:pt x="154273" y="121909"/>
                </a:cubicBezTo>
                <a:cubicBezTo>
                  <a:pt x="151389" y="125206"/>
                  <a:pt x="162103" y="153644"/>
                  <a:pt x="167460" y="157353"/>
                </a:cubicBezTo>
                <a:cubicBezTo>
                  <a:pt x="169108" y="158589"/>
                  <a:pt x="176526" y="170129"/>
                  <a:pt x="183943" y="183730"/>
                </a:cubicBezTo>
                <a:cubicBezTo>
                  <a:pt x="193421" y="200215"/>
                  <a:pt x="201662" y="209282"/>
                  <a:pt x="210728" y="213404"/>
                </a:cubicBezTo>
                <a:cubicBezTo>
                  <a:pt x="217733" y="216289"/>
                  <a:pt x="226387" y="221647"/>
                  <a:pt x="229272" y="225356"/>
                </a:cubicBezTo>
                <a:cubicBezTo>
                  <a:pt x="233392" y="230302"/>
                  <a:pt x="235453" y="230714"/>
                  <a:pt x="237925" y="226592"/>
                </a:cubicBezTo>
                <a:cubicBezTo>
                  <a:pt x="240398" y="222883"/>
                  <a:pt x="242458" y="224532"/>
                  <a:pt x="244930" y="231538"/>
                </a:cubicBezTo>
                <a:cubicBezTo>
                  <a:pt x="246991" y="237308"/>
                  <a:pt x="252760" y="245551"/>
                  <a:pt x="257705" y="249672"/>
                </a:cubicBezTo>
                <a:cubicBezTo>
                  <a:pt x="262238" y="254206"/>
                  <a:pt x="266358" y="259563"/>
                  <a:pt x="266358" y="262036"/>
                </a:cubicBezTo>
                <a:cubicBezTo>
                  <a:pt x="266771" y="268630"/>
                  <a:pt x="279545" y="283055"/>
                  <a:pt x="289023" y="286765"/>
                </a:cubicBezTo>
                <a:cubicBezTo>
                  <a:pt x="294380" y="288825"/>
                  <a:pt x="295204" y="290886"/>
                  <a:pt x="292319" y="292122"/>
                </a:cubicBezTo>
                <a:cubicBezTo>
                  <a:pt x="283666" y="295420"/>
                  <a:pt x="286138" y="304899"/>
                  <a:pt x="297264" y="312317"/>
                </a:cubicBezTo>
                <a:cubicBezTo>
                  <a:pt x="303033" y="316027"/>
                  <a:pt x="306742" y="320148"/>
                  <a:pt x="305918" y="321384"/>
                </a:cubicBezTo>
                <a:cubicBezTo>
                  <a:pt x="304682" y="322621"/>
                  <a:pt x="308390" y="329215"/>
                  <a:pt x="314159" y="336221"/>
                </a:cubicBezTo>
                <a:cubicBezTo>
                  <a:pt x="320753" y="343640"/>
                  <a:pt x="323225" y="349410"/>
                  <a:pt x="320341" y="350234"/>
                </a:cubicBezTo>
                <a:cubicBezTo>
                  <a:pt x="311275" y="353119"/>
                  <a:pt x="316220" y="365895"/>
                  <a:pt x="336412" y="391860"/>
                </a:cubicBezTo>
                <a:cubicBezTo>
                  <a:pt x="347950" y="406285"/>
                  <a:pt x="357016" y="419474"/>
                  <a:pt x="357016" y="421534"/>
                </a:cubicBezTo>
                <a:cubicBezTo>
                  <a:pt x="357016" y="423595"/>
                  <a:pt x="364433" y="432662"/>
                  <a:pt x="373499" y="441729"/>
                </a:cubicBezTo>
                <a:cubicBezTo>
                  <a:pt x="392042" y="460275"/>
                  <a:pt x="394927" y="455742"/>
                  <a:pt x="381740" y="428541"/>
                </a:cubicBezTo>
                <a:cubicBezTo>
                  <a:pt x="377207" y="419474"/>
                  <a:pt x="374735" y="410406"/>
                  <a:pt x="375971" y="408346"/>
                </a:cubicBezTo>
                <a:cubicBezTo>
                  <a:pt x="377207" y="406285"/>
                  <a:pt x="371026" y="396806"/>
                  <a:pt x="362373" y="387327"/>
                </a:cubicBezTo>
                <a:cubicBezTo>
                  <a:pt x="353719" y="377435"/>
                  <a:pt x="342181" y="361362"/>
                  <a:pt x="336824" y="351058"/>
                </a:cubicBezTo>
                <a:cubicBezTo>
                  <a:pt x="331467" y="340755"/>
                  <a:pt x="322401" y="327566"/>
                  <a:pt x="316632" y="321384"/>
                </a:cubicBezTo>
                <a:cubicBezTo>
                  <a:pt x="310039" y="314378"/>
                  <a:pt x="307566" y="307784"/>
                  <a:pt x="309215" y="303250"/>
                </a:cubicBezTo>
                <a:cubicBezTo>
                  <a:pt x="310863" y="299129"/>
                  <a:pt x="308802" y="292947"/>
                  <a:pt x="303858" y="287589"/>
                </a:cubicBezTo>
                <a:cubicBezTo>
                  <a:pt x="296852" y="279758"/>
                  <a:pt x="258117" y="208046"/>
                  <a:pt x="258117" y="202276"/>
                </a:cubicBezTo>
                <a:cubicBezTo>
                  <a:pt x="258117" y="198567"/>
                  <a:pt x="279957" y="203100"/>
                  <a:pt x="286138" y="208046"/>
                </a:cubicBezTo>
                <a:cubicBezTo>
                  <a:pt x="288611" y="210107"/>
                  <a:pt x="291083" y="215464"/>
                  <a:pt x="291083" y="219586"/>
                </a:cubicBezTo>
                <a:cubicBezTo>
                  <a:pt x="291083" y="227417"/>
                  <a:pt x="304682" y="237308"/>
                  <a:pt x="308802" y="232774"/>
                </a:cubicBezTo>
                <a:cubicBezTo>
                  <a:pt x="312511" y="229477"/>
                  <a:pt x="301797" y="205985"/>
                  <a:pt x="287787" y="185378"/>
                </a:cubicBezTo>
                <a:cubicBezTo>
                  <a:pt x="275836" y="167656"/>
                  <a:pt x="269243" y="153231"/>
                  <a:pt x="272540" y="153231"/>
                </a:cubicBezTo>
                <a:cubicBezTo>
                  <a:pt x="273776" y="153231"/>
                  <a:pt x="281605" y="156116"/>
                  <a:pt x="290671" y="159826"/>
                </a:cubicBezTo>
                <a:cubicBezTo>
                  <a:pt x="306742" y="166008"/>
                  <a:pt x="316220" y="178372"/>
                  <a:pt x="307978" y="181257"/>
                </a:cubicBezTo>
                <a:cubicBezTo>
                  <a:pt x="300149" y="183730"/>
                  <a:pt x="303033" y="194033"/>
                  <a:pt x="313335" y="200627"/>
                </a:cubicBezTo>
                <a:cubicBezTo>
                  <a:pt x="318692" y="204337"/>
                  <a:pt x="329818" y="207634"/>
                  <a:pt x="338060" y="208458"/>
                </a:cubicBezTo>
                <a:cubicBezTo>
                  <a:pt x="346714" y="209282"/>
                  <a:pt x="355367" y="211755"/>
                  <a:pt x="358252" y="214640"/>
                </a:cubicBezTo>
                <a:cubicBezTo>
                  <a:pt x="360724" y="217113"/>
                  <a:pt x="365257" y="219174"/>
                  <a:pt x="368142" y="219174"/>
                </a:cubicBezTo>
                <a:cubicBezTo>
                  <a:pt x="371026" y="219174"/>
                  <a:pt x="374323" y="223707"/>
                  <a:pt x="375971" y="229477"/>
                </a:cubicBezTo>
                <a:cubicBezTo>
                  <a:pt x="377619" y="236071"/>
                  <a:pt x="383389" y="242254"/>
                  <a:pt x="392042" y="245963"/>
                </a:cubicBezTo>
                <a:cubicBezTo>
                  <a:pt x="409349" y="252969"/>
                  <a:pt x="420063" y="269455"/>
                  <a:pt x="421300" y="289237"/>
                </a:cubicBezTo>
                <a:cubicBezTo>
                  <a:pt x="421712" y="301602"/>
                  <a:pt x="420475" y="305311"/>
                  <a:pt x="414294" y="306959"/>
                </a:cubicBezTo>
                <a:cubicBezTo>
                  <a:pt x="401932" y="310257"/>
                  <a:pt x="404817" y="316851"/>
                  <a:pt x="422948" y="326742"/>
                </a:cubicBezTo>
                <a:cubicBezTo>
                  <a:pt x="432014" y="332100"/>
                  <a:pt x="439431" y="337458"/>
                  <a:pt x="439431" y="339106"/>
                </a:cubicBezTo>
                <a:cubicBezTo>
                  <a:pt x="439431" y="340755"/>
                  <a:pt x="442728" y="342816"/>
                  <a:pt x="446848" y="344052"/>
                </a:cubicBezTo>
                <a:cubicBezTo>
                  <a:pt x="452205" y="345288"/>
                  <a:pt x="450969" y="346937"/>
                  <a:pt x="441079" y="351471"/>
                </a:cubicBezTo>
                <a:cubicBezTo>
                  <a:pt x="430777" y="356004"/>
                  <a:pt x="428717" y="358889"/>
                  <a:pt x="431189" y="365483"/>
                </a:cubicBezTo>
                <a:cubicBezTo>
                  <a:pt x="432838" y="370429"/>
                  <a:pt x="437371" y="376611"/>
                  <a:pt x="441079" y="379496"/>
                </a:cubicBezTo>
                <a:cubicBezTo>
                  <a:pt x="444788" y="382381"/>
                  <a:pt x="447673" y="386915"/>
                  <a:pt x="447673" y="388975"/>
                </a:cubicBezTo>
                <a:cubicBezTo>
                  <a:pt x="447673" y="391036"/>
                  <a:pt x="453030" y="399691"/>
                  <a:pt x="459623" y="407934"/>
                </a:cubicBezTo>
                <a:cubicBezTo>
                  <a:pt x="466216" y="416176"/>
                  <a:pt x="476930" y="432662"/>
                  <a:pt x="483111" y="443790"/>
                </a:cubicBezTo>
                <a:cubicBezTo>
                  <a:pt x="489292" y="455330"/>
                  <a:pt x="499594" y="470579"/>
                  <a:pt x="505776" y="478409"/>
                </a:cubicBezTo>
                <a:cubicBezTo>
                  <a:pt x="511957" y="486240"/>
                  <a:pt x="516490" y="494071"/>
                  <a:pt x="515665" y="495307"/>
                </a:cubicBezTo>
                <a:cubicBezTo>
                  <a:pt x="512781" y="499841"/>
                  <a:pt x="530500" y="540230"/>
                  <a:pt x="547807" y="568256"/>
                </a:cubicBezTo>
                <a:cubicBezTo>
                  <a:pt x="559346" y="586802"/>
                  <a:pt x="562642" y="596281"/>
                  <a:pt x="560582" y="603700"/>
                </a:cubicBezTo>
                <a:cubicBezTo>
                  <a:pt x="557697" y="616476"/>
                  <a:pt x="561818" y="624307"/>
                  <a:pt x="585719" y="652332"/>
                </a:cubicBezTo>
                <a:cubicBezTo>
                  <a:pt x="600553" y="669642"/>
                  <a:pt x="604262" y="676649"/>
                  <a:pt x="602202" y="684067"/>
                </a:cubicBezTo>
                <a:cubicBezTo>
                  <a:pt x="600553" y="691073"/>
                  <a:pt x="603026" y="698080"/>
                  <a:pt x="610443" y="707559"/>
                </a:cubicBezTo>
                <a:cubicBezTo>
                  <a:pt x="616212" y="715390"/>
                  <a:pt x="620745" y="724045"/>
                  <a:pt x="620745" y="727754"/>
                </a:cubicBezTo>
                <a:cubicBezTo>
                  <a:pt x="620745" y="731051"/>
                  <a:pt x="622393" y="734760"/>
                  <a:pt x="624454" y="735997"/>
                </a:cubicBezTo>
                <a:cubicBezTo>
                  <a:pt x="626102" y="737233"/>
                  <a:pt x="628987" y="745888"/>
                  <a:pt x="630635" y="754955"/>
                </a:cubicBezTo>
                <a:cubicBezTo>
                  <a:pt x="631871" y="764022"/>
                  <a:pt x="639289" y="780508"/>
                  <a:pt x="646706" y="791223"/>
                </a:cubicBezTo>
                <a:cubicBezTo>
                  <a:pt x="653711" y="801939"/>
                  <a:pt x="664425" y="818424"/>
                  <a:pt x="669782" y="828316"/>
                </a:cubicBezTo>
                <a:lnTo>
                  <a:pt x="679260" y="846038"/>
                </a:lnTo>
                <a:lnTo>
                  <a:pt x="670194" y="855929"/>
                </a:lnTo>
                <a:cubicBezTo>
                  <a:pt x="662365" y="864172"/>
                  <a:pt x="661541" y="867057"/>
                  <a:pt x="666074" y="872415"/>
                </a:cubicBezTo>
                <a:cubicBezTo>
                  <a:pt x="668958" y="875712"/>
                  <a:pt x="673903" y="878597"/>
                  <a:pt x="677200" y="878597"/>
                </a:cubicBezTo>
                <a:cubicBezTo>
                  <a:pt x="681321" y="878597"/>
                  <a:pt x="682145" y="881070"/>
                  <a:pt x="680496" y="886840"/>
                </a:cubicBezTo>
                <a:cubicBezTo>
                  <a:pt x="678848" y="892610"/>
                  <a:pt x="680908" y="900028"/>
                  <a:pt x="687502" y="908683"/>
                </a:cubicBezTo>
                <a:cubicBezTo>
                  <a:pt x="692859" y="916102"/>
                  <a:pt x="700688" y="928466"/>
                  <a:pt x="704809" y="936709"/>
                </a:cubicBezTo>
                <a:cubicBezTo>
                  <a:pt x="712226" y="951133"/>
                  <a:pt x="729122" y="961025"/>
                  <a:pt x="745605" y="961025"/>
                </a:cubicBezTo>
                <a:cubicBezTo>
                  <a:pt x="755907" y="961025"/>
                  <a:pt x="756319" y="956491"/>
                  <a:pt x="749725" y="932175"/>
                </a:cubicBezTo>
                <a:cubicBezTo>
                  <a:pt x="746017" y="919811"/>
                  <a:pt x="741896" y="897143"/>
                  <a:pt x="740248" y="882306"/>
                </a:cubicBezTo>
                <a:cubicBezTo>
                  <a:pt x="738599" y="867469"/>
                  <a:pt x="735715" y="852632"/>
                  <a:pt x="734066" y="849335"/>
                </a:cubicBezTo>
                <a:cubicBezTo>
                  <a:pt x="724177" y="833674"/>
                  <a:pt x="720880" y="774326"/>
                  <a:pt x="722940" y="664284"/>
                </a:cubicBezTo>
                <a:cubicBezTo>
                  <a:pt x="723765" y="638320"/>
                  <a:pt x="722940" y="606997"/>
                  <a:pt x="721704" y="594633"/>
                </a:cubicBezTo>
                <a:cubicBezTo>
                  <a:pt x="720056" y="577323"/>
                  <a:pt x="720880" y="570729"/>
                  <a:pt x="726237" y="564959"/>
                </a:cubicBezTo>
                <a:cubicBezTo>
                  <a:pt x="732418" y="558365"/>
                  <a:pt x="732006" y="557128"/>
                  <a:pt x="724177" y="552182"/>
                </a:cubicBezTo>
                <a:cubicBezTo>
                  <a:pt x="713463" y="545588"/>
                  <a:pt x="713051" y="532812"/>
                  <a:pt x="723765" y="510968"/>
                </a:cubicBezTo>
                <a:cubicBezTo>
                  <a:pt x="728297" y="501489"/>
                  <a:pt x="732006" y="490774"/>
                  <a:pt x="732006" y="487064"/>
                </a:cubicBezTo>
                <a:cubicBezTo>
                  <a:pt x="732006" y="483355"/>
                  <a:pt x="737775" y="476349"/>
                  <a:pt x="744368" y="471403"/>
                </a:cubicBezTo>
                <a:cubicBezTo>
                  <a:pt x="751786" y="465633"/>
                  <a:pt x="756731" y="458215"/>
                  <a:pt x="756731" y="452445"/>
                </a:cubicBezTo>
                <a:cubicBezTo>
                  <a:pt x="756731" y="447499"/>
                  <a:pt x="760439" y="439668"/>
                  <a:pt x="764972" y="435547"/>
                </a:cubicBezTo>
                <a:cubicBezTo>
                  <a:pt x="769505" y="431426"/>
                  <a:pt x="773214" y="424007"/>
                  <a:pt x="773214" y="419061"/>
                </a:cubicBezTo>
                <a:cubicBezTo>
                  <a:pt x="773214" y="414116"/>
                  <a:pt x="778983" y="405049"/>
                  <a:pt x="785576" y="398454"/>
                </a:cubicBezTo>
                <a:cubicBezTo>
                  <a:pt x="792581" y="391860"/>
                  <a:pt x="797939" y="383205"/>
                  <a:pt x="797939" y="379084"/>
                </a:cubicBezTo>
                <a:cubicBezTo>
                  <a:pt x="797939" y="374962"/>
                  <a:pt x="800823" y="371665"/>
                  <a:pt x="804120" y="371665"/>
                </a:cubicBezTo>
                <a:cubicBezTo>
                  <a:pt x="811537" y="371665"/>
                  <a:pt x="835025" y="348998"/>
                  <a:pt x="835025" y="341579"/>
                </a:cubicBezTo>
                <a:cubicBezTo>
                  <a:pt x="835025" y="338282"/>
                  <a:pt x="840795" y="328391"/>
                  <a:pt x="847800" y="319736"/>
                </a:cubicBezTo>
                <a:cubicBezTo>
                  <a:pt x="854805" y="310669"/>
                  <a:pt x="865107" y="296656"/>
                  <a:pt x="870876" y="287589"/>
                </a:cubicBezTo>
                <a:cubicBezTo>
                  <a:pt x="879942" y="273576"/>
                  <a:pt x="882414" y="272340"/>
                  <a:pt x="893128" y="274400"/>
                </a:cubicBezTo>
                <a:cubicBezTo>
                  <a:pt x="902194" y="276049"/>
                  <a:pt x="910024" y="273988"/>
                  <a:pt x="921562" y="266570"/>
                </a:cubicBezTo>
                <a:cubicBezTo>
                  <a:pt x="930627" y="260800"/>
                  <a:pt x="940517" y="256266"/>
                  <a:pt x="943814" y="256266"/>
                </a:cubicBezTo>
                <a:cubicBezTo>
                  <a:pt x="947111" y="256266"/>
                  <a:pt x="955352" y="249672"/>
                  <a:pt x="961533" y="241841"/>
                </a:cubicBezTo>
                <a:cubicBezTo>
                  <a:pt x="967714" y="234011"/>
                  <a:pt x="974308" y="227417"/>
                  <a:pt x="975544" y="227417"/>
                </a:cubicBezTo>
                <a:cubicBezTo>
                  <a:pt x="977192" y="227417"/>
                  <a:pt x="979665" y="237720"/>
                  <a:pt x="981313" y="250496"/>
                </a:cubicBezTo>
                <a:cubicBezTo>
                  <a:pt x="982961" y="264097"/>
                  <a:pt x="986258" y="273988"/>
                  <a:pt x="989967" y="275637"/>
                </a:cubicBezTo>
                <a:cubicBezTo>
                  <a:pt x="995736" y="277698"/>
                  <a:pt x="1013455" y="261624"/>
                  <a:pt x="1026229" y="242254"/>
                </a:cubicBezTo>
                <a:cubicBezTo>
                  <a:pt x="1034883" y="228653"/>
                  <a:pt x="1041064" y="228653"/>
                  <a:pt x="1041064" y="241429"/>
                </a:cubicBezTo>
                <a:cubicBezTo>
                  <a:pt x="1041064" y="246787"/>
                  <a:pt x="1044361" y="255442"/>
                  <a:pt x="1048894" y="260800"/>
                </a:cubicBezTo>
                <a:cubicBezTo>
                  <a:pt x="1055075" y="268630"/>
                  <a:pt x="1058372" y="269867"/>
                  <a:pt x="1066201" y="266158"/>
                </a:cubicBezTo>
                <a:cubicBezTo>
                  <a:pt x="1071558" y="264097"/>
                  <a:pt x="1082272" y="263273"/>
                  <a:pt x="1090102" y="264509"/>
                </a:cubicBezTo>
                <a:cubicBezTo>
                  <a:pt x="1103700" y="266570"/>
                  <a:pt x="1107821" y="270691"/>
                  <a:pt x="1112766" y="286352"/>
                </a:cubicBezTo>
                <a:cubicBezTo>
                  <a:pt x="1114414" y="290886"/>
                  <a:pt x="1118947" y="295007"/>
                  <a:pt x="1123480" y="296244"/>
                </a:cubicBezTo>
                <a:cubicBezTo>
                  <a:pt x="1135018" y="299129"/>
                  <a:pt x="1133782" y="314790"/>
                  <a:pt x="1121419" y="325506"/>
                </a:cubicBezTo>
                <a:cubicBezTo>
                  <a:pt x="1115650" y="330451"/>
                  <a:pt x="1111117" y="338282"/>
                  <a:pt x="1111117" y="343228"/>
                </a:cubicBezTo>
                <a:cubicBezTo>
                  <a:pt x="1111117" y="356004"/>
                  <a:pt x="1133370" y="374550"/>
                  <a:pt x="1152737" y="377847"/>
                </a:cubicBezTo>
                <a:cubicBezTo>
                  <a:pt x="1162215" y="379496"/>
                  <a:pt x="1176226" y="385266"/>
                  <a:pt x="1184467" y="390624"/>
                </a:cubicBezTo>
                <a:cubicBezTo>
                  <a:pt x="1195181" y="398042"/>
                  <a:pt x="1204247" y="400515"/>
                  <a:pt x="1221142" y="400515"/>
                </a:cubicBezTo>
                <a:cubicBezTo>
                  <a:pt x="1240922" y="400515"/>
                  <a:pt x="1245043" y="402164"/>
                  <a:pt x="1255345" y="412879"/>
                </a:cubicBezTo>
                <a:cubicBezTo>
                  <a:pt x="1268119" y="426480"/>
                  <a:pt x="1278833" y="428541"/>
                  <a:pt x="1285838" y="418649"/>
                </a:cubicBezTo>
                <a:cubicBezTo>
                  <a:pt x="1290371" y="412879"/>
                  <a:pt x="1292019" y="412467"/>
                  <a:pt x="1305206" y="418649"/>
                </a:cubicBezTo>
                <a:cubicBezTo>
                  <a:pt x="1313035" y="422358"/>
                  <a:pt x="1322513" y="427304"/>
                  <a:pt x="1326634" y="430189"/>
                </a:cubicBezTo>
                <a:cubicBezTo>
                  <a:pt x="1332815" y="434723"/>
                  <a:pt x="1334876" y="434311"/>
                  <a:pt x="1341469" y="425656"/>
                </a:cubicBezTo>
                <a:cubicBezTo>
                  <a:pt x="1349298" y="415764"/>
                  <a:pt x="1349298" y="415764"/>
                  <a:pt x="1371138" y="421946"/>
                </a:cubicBezTo>
                <a:cubicBezTo>
                  <a:pt x="1421824" y="437196"/>
                  <a:pt x="1451906" y="433486"/>
                  <a:pt x="1441192" y="413704"/>
                </a:cubicBezTo>
                <a:cubicBezTo>
                  <a:pt x="1438719" y="409170"/>
                  <a:pt x="1438307" y="404636"/>
                  <a:pt x="1439543" y="402988"/>
                </a:cubicBezTo>
                <a:cubicBezTo>
                  <a:pt x="1445312" y="397630"/>
                  <a:pt x="1464680" y="400927"/>
                  <a:pt x="1471685" y="408758"/>
                </a:cubicBezTo>
                <a:cubicBezTo>
                  <a:pt x="1479927" y="417825"/>
                  <a:pt x="1498058" y="419886"/>
                  <a:pt x="1505476" y="412467"/>
                </a:cubicBezTo>
                <a:cubicBezTo>
                  <a:pt x="1510833" y="407109"/>
                  <a:pt x="1525255" y="413291"/>
                  <a:pt x="1528964" y="423183"/>
                </a:cubicBezTo>
                <a:cubicBezTo>
                  <a:pt x="1532261" y="431838"/>
                  <a:pt x="1540914" y="431013"/>
                  <a:pt x="1549980" y="421122"/>
                </a:cubicBezTo>
                <a:cubicBezTo>
                  <a:pt x="1554101" y="416589"/>
                  <a:pt x="1559046" y="414116"/>
                  <a:pt x="1561106" y="415352"/>
                </a:cubicBezTo>
                <a:cubicBezTo>
                  <a:pt x="1563167" y="416589"/>
                  <a:pt x="1570584" y="418649"/>
                  <a:pt x="1577589" y="419886"/>
                </a:cubicBezTo>
                <a:cubicBezTo>
                  <a:pt x="1587067" y="421122"/>
                  <a:pt x="1592836" y="419061"/>
                  <a:pt x="1601078" y="411231"/>
                </a:cubicBezTo>
                <a:cubicBezTo>
                  <a:pt x="1611380" y="401339"/>
                  <a:pt x="1612616" y="400927"/>
                  <a:pt x="1621269" y="407109"/>
                </a:cubicBezTo>
                <a:cubicBezTo>
                  <a:pt x="1627863" y="411643"/>
                  <a:pt x="1635280" y="412879"/>
                  <a:pt x="1645994" y="410819"/>
                </a:cubicBezTo>
                <a:cubicBezTo>
                  <a:pt x="1659181" y="408758"/>
                  <a:pt x="1662889" y="409994"/>
                  <a:pt x="1673191" y="420298"/>
                </a:cubicBezTo>
                <a:cubicBezTo>
                  <a:pt x="1683081" y="431013"/>
                  <a:pt x="1686790" y="432250"/>
                  <a:pt x="1700388" y="430601"/>
                </a:cubicBezTo>
                <a:cubicBezTo>
                  <a:pt x="1713575" y="428541"/>
                  <a:pt x="1716459" y="429777"/>
                  <a:pt x="1718932" y="437196"/>
                </a:cubicBezTo>
                <a:cubicBezTo>
                  <a:pt x="1720992" y="444614"/>
                  <a:pt x="1722641" y="445438"/>
                  <a:pt x="1727585" y="441317"/>
                </a:cubicBezTo>
                <a:cubicBezTo>
                  <a:pt x="1735003" y="435135"/>
                  <a:pt x="1740772" y="440080"/>
                  <a:pt x="1734179" y="446675"/>
                </a:cubicBezTo>
                <a:cubicBezTo>
                  <a:pt x="1725937" y="454918"/>
                  <a:pt x="1728822" y="465221"/>
                  <a:pt x="1742008" y="476349"/>
                </a:cubicBezTo>
                <a:cubicBezTo>
                  <a:pt x="1756019" y="488301"/>
                  <a:pt x="1771266" y="489949"/>
                  <a:pt x="1786925" y="480882"/>
                </a:cubicBezTo>
                <a:cubicBezTo>
                  <a:pt x="1800935" y="472640"/>
                  <a:pt x="1804232" y="473464"/>
                  <a:pt x="1801347" y="482943"/>
                </a:cubicBezTo>
                <a:cubicBezTo>
                  <a:pt x="1798463" y="491598"/>
                  <a:pt x="1802996" y="496544"/>
                  <a:pt x="1838022" y="526218"/>
                </a:cubicBezTo>
                <a:cubicBezTo>
                  <a:pt x="1857802" y="542703"/>
                  <a:pt x="1881702" y="573202"/>
                  <a:pt x="1881702" y="581444"/>
                </a:cubicBezTo>
                <a:cubicBezTo>
                  <a:pt x="1881702" y="583917"/>
                  <a:pt x="1878406" y="585978"/>
                  <a:pt x="1874697" y="585978"/>
                </a:cubicBezTo>
                <a:cubicBezTo>
                  <a:pt x="1866043" y="585978"/>
                  <a:pt x="1826072" y="604112"/>
                  <a:pt x="1822775" y="609470"/>
                </a:cubicBezTo>
                <a:cubicBezTo>
                  <a:pt x="1821539" y="611118"/>
                  <a:pt x="1823599" y="622658"/>
                  <a:pt x="1827308" y="635022"/>
                </a:cubicBezTo>
                <a:cubicBezTo>
                  <a:pt x="1833077" y="653157"/>
                  <a:pt x="1840907" y="663872"/>
                  <a:pt x="1870576" y="694371"/>
                </a:cubicBezTo>
                <a:cubicBezTo>
                  <a:pt x="1908487" y="733112"/>
                  <a:pt x="1915905" y="747124"/>
                  <a:pt x="1883763" y="718687"/>
                </a:cubicBezTo>
                <a:cubicBezTo>
                  <a:pt x="1873049" y="709620"/>
                  <a:pt x="1858626" y="700553"/>
                  <a:pt x="1851621" y="698904"/>
                </a:cubicBezTo>
                <a:cubicBezTo>
                  <a:pt x="1844203" y="697668"/>
                  <a:pt x="1831017" y="692310"/>
                  <a:pt x="1821951" y="687776"/>
                </a:cubicBezTo>
                <a:cubicBezTo>
                  <a:pt x="1803408" y="677885"/>
                  <a:pt x="1778683" y="668406"/>
                  <a:pt x="1772502" y="668406"/>
                </a:cubicBezTo>
                <a:cubicBezTo>
                  <a:pt x="1770441" y="668818"/>
                  <a:pt x="1764260" y="672115"/>
                  <a:pt x="1758903" y="676649"/>
                </a:cubicBezTo>
                <a:cubicBezTo>
                  <a:pt x="1746541" y="686540"/>
                  <a:pt x="1751074" y="696019"/>
                  <a:pt x="1773326" y="707559"/>
                </a:cubicBezTo>
                <a:cubicBezTo>
                  <a:pt x="1783216" y="712917"/>
                  <a:pt x="1789397" y="719099"/>
                  <a:pt x="1790221" y="725281"/>
                </a:cubicBezTo>
                <a:cubicBezTo>
                  <a:pt x="1791045" y="730227"/>
                  <a:pt x="1795990" y="739294"/>
                  <a:pt x="1801759" y="745476"/>
                </a:cubicBezTo>
                <a:cubicBezTo>
                  <a:pt x="1813710" y="758664"/>
                  <a:pt x="1814122" y="761549"/>
                  <a:pt x="1803408" y="764434"/>
                </a:cubicBezTo>
                <a:cubicBezTo>
                  <a:pt x="1793518" y="766907"/>
                  <a:pt x="1792282" y="780508"/>
                  <a:pt x="1801347" y="787926"/>
                </a:cubicBezTo>
                <a:cubicBezTo>
                  <a:pt x="1804644" y="790811"/>
                  <a:pt x="1807528" y="794520"/>
                  <a:pt x="1807528" y="796581"/>
                </a:cubicBezTo>
                <a:cubicBezTo>
                  <a:pt x="1807528" y="802351"/>
                  <a:pt x="1831841" y="836559"/>
                  <a:pt x="1837610" y="838619"/>
                </a:cubicBezTo>
                <a:cubicBezTo>
                  <a:pt x="1840907" y="839856"/>
                  <a:pt x="1846676" y="847686"/>
                  <a:pt x="1850385" y="855929"/>
                </a:cubicBezTo>
                <a:cubicBezTo>
                  <a:pt x="1857390" y="870766"/>
                  <a:pt x="1867280" y="878185"/>
                  <a:pt x="1872225" y="872827"/>
                </a:cubicBezTo>
                <a:cubicBezTo>
                  <a:pt x="1873873" y="871178"/>
                  <a:pt x="1868928" y="857990"/>
                  <a:pt x="1861099" y="843153"/>
                </a:cubicBezTo>
                <a:cubicBezTo>
                  <a:pt x="1853681" y="828728"/>
                  <a:pt x="1848324" y="815540"/>
                  <a:pt x="1849560" y="814715"/>
                </a:cubicBezTo>
                <a:cubicBezTo>
                  <a:pt x="1854505" y="809770"/>
                  <a:pt x="1914669" y="876124"/>
                  <a:pt x="1933212" y="907034"/>
                </a:cubicBezTo>
                <a:cubicBezTo>
                  <a:pt x="1945987" y="928054"/>
                  <a:pt x="1987606" y="975450"/>
                  <a:pt x="1999557" y="982456"/>
                </a:cubicBezTo>
                <a:cubicBezTo>
                  <a:pt x="2011507" y="989462"/>
                  <a:pt x="2013567" y="992759"/>
                  <a:pt x="2013567" y="1006772"/>
                </a:cubicBezTo>
                <a:cubicBezTo>
                  <a:pt x="2013567" y="1019136"/>
                  <a:pt x="2015628" y="1024082"/>
                  <a:pt x="2023457" y="1029028"/>
                </a:cubicBezTo>
                <a:cubicBezTo>
                  <a:pt x="2035819" y="1037271"/>
                  <a:pt x="2046533" y="1059114"/>
                  <a:pt x="2046533" y="1075600"/>
                </a:cubicBezTo>
                <a:cubicBezTo>
                  <a:pt x="2046533" y="1082606"/>
                  <a:pt x="2048594" y="1089612"/>
                  <a:pt x="2050654" y="1090849"/>
                </a:cubicBezTo>
                <a:cubicBezTo>
                  <a:pt x="2057660" y="1094970"/>
                  <a:pt x="2055187" y="1111868"/>
                  <a:pt x="2046946" y="1119286"/>
                </a:cubicBezTo>
                <a:cubicBezTo>
                  <a:pt x="2042001" y="1123820"/>
                  <a:pt x="2037880" y="1134948"/>
                  <a:pt x="2036231" y="1147724"/>
                </a:cubicBezTo>
                <a:cubicBezTo>
                  <a:pt x="2032111" y="1181107"/>
                  <a:pt x="2025930" y="1191411"/>
                  <a:pt x="2004502" y="1202538"/>
                </a:cubicBezTo>
                <a:cubicBezTo>
                  <a:pt x="1993788" y="1207896"/>
                  <a:pt x="1982661" y="1216551"/>
                  <a:pt x="1980189" y="1221497"/>
                </a:cubicBezTo>
                <a:cubicBezTo>
                  <a:pt x="1976068" y="1228915"/>
                  <a:pt x="1976892" y="1231388"/>
                  <a:pt x="1984310" y="1237570"/>
                </a:cubicBezTo>
                <a:cubicBezTo>
                  <a:pt x="1989255" y="1241692"/>
                  <a:pt x="1995024" y="1245401"/>
                  <a:pt x="1997084" y="1246225"/>
                </a:cubicBezTo>
                <a:cubicBezTo>
                  <a:pt x="2003265" y="1248286"/>
                  <a:pt x="1993375" y="1274251"/>
                  <a:pt x="1986782" y="1274251"/>
                </a:cubicBezTo>
                <a:cubicBezTo>
                  <a:pt x="1983898" y="1274251"/>
                  <a:pt x="1978129" y="1279196"/>
                  <a:pt x="1974420" y="1285378"/>
                </a:cubicBezTo>
                <a:cubicBezTo>
                  <a:pt x="1960409" y="1306810"/>
                  <a:pt x="1942690" y="1319174"/>
                  <a:pt x="1923322" y="1321647"/>
                </a:cubicBezTo>
                <a:cubicBezTo>
                  <a:pt x="1913020" y="1323295"/>
                  <a:pt x="1899010" y="1324944"/>
                  <a:pt x="1892004" y="1325768"/>
                </a:cubicBezTo>
                <a:cubicBezTo>
                  <a:pt x="1884999" y="1326592"/>
                  <a:pt x="1875521" y="1332362"/>
                  <a:pt x="1869340" y="1339369"/>
                </a:cubicBezTo>
                <a:cubicBezTo>
                  <a:pt x="1856978" y="1353381"/>
                  <a:pt x="1829781" y="1362449"/>
                  <a:pt x="1809589" y="1358327"/>
                </a:cubicBezTo>
                <a:cubicBezTo>
                  <a:pt x="1797227" y="1356266"/>
                  <a:pt x="1794754" y="1357091"/>
                  <a:pt x="1791457" y="1365746"/>
                </a:cubicBezTo>
                <a:cubicBezTo>
                  <a:pt x="1789397" y="1371103"/>
                  <a:pt x="1785276" y="1377698"/>
                  <a:pt x="1782392" y="1379758"/>
                </a:cubicBezTo>
                <a:cubicBezTo>
                  <a:pt x="1774562" y="1385941"/>
                  <a:pt x="1742420" y="1393359"/>
                  <a:pt x="1725113" y="1393359"/>
                </a:cubicBezTo>
                <a:cubicBezTo>
                  <a:pt x="1717283" y="1392947"/>
                  <a:pt x="1704509" y="1394183"/>
                  <a:pt x="1697092" y="1395832"/>
                </a:cubicBezTo>
                <a:cubicBezTo>
                  <a:pt x="1687614" y="1397893"/>
                  <a:pt x="1680609" y="1396656"/>
                  <a:pt x="1672367" y="1391298"/>
                </a:cubicBezTo>
                <a:cubicBezTo>
                  <a:pt x="1666186" y="1387177"/>
                  <a:pt x="1656296" y="1384292"/>
                  <a:pt x="1650115" y="1385116"/>
                </a:cubicBezTo>
                <a:cubicBezTo>
                  <a:pt x="1643934" y="1385528"/>
                  <a:pt x="1626626" y="1380583"/>
                  <a:pt x="1611792" y="1373576"/>
                </a:cubicBezTo>
                <a:cubicBezTo>
                  <a:pt x="1596545" y="1366570"/>
                  <a:pt x="1580886" y="1360800"/>
                  <a:pt x="1576353" y="1360800"/>
                </a:cubicBezTo>
                <a:cubicBezTo>
                  <a:pt x="1564403" y="1360800"/>
                  <a:pt x="1551628" y="1353381"/>
                  <a:pt x="1539678" y="1339781"/>
                </a:cubicBezTo>
                <a:cubicBezTo>
                  <a:pt x="1532261" y="1331126"/>
                  <a:pt x="1523607" y="1326592"/>
                  <a:pt x="1507948" y="1323707"/>
                </a:cubicBezTo>
                <a:cubicBezTo>
                  <a:pt x="1486932" y="1319998"/>
                  <a:pt x="1426357" y="1294033"/>
                  <a:pt x="1430065" y="1290324"/>
                </a:cubicBezTo>
                <a:cubicBezTo>
                  <a:pt x="1430890" y="1289500"/>
                  <a:pt x="1424296" y="1288263"/>
                  <a:pt x="1415231" y="1287439"/>
                </a:cubicBezTo>
                <a:cubicBezTo>
                  <a:pt x="1406165" y="1287027"/>
                  <a:pt x="1390094" y="1282081"/>
                  <a:pt x="1379792" y="1276311"/>
                </a:cubicBezTo>
                <a:cubicBezTo>
                  <a:pt x="1369078" y="1270954"/>
                  <a:pt x="1348886" y="1261887"/>
                  <a:pt x="1334876" y="1256117"/>
                </a:cubicBezTo>
                <a:cubicBezTo>
                  <a:pt x="1252872" y="1222321"/>
                  <a:pt x="1098755" y="1136184"/>
                  <a:pt x="992851" y="1065296"/>
                </a:cubicBezTo>
                <a:cubicBezTo>
                  <a:pt x="980489" y="1057053"/>
                  <a:pt x="968539" y="1051695"/>
                  <a:pt x="964830" y="1053344"/>
                </a:cubicBezTo>
                <a:cubicBezTo>
                  <a:pt x="961121" y="1054580"/>
                  <a:pt x="954940" y="1063647"/>
                  <a:pt x="950819" y="1073127"/>
                </a:cubicBezTo>
                <a:cubicBezTo>
                  <a:pt x="946698" y="1083018"/>
                  <a:pt x="939281" y="1094558"/>
                  <a:pt x="934336" y="1098679"/>
                </a:cubicBezTo>
                <a:cubicBezTo>
                  <a:pt x="925683" y="1106510"/>
                  <a:pt x="905079" y="1146075"/>
                  <a:pt x="905079" y="1154730"/>
                </a:cubicBezTo>
                <a:cubicBezTo>
                  <a:pt x="905079" y="1157615"/>
                  <a:pt x="901370" y="1165034"/>
                  <a:pt x="896425" y="1171628"/>
                </a:cubicBezTo>
                <a:cubicBezTo>
                  <a:pt x="887771" y="1183992"/>
                  <a:pt x="887359" y="1194708"/>
                  <a:pt x="894777" y="1226855"/>
                </a:cubicBezTo>
                <a:lnTo>
                  <a:pt x="898073" y="1239219"/>
                </a:lnTo>
                <a:lnTo>
                  <a:pt x="880766" y="1222733"/>
                </a:lnTo>
                <a:cubicBezTo>
                  <a:pt x="871700" y="1214078"/>
                  <a:pt x="863871" y="1204599"/>
                  <a:pt x="863871" y="1202126"/>
                </a:cubicBezTo>
                <a:cubicBezTo>
                  <a:pt x="863871" y="1195120"/>
                  <a:pt x="846976" y="1161325"/>
                  <a:pt x="841619" y="1158027"/>
                </a:cubicBezTo>
                <a:cubicBezTo>
                  <a:pt x="839146" y="1156379"/>
                  <a:pt x="834613" y="1155555"/>
                  <a:pt x="831317" y="1156791"/>
                </a:cubicBezTo>
                <a:cubicBezTo>
                  <a:pt x="828432" y="1158027"/>
                  <a:pt x="818542" y="1156791"/>
                  <a:pt x="809889" y="1153906"/>
                </a:cubicBezTo>
                <a:cubicBezTo>
                  <a:pt x="790933" y="1148548"/>
                  <a:pt x="786400" y="1151021"/>
                  <a:pt x="792994" y="1164209"/>
                </a:cubicBezTo>
                <a:cubicBezTo>
                  <a:pt x="795466" y="1169155"/>
                  <a:pt x="800823" y="1182756"/>
                  <a:pt x="804120" y="1193884"/>
                </a:cubicBezTo>
                <a:cubicBezTo>
                  <a:pt x="807828" y="1205423"/>
                  <a:pt x="812361" y="1218200"/>
                  <a:pt x="814422" y="1222733"/>
                </a:cubicBezTo>
                <a:cubicBezTo>
                  <a:pt x="825136" y="1246225"/>
                  <a:pt x="829668" y="1261474"/>
                  <a:pt x="830493" y="1278372"/>
                </a:cubicBezTo>
                <a:cubicBezTo>
                  <a:pt x="830905" y="1288263"/>
                  <a:pt x="832553" y="1297743"/>
                  <a:pt x="834201" y="1298979"/>
                </a:cubicBezTo>
                <a:cubicBezTo>
                  <a:pt x="840795" y="1303513"/>
                  <a:pt x="851509" y="1323707"/>
                  <a:pt x="851509" y="1331126"/>
                </a:cubicBezTo>
                <a:cubicBezTo>
                  <a:pt x="851509" y="1348436"/>
                  <a:pt x="870052" y="1353794"/>
                  <a:pt x="882414" y="1340193"/>
                </a:cubicBezTo>
                <a:cubicBezTo>
                  <a:pt x="886535" y="1335659"/>
                  <a:pt x="892716" y="1331950"/>
                  <a:pt x="896837" y="1331950"/>
                </a:cubicBezTo>
                <a:cubicBezTo>
                  <a:pt x="917441" y="1331950"/>
                  <a:pt x="1034471" y="1376049"/>
                  <a:pt x="1086393" y="1403663"/>
                </a:cubicBezTo>
                <a:cubicBezTo>
                  <a:pt x="1092162" y="1406547"/>
                  <a:pt x="1106997" y="1412317"/>
                  <a:pt x="1119359" y="1416439"/>
                </a:cubicBezTo>
                <a:cubicBezTo>
                  <a:pt x="1131721" y="1420560"/>
                  <a:pt x="1149441" y="1427154"/>
                  <a:pt x="1158506" y="1430864"/>
                </a:cubicBezTo>
                <a:cubicBezTo>
                  <a:pt x="1167572" y="1434985"/>
                  <a:pt x="1199302" y="1446937"/>
                  <a:pt x="1228560" y="1458065"/>
                </a:cubicBezTo>
                <a:cubicBezTo>
                  <a:pt x="1258229" y="1468781"/>
                  <a:pt x="1292844" y="1482793"/>
                  <a:pt x="1306030" y="1489388"/>
                </a:cubicBezTo>
                <a:cubicBezTo>
                  <a:pt x="1319217" y="1495982"/>
                  <a:pt x="1335288" y="1502164"/>
                  <a:pt x="1341057" y="1502988"/>
                </a:cubicBezTo>
                <a:cubicBezTo>
                  <a:pt x="1347238" y="1503812"/>
                  <a:pt x="1366606" y="1509170"/>
                  <a:pt x="1384737" y="1514940"/>
                </a:cubicBezTo>
                <a:cubicBezTo>
                  <a:pt x="1402456" y="1520710"/>
                  <a:pt x="1422236" y="1525656"/>
                  <a:pt x="1428005" y="1525656"/>
                </a:cubicBezTo>
                <a:cubicBezTo>
                  <a:pt x="1434186" y="1525656"/>
                  <a:pt x="1446136" y="1529365"/>
                  <a:pt x="1455202" y="1533899"/>
                </a:cubicBezTo>
                <a:cubicBezTo>
                  <a:pt x="1464268" y="1538432"/>
                  <a:pt x="1476218" y="1542141"/>
                  <a:pt x="1481987" y="1542141"/>
                </a:cubicBezTo>
                <a:cubicBezTo>
                  <a:pt x="1495998" y="1542141"/>
                  <a:pt x="1531437" y="1554093"/>
                  <a:pt x="1540090" y="1561100"/>
                </a:cubicBezTo>
                <a:cubicBezTo>
                  <a:pt x="1547920" y="1568106"/>
                  <a:pt x="1556985" y="1568518"/>
                  <a:pt x="1563167" y="1562336"/>
                </a:cubicBezTo>
                <a:cubicBezTo>
                  <a:pt x="1565639" y="1559863"/>
                  <a:pt x="1578825" y="1557391"/>
                  <a:pt x="1592836" y="1556978"/>
                </a:cubicBezTo>
                <a:cubicBezTo>
                  <a:pt x="1615088" y="1555742"/>
                  <a:pt x="1618797" y="1556566"/>
                  <a:pt x="1622918" y="1564397"/>
                </a:cubicBezTo>
                <a:cubicBezTo>
                  <a:pt x="1625390" y="1568930"/>
                  <a:pt x="1631983" y="1576349"/>
                  <a:pt x="1637340" y="1580470"/>
                </a:cubicBezTo>
                <a:cubicBezTo>
                  <a:pt x="1642285" y="1584592"/>
                  <a:pt x="1646818" y="1592010"/>
                  <a:pt x="1646818" y="1596544"/>
                </a:cubicBezTo>
                <a:cubicBezTo>
                  <a:pt x="1646818" y="1603962"/>
                  <a:pt x="1648467" y="1604787"/>
                  <a:pt x="1664950" y="1602314"/>
                </a:cubicBezTo>
                <a:lnTo>
                  <a:pt x="1683493" y="1599429"/>
                </a:lnTo>
                <a:lnTo>
                  <a:pt x="1684729" y="1615090"/>
                </a:lnTo>
                <a:cubicBezTo>
                  <a:pt x="1685966" y="1630751"/>
                  <a:pt x="1685966" y="1630751"/>
                  <a:pt x="1706569" y="1632812"/>
                </a:cubicBezTo>
                <a:lnTo>
                  <a:pt x="1727173" y="1634873"/>
                </a:lnTo>
                <a:lnTo>
                  <a:pt x="1713987" y="1640643"/>
                </a:lnTo>
                <a:cubicBezTo>
                  <a:pt x="1699152" y="1646825"/>
                  <a:pt x="1696268" y="1659189"/>
                  <a:pt x="1705333" y="1673614"/>
                </a:cubicBezTo>
                <a:cubicBezTo>
                  <a:pt x="1711926" y="1684329"/>
                  <a:pt x="1706982" y="1693397"/>
                  <a:pt x="1690086" y="1700403"/>
                </a:cubicBezTo>
                <a:cubicBezTo>
                  <a:pt x="1676076" y="1706173"/>
                  <a:pt x="1671131" y="1716064"/>
                  <a:pt x="1679784" y="1721422"/>
                </a:cubicBezTo>
                <a:cubicBezTo>
                  <a:pt x="1683081" y="1723483"/>
                  <a:pt x="1700388" y="1755217"/>
                  <a:pt x="1700388" y="1759339"/>
                </a:cubicBezTo>
                <a:cubicBezTo>
                  <a:pt x="1700388" y="1760163"/>
                  <a:pt x="1692971" y="1759339"/>
                  <a:pt x="1683905" y="1758102"/>
                </a:cubicBezTo>
                <a:cubicBezTo>
                  <a:pt x="1669483" y="1755630"/>
                  <a:pt x="1667422" y="1756454"/>
                  <a:pt x="1667422" y="1763460"/>
                </a:cubicBezTo>
                <a:cubicBezTo>
                  <a:pt x="1667422" y="1768406"/>
                  <a:pt x="1671955" y="1773764"/>
                  <a:pt x="1678136" y="1776237"/>
                </a:cubicBezTo>
                <a:cubicBezTo>
                  <a:pt x="1683905" y="1779122"/>
                  <a:pt x="1690086" y="1786128"/>
                  <a:pt x="1692559" y="1792722"/>
                </a:cubicBezTo>
                <a:cubicBezTo>
                  <a:pt x="1694619" y="1798904"/>
                  <a:pt x="1704509" y="1810444"/>
                  <a:pt x="1714399" y="1818275"/>
                </a:cubicBezTo>
                <a:cubicBezTo>
                  <a:pt x="1724289" y="1826105"/>
                  <a:pt x="1735003" y="1837645"/>
                  <a:pt x="1738712" y="1843415"/>
                </a:cubicBezTo>
                <a:cubicBezTo>
                  <a:pt x="1742008" y="1849597"/>
                  <a:pt x="1754783" y="1859077"/>
                  <a:pt x="1767145" y="1864847"/>
                </a:cubicBezTo>
                <a:cubicBezTo>
                  <a:pt x="1784864" y="1873089"/>
                  <a:pt x="1790633" y="1878447"/>
                  <a:pt x="1796402" y="1892048"/>
                </a:cubicBezTo>
                <a:cubicBezTo>
                  <a:pt x="1807528" y="1917188"/>
                  <a:pt x="1840495" y="1954281"/>
                  <a:pt x="1851621" y="1954281"/>
                </a:cubicBezTo>
                <a:cubicBezTo>
                  <a:pt x="1858214" y="1954281"/>
                  <a:pt x="1864807" y="1960051"/>
                  <a:pt x="1873049" y="1972003"/>
                </a:cubicBezTo>
                <a:cubicBezTo>
                  <a:pt x="1880054" y="1981482"/>
                  <a:pt x="1889532" y="1994670"/>
                  <a:pt x="1894477" y="2001265"/>
                </a:cubicBezTo>
                <a:cubicBezTo>
                  <a:pt x="1899834" y="2007859"/>
                  <a:pt x="1903543" y="2018162"/>
                  <a:pt x="1903130" y="2023932"/>
                </a:cubicBezTo>
                <a:cubicBezTo>
                  <a:pt x="1902718" y="2029702"/>
                  <a:pt x="1903955" y="2036709"/>
                  <a:pt x="1905603" y="2038769"/>
                </a:cubicBezTo>
                <a:cubicBezTo>
                  <a:pt x="1909724" y="2044539"/>
                  <a:pt x="1949283" y="2069680"/>
                  <a:pt x="1954640" y="2069680"/>
                </a:cubicBezTo>
                <a:cubicBezTo>
                  <a:pt x="1956701" y="2069680"/>
                  <a:pt x="1962058" y="2073389"/>
                  <a:pt x="1966178" y="2077923"/>
                </a:cubicBezTo>
                <a:cubicBezTo>
                  <a:pt x="1971535" y="2083693"/>
                  <a:pt x="1973184" y="2092760"/>
                  <a:pt x="1973184" y="2112955"/>
                </a:cubicBezTo>
                <a:cubicBezTo>
                  <a:pt x="1973184" y="2136859"/>
                  <a:pt x="1974008" y="2140980"/>
                  <a:pt x="1983898" y="2150047"/>
                </a:cubicBezTo>
                <a:cubicBezTo>
                  <a:pt x="1990079" y="2155817"/>
                  <a:pt x="1996260" y="2160351"/>
                  <a:pt x="1997908" y="2160351"/>
                </a:cubicBezTo>
                <a:cubicBezTo>
                  <a:pt x="1999557" y="2160351"/>
                  <a:pt x="2004089" y="2164884"/>
                  <a:pt x="2007386" y="2170242"/>
                </a:cubicBezTo>
                <a:cubicBezTo>
                  <a:pt x="2013567" y="2179309"/>
                  <a:pt x="2013567" y="2181370"/>
                  <a:pt x="2007798" y="2192910"/>
                </a:cubicBezTo>
                <a:cubicBezTo>
                  <a:pt x="2004089" y="2199504"/>
                  <a:pt x="2001205" y="2209395"/>
                  <a:pt x="2001205" y="2214753"/>
                </a:cubicBezTo>
                <a:cubicBezTo>
                  <a:pt x="2001205" y="2225056"/>
                  <a:pt x="1980189" y="2253494"/>
                  <a:pt x="1957113" y="2274513"/>
                </a:cubicBezTo>
                <a:cubicBezTo>
                  <a:pt x="1941454" y="2289350"/>
                  <a:pt x="1940217" y="2299654"/>
                  <a:pt x="1952168" y="2328091"/>
                </a:cubicBezTo>
                <a:cubicBezTo>
                  <a:pt x="1957525" y="2341280"/>
                  <a:pt x="1957113" y="2342104"/>
                  <a:pt x="1941866" y="2357765"/>
                </a:cubicBezTo>
                <a:cubicBezTo>
                  <a:pt x="1932800" y="2366832"/>
                  <a:pt x="1920026" y="2375487"/>
                  <a:pt x="1913020" y="2377136"/>
                </a:cubicBezTo>
                <a:cubicBezTo>
                  <a:pt x="1906015" y="2378372"/>
                  <a:pt x="1893241" y="2384967"/>
                  <a:pt x="1884587" y="2391149"/>
                </a:cubicBezTo>
                <a:cubicBezTo>
                  <a:pt x="1871813" y="2400628"/>
                  <a:pt x="1866043" y="2402276"/>
                  <a:pt x="1853269" y="2400628"/>
                </a:cubicBezTo>
                <a:cubicBezTo>
                  <a:pt x="1843791" y="2399391"/>
                  <a:pt x="1836374" y="2400216"/>
                  <a:pt x="1834726" y="2403101"/>
                </a:cubicBezTo>
                <a:cubicBezTo>
                  <a:pt x="1830605" y="2409695"/>
                  <a:pt x="1815770" y="2408458"/>
                  <a:pt x="1813298" y="2401452"/>
                </a:cubicBezTo>
                <a:cubicBezTo>
                  <a:pt x="1809589" y="2392385"/>
                  <a:pt x="1798051" y="2396919"/>
                  <a:pt x="1773326" y="2416289"/>
                </a:cubicBezTo>
                <a:cubicBezTo>
                  <a:pt x="1759727" y="2427417"/>
                  <a:pt x="1749013" y="2432363"/>
                  <a:pt x="1740360" y="2432363"/>
                </a:cubicBezTo>
                <a:cubicBezTo>
                  <a:pt x="1732942" y="2432363"/>
                  <a:pt x="1723053" y="2433599"/>
                  <a:pt x="1718108" y="2434835"/>
                </a:cubicBezTo>
                <a:cubicBezTo>
                  <a:pt x="1711514" y="2436484"/>
                  <a:pt x="1706157" y="2434011"/>
                  <a:pt x="1698328" y="2425768"/>
                </a:cubicBezTo>
                <a:close/>
                <a:moveTo>
                  <a:pt x="1537206" y="2116664"/>
                </a:moveTo>
                <a:cubicBezTo>
                  <a:pt x="1547095" y="2112955"/>
                  <a:pt x="1545035" y="2103063"/>
                  <a:pt x="1531437" y="2087402"/>
                </a:cubicBezTo>
                <a:cubicBezTo>
                  <a:pt x="1524843" y="2079983"/>
                  <a:pt x="1519074" y="2069680"/>
                  <a:pt x="1519074" y="2065146"/>
                </a:cubicBezTo>
                <a:cubicBezTo>
                  <a:pt x="1519074" y="2060613"/>
                  <a:pt x="1512069" y="2049485"/>
                  <a:pt x="1503827" y="2039594"/>
                </a:cubicBezTo>
                <a:cubicBezTo>
                  <a:pt x="1495174" y="2030114"/>
                  <a:pt x="1486520" y="2019399"/>
                  <a:pt x="1484048" y="2015690"/>
                </a:cubicBezTo>
                <a:cubicBezTo>
                  <a:pt x="1474570" y="2000028"/>
                  <a:pt x="1462208" y="1983543"/>
                  <a:pt x="1442016" y="1957578"/>
                </a:cubicBezTo>
                <a:cubicBezTo>
                  <a:pt x="1430065" y="1942329"/>
                  <a:pt x="1420176" y="1927492"/>
                  <a:pt x="1420176" y="1924607"/>
                </a:cubicBezTo>
                <a:cubicBezTo>
                  <a:pt x="1420176" y="1921722"/>
                  <a:pt x="1412758" y="1915952"/>
                  <a:pt x="1403692" y="1912243"/>
                </a:cubicBezTo>
                <a:cubicBezTo>
                  <a:pt x="1392154" y="1907297"/>
                  <a:pt x="1387209" y="1902763"/>
                  <a:pt x="1387209" y="1896993"/>
                </a:cubicBezTo>
                <a:cubicBezTo>
                  <a:pt x="1387209" y="1891223"/>
                  <a:pt x="1389682" y="1888338"/>
                  <a:pt x="1395039" y="1888338"/>
                </a:cubicBezTo>
                <a:cubicBezTo>
                  <a:pt x="1413582" y="1888338"/>
                  <a:pt x="1407401" y="1865671"/>
                  <a:pt x="1388034" y="1861137"/>
                </a:cubicBezTo>
                <a:cubicBezTo>
                  <a:pt x="1370314" y="1857428"/>
                  <a:pt x="1358776" y="1850422"/>
                  <a:pt x="1360836" y="1845064"/>
                </a:cubicBezTo>
                <a:cubicBezTo>
                  <a:pt x="1362897" y="1840118"/>
                  <a:pt x="1340233" y="1814153"/>
                  <a:pt x="1333639" y="1814153"/>
                </a:cubicBezTo>
                <a:cubicBezTo>
                  <a:pt x="1331579" y="1814153"/>
                  <a:pt x="1326634" y="1808796"/>
                  <a:pt x="1322513" y="1801789"/>
                </a:cubicBezTo>
                <a:cubicBezTo>
                  <a:pt x="1317568" y="1793134"/>
                  <a:pt x="1310975" y="1788601"/>
                  <a:pt x="1300673" y="1786540"/>
                </a:cubicBezTo>
                <a:cubicBezTo>
                  <a:pt x="1279245" y="1782831"/>
                  <a:pt x="1252872" y="1771291"/>
                  <a:pt x="1152325" y="1723071"/>
                </a:cubicBezTo>
                <a:cubicBezTo>
                  <a:pt x="1114826" y="1704936"/>
                  <a:pt x="1080624" y="1688039"/>
                  <a:pt x="1076503" y="1685566"/>
                </a:cubicBezTo>
                <a:cubicBezTo>
                  <a:pt x="1071970" y="1683505"/>
                  <a:pt x="1054663" y="1674026"/>
                  <a:pt x="1037356" y="1664959"/>
                </a:cubicBezTo>
                <a:cubicBezTo>
                  <a:pt x="1020048" y="1655892"/>
                  <a:pt x="1004389" y="1647237"/>
                  <a:pt x="1001917" y="1645176"/>
                </a:cubicBezTo>
                <a:cubicBezTo>
                  <a:pt x="999856" y="1643528"/>
                  <a:pt x="986258" y="1638170"/>
                  <a:pt x="972247" y="1633636"/>
                </a:cubicBezTo>
                <a:cubicBezTo>
                  <a:pt x="958237" y="1628691"/>
                  <a:pt x="942166" y="1620036"/>
                  <a:pt x="936397" y="1614266"/>
                </a:cubicBezTo>
                <a:cubicBezTo>
                  <a:pt x="921974" y="1600253"/>
                  <a:pt x="908375" y="1601902"/>
                  <a:pt x="903842" y="1618387"/>
                </a:cubicBezTo>
                <a:cubicBezTo>
                  <a:pt x="901782" y="1625394"/>
                  <a:pt x="898485" y="1634048"/>
                  <a:pt x="896425" y="1637758"/>
                </a:cubicBezTo>
                <a:cubicBezTo>
                  <a:pt x="890244" y="1650122"/>
                  <a:pt x="892304" y="1659601"/>
                  <a:pt x="905079" y="1674026"/>
                </a:cubicBezTo>
                <a:cubicBezTo>
                  <a:pt x="918265" y="1690099"/>
                  <a:pt x="920738" y="1703288"/>
                  <a:pt x="911260" y="1711119"/>
                </a:cubicBezTo>
                <a:cubicBezTo>
                  <a:pt x="907551" y="1714416"/>
                  <a:pt x="905079" y="1723483"/>
                  <a:pt x="905079" y="1734610"/>
                </a:cubicBezTo>
                <a:cubicBezTo>
                  <a:pt x="905079" y="1754393"/>
                  <a:pt x="900958" y="1759751"/>
                  <a:pt x="864283" y="1789837"/>
                </a:cubicBezTo>
                <a:cubicBezTo>
                  <a:pt x="843679" y="1806735"/>
                  <a:pt x="842855" y="1819099"/>
                  <a:pt x="862635" y="1817450"/>
                </a:cubicBezTo>
                <a:cubicBezTo>
                  <a:pt x="869228" y="1817038"/>
                  <a:pt x="878706" y="1819511"/>
                  <a:pt x="884475" y="1823220"/>
                </a:cubicBezTo>
                <a:cubicBezTo>
                  <a:pt x="890244" y="1826930"/>
                  <a:pt x="900134" y="1831051"/>
                  <a:pt x="907139" y="1832700"/>
                </a:cubicBezTo>
                <a:cubicBezTo>
                  <a:pt x="913732" y="1833936"/>
                  <a:pt x="921562" y="1837233"/>
                  <a:pt x="924446" y="1839706"/>
                </a:cubicBezTo>
                <a:cubicBezTo>
                  <a:pt x="927331" y="1841767"/>
                  <a:pt x="953704" y="1855367"/>
                  <a:pt x="982961" y="1869792"/>
                </a:cubicBezTo>
                <a:cubicBezTo>
                  <a:pt x="1022933" y="1889163"/>
                  <a:pt x="1037768" y="1899054"/>
                  <a:pt x="1043125" y="1908121"/>
                </a:cubicBezTo>
                <a:cubicBezTo>
                  <a:pt x="1048894" y="1918013"/>
                  <a:pt x="1057135" y="1922546"/>
                  <a:pt x="1083508" y="1931613"/>
                </a:cubicBezTo>
                <a:cubicBezTo>
                  <a:pt x="1102052" y="1937795"/>
                  <a:pt x="1128837" y="1950984"/>
                  <a:pt x="1143672" y="1960875"/>
                </a:cubicBezTo>
                <a:cubicBezTo>
                  <a:pt x="1158506" y="1970766"/>
                  <a:pt x="1174165" y="1979009"/>
                  <a:pt x="1178286" y="1979009"/>
                </a:cubicBezTo>
                <a:cubicBezTo>
                  <a:pt x="1187764" y="1979009"/>
                  <a:pt x="1199302" y="1985191"/>
                  <a:pt x="1221966" y="2002501"/>
                </a:cubicBezTo>
                <a:cubicBezTo>
                  <a:pt x="1235565" y="2012392"/>
                  <a:pt x="1244218" y="2016102"/>
                  <a:pt x="1256169" y="2016102"/>
                </a:cubicBezTo>
                <a:cubicBezTo>
                  <a:pt x="1268119" y="2016102"/>
                  <a:pt x="1276773" y="2019399"/>
                  <a:pt x="1287899" y="2028054"/>
                </a:cubicBezTo>
                <a:cubicBezTo>
                  <a:pt x="1297376" y="2035884"/>
                  <a:pt x="1316744" y="2044127"/>
                  <a:pt x="1338172" y="2049897"/>
                </a:cubicBezTo>
                <a:cubicBezTo>
                  <a:pt x="1368254" y="2058552"/>
                  <a:pt x="1373611" y="2061437"/>
                  <a:pt x="1378556" y="2071741"/>
                </a:cubicBezTo>
                <a:cubicBezTo>
                  <a:pt x="1388034" y="2091523"/>
                  <a:pt x="1407813" y="2102651"/>
                  <a:pt x="1407813" y="2088226"/>
                </a:cubicBezTo>
                <a:cubicBezTo>
                  <a:pt x="1407813" y="2084517"/>
                  <a:pt x="1411522" y="2082044"/>
                  <a:pt x="1417703" y="2082044"/>
                </a:cubicBezTo>
                <a:cubicBezTo>
                  <a:pt x="1423060" y="2082044"/>
                  <a:pt x="1429653" y="2084929"/>
                  <a:pt x="1432538" y="2088226"/>
                </a:cubicBezTo>
                <a:cubicBezTo>
                  <a:pt x="1435422" y="2091523"/>
                  <a:pt x="1441192" y="2094408"/>
                  <a:pt x="1445724" y="2094408"/>
                </a:cubicBezTo>
                <a:cubicBezTo>
                  <a:pt x="1450257" y="2094408"/>
                  <a:pt x="1462208" y="2099354"/>
                  <a:pt x="1472097" y="2105124"/>
                </a:cubicBezTo>
                <a:cubicBezTo>
                  <a:pt x="1484872" y="2112542"/>
                  <a:pt x="1493937" y="2115427"/>
                  <a:pt x="1501767" y="2113779"/>
                </a:cubicBezTo>
                <a:cubicBezTo>
                  <a:pt x="1508360" y="2112542"/>
                  <a:pt x="1515778" y="2112955"/>
                  <a:pt x="1519074" y="2115427"/>
                </a:cubicBezTo>
                <a:cubicBezTo>
                  <a:pt x="1526492" y="2119549"/>
                  <a:pt x="1528552" y="2119961"/>
                  <a:pt x="1537206" y="2116664"/>
                </a:cubicBezTo>
                <a:close/>
                <a:moveTo>
                  <a:pt x="1605610" y="1779122"/>
                </a:moveTo>
                <a:cubicBezTo>
                  <a:pt x="1605610" y="1775824"/>
                  <a:pt x="1602726" y="1772939"/>
                  <a:pt x="1599429" y="1772939"/>
                </a:cubicBezTo>
                <a:cubicBezTo>
                  <a:pt x="1592836" y="1772939"/>
                  <a:pt x="1591188" y="1777885"/>
                  <a:pt x="1596133" y="1782419"/>
                </a:cubicBezTo>
                <a:cubicBezTo>
                  <a:pt x="1600666" y="1787364"/>
                  <a:pt x="1605610" y="1785716"/>
                  <a:pt x="1605610" y="1779122"/>
                </a:cubicBezTo>
                <a:close/>
                <a:moveTo>
                  <a:pt x="1670719" y="1739968"/>
                </a:moveTo>
                <a:cubicBezTo>
                  <a:pt x="1662477" y="1727192"/>
                  <a:pt x="1638577" y="1723895"/>
                  <a:pt x="1638577" y="1735435"/>
                </a:cubicBezTo>
                <a:cubicBezTo>
                  <a:pt x="1638577" y="1739968"/>
                  <a:pt x="1655472" y="1747799"/>
                  <a:pt x="1666598" y="1747799"/>
                </a:cubicBezTo>
                <a:cubicBezTo>
                  <a:pt x="1674840" y="1748211"/>
                  <a:pt x="1675252" y="1747387"/>
                  <a:pt x="1670719" y="1739968"/>
                </a:cubicBezTo>
                <a:close/>
                <a:moveTo>
                  <a:pt x="1519898" y="1310931"/>
                </a:moveTo>
                <a:cubicBezTo>
                  <a:pt x="1513717" y="1304749"/>
                  <a:pt x="1490229" y="1305161"/>
                  <a:pt x="1490229" y="1310931"/>
                </a:cubicBezTo>
                <a:cubicBezTo>
                  <a:pt x="1490229" y="1313404"/>
                  <a:pt x="1497646" y="1314640"/>
                  <a:pt x="1506712" y="1314228"/>
                </a:cubicBezTo>
                <a:cubicBezTo>
                  <a:pt x="1515778" y="1313816"/>
                  <a:pt x="1521547" y="1312580"/>
                  <a:pt x="1519898" y="1310931"/>
                </a:cubicBezTo>
                <a:close/>
                <a:moveTo>
                  <a:pt x="1560694" y="1125881"/>
                </a:moveTo>
                <a:cubicBezTo>
                  <a:pt x="1568936" y="1121347"/>
                  <a:pt x="1571408" y="1107334"/>
                  <a:pt x="1564403" y="1103213"/>
                </a:cubicBezTo>
                <a:cubicBezTo>
                  <a:pt x="1561930" y="1101564"/>
                  <a:pt x="1560282" y="1096619"/>
                  <a:pt x="1560694" y="1091673"/>
                </a:cubicBezTo>
                <a:cubicBezTo>
                  <a:pt x="1562342" y="1076012"/>
                  <a:pt x="1555337" y="1056229"/>
                  <a:pt x="1547920" y="1053756"/>
                </a:cubicBezTo>
                <a:cubicBezTo>
                  <a:pt x="1542975" y="1052108"/>
                  <a:pt x="1539678" y="1045513"/>
                  <a:pt x="1538030" y="1031913"/>
                </a:cubicBezTo>
                <a:cubicBezTo>
                  <a:pt x="1534321" y="1007184"/>
                  <a:pt x="1525255" y="986990"/>
                  <a:pt x="1514953" y="981632"/>
                </a:cubicBezTo>
                <a:cubicBezTo>
                  <a:pt x="1510421" y="979159"/>
                  <a:pt x="1506712" y="973389"/>
                  <a:pt x="1506712" y="968855"/>
                </a:cubicBezTo>
                <a:cubicBezTo>
                  <a:pt x="1506712" y="958964"/>
                  <a:pt x="1490229" y="933824"/>
                  <a:pt x="1478279" y="925581"/>
                </a:cubicBezTo>
                <a:cubicBezTo>
                  <a:pt x="1473334" y="921871"/>
                  <a:pt x="1469625" y="916514"/>
                  <a:pt x="1469625" y="912804"/>
                </a:cubicBezTo>
                <a:cubicBezTo>
                  <a:pt x="1469625" y="909095"/>
                  <a:pt x="1465092" y="900028"/>
                  <a:pt x="1459323" y="892610"/>
                </a:cubicBezTo>
                <a:cubicBezTo>
                  <a:pt x="1453554" y="885191"/>
                  <a:pt x="1449021" y="877773"/>
                  <a:pt x="1449021" y="876536"/>
                </a:cubicBezTo>
                <a:cubicBezTo>
                  <a:pt x="1449021" y="872827"/>
                  <a:pt x="1411934" y="827492"/>
                  <a:pt x="1407401" y="825843"/>
                </a:cubicBezTo>
                <a:cubicBezTo>
                  <a:pt x="1405341" y="825019"/>
                  <a:pt x="1403692" y="820897"/>
                  <a:pt x="1403692" y="816364"/>
                </a:cubicBezTo>
                <a:cubicBezTo>
                  <a:pt x="1403692" y="805648"/>
                  <a:pt x="1364545" y="767731"/>
                  <a:pt x="1340645" y="754955"/>
                </a:cubicBezTo>
                <a:cubicBezTo>
                  <a:pt x="1329931" y="749185"/>
                  <a:pt x="1321277" y="742179"/>
                  <a:pt x="1321277" y="739294"/>
                </a:cubicBezTo>
                <a:cubicBezTo>
                  <a:pt x="1321277" y="730639"/>
                  <a:pt x="1309327" y="728578"/>
                  <a:pt x="1301085" y="735997"/>
                </a:cubicBezTo>
                <a:cubicBezTo>
                  <a:pt x="1294080" y="742179"/>
                  <a:pt x="1292844" y="742179"/>
                  <a:pt x="1282954" y="734348"/>
                </a:cubicBezTo>
                <a:cubicBezTo>
                  <a:pt x="1277185" y="729815"/>
                  <a:pt x="1268531" y="726105"/>
                  <a:pt x="1263174" y="726105"/>
                </a:cubicBezTo>
                <a:cubicBezTo>
                  <a:pt x="1254108" y="726105"/>
                  <a:pt x="1254108" y="725693"/>
                  <a:pt x="1261526" y="720335"/>
                </a:cubicBezTo>
                <a:cubicBezTo>
                  <a:pt x="1268943" y="714977"/>
                  <a:pt x="1268943" y="714565"/>
                  <a:pt x="1259877" y="710032"/>
                </a:cubicBezTo>
                <a:cubicBezTo>
                  <a:pt x="1254933" y="707147"/>
                  <a:pt x="1247927" y="705498"/>
                  <a:pt x="1243806" y="706323"/>
                </a:cubicBezTo>
                <a:cubicBezTo>
                  <a:pt x="1240098" y="706735"/>
                  <a:pt x="1228972" y="703438"/>
                  <a:pt x="1219494" y="698492"/>
                </a:cubicBezTo>
                <a:cubicBezTo>
                  <a:pt x="1209604" y="693134"/>
                  <a:pt x="1199302" y="690249"/>
                  <a:pt x="1196005" y="691486"/>
                </a:cubicBezTo>
                <a:cubicBezTo>
                  <a:pt x="1192709" y="692722"/>
                  <a:pt x="1184467" y="691073"/>
                  <a:pt x="1178286" y="687776"/>
                </a:cubicBezTo>
                <a:cubicBezTo>
                  <a:pt x="1172105" y="684067"/>
                  <a:pt x="1161803" y="680358"/>
                  <a:pt x="1156034" y="679121"/>
                </a:cubicBezTo>
                <a:cubicBezTo>
                  <a:pt x="1150265" y="677885"/>
                  <a:pt x="1139551" y="671291"/>
                  <a:pt x="1132545" y="664284"/>
                </a:cubicBezTo>
                <a:cubicBezTo>
                  <a:pt x="1125128" y="657690"/>
                  <a:pt x="1116887" y="651920"/>
                  <a:pt x="1113590" y="651920"/>
                </a:cubicBezTo>
                <a:cubicBezTo>
                  <a:pt x="1101640" y="651920"/>
                  <a:pt x="1094634" y="657278"/>
                  <a:pt x="1094634" y="666345"/>
                </a:cubicBezTo>
                <a:cubicBezTo>
                  <a:pt x="1094634" y="671703"/>
                  <a:pt x="1090514" y="678709"/>
                  <a:pt x="1084332" y="682418"/>
                </a:cubicBezTo>
                <a:cubicBezTo>
                  <a:pt x="1077327" y="686952"/>
                  <a:pt x="1073206" y="694371"/>
                  <a:pt x="1071558" y="705086"/>
                </a:cubicBezTo>
                <a:cubicBezTo>
                  <a:pt x="1070322" y="713741"/>
                  <a:pt x="1064553" y="726105"/>
                  <a:pt x="1059196" y="732287"/>
                </a:cubicBezTo>
                <a:cubicBezTo>
                  <a:pt x="1052190" y="740530"/>
                  <a:pt x="1049306" y="748773"/>
                  <a:pt x="1049306" y="761961"/>
                </a:cubicBezTo>
                <a:cubicBezTo>
                  <a:pt x="1049306" y="771441"/>
                  <a:pt x="1047657" y="779683"/>
                  <a:pt x="1045185" y="779683"/>
                </a:cubicBezTo>
                <a:cubicBezTo>
                  <a:pt x="1043125" y="779683"/>
                  <a:pt x="1041064" y="785041"/>
                  <a:pt x="1041064" y="791635"/>
                </a:cubicBezTo>
                <a:cubicBezTo>
                  <a:pt x="1041064" y="799878"/>
                  <a:pt x="1037768" y="806060"/>
                  <a:pt x="1029938" y="811830"/>
                </a:cubicBezTo>
                <a:cubicBezTo>
                  <a:pt x="1019636" y="819249"/>
                  <a:pt x="1019224" y="820485"/>
                  <a:pt x="1024581" y="832849"/>
                </a:cubicBezTo>
                <a:cubicBezTo>
                  <a:pt x="1029526" y="844801"/>
                  <a:pt x="1029114" y="846862"/>
                  <a:pt x="1020872" y="855517"/>
                </a:cubicBezTo>
                <a:cubicBezTo>
                  <a:pt x="1016340" y="860463"/>
                  <a:pt x="1012219" y="867881"/>
                  <a:pt x="1012219" y="871178"/>
                </a:cubicBezTo>
                <a:cubicBezTo>
                  <a:pt x="1012219" y="886427"/>
                  <a:pt x="1047245" y="915689"/>
                  <a:pt x="1064965" y="915689"/>
                </a:cubicBezTo>
                <a:cubicBezTo>
                  <a:pt x="1068261" y="915689"/>
                  <a:pt x="1076915" y="919811"/>
                  <a:pt x="1083920" y="925169"/>
                </a:cubicBezTo>
                <a:cubicBezTo>
                  <a:pt x="1090926" y="930526"/>
                  <a:pt x="1118123" y="945776"/>
                  <a:pt x="1144084" y="958964"/>
                </a:cubicBezTo>
                <a:cubicBezTo>
                  <a:pt x="1170045" y="972152"/>
                  <a:pt x="1196005" y="985341"/>
                  <a:pt x="1201775" y="988638"/>
                </a:cubicBezTo>
                <a:cubicBezTo>
                  <a:pt x="1207544" y="991935"/>
                  <a:pt x="1224027" y="1000178"/>
                  <a:pt x="1238861" y="1006772"/>
                </a:cubicBezTo>
                <a:cubicBezTo>
                  <a:pt x="1253696" y="1013779"/>
                  <a:pt x="1285838" y="1029440"/>
                  <a:pt x="1310563" y="1041804"/>
                </a:cubicBezTo>
                <a:cubicBezTo>
                  <a:pt x="1334876" y="1054168"/>
                  <a:pt x="1360424" y="1064060"/>
                  <a:pt x="1366606" y="1064060"/>
                </a:cubicBezTo>
                <a:cubicBezTo>
                  <a:pt x="1372787" y="1064060"/>
                  <a:pt x="1388034" y="1069830"/>
                  <a:pt x="1400808" y="1076424"/>
                </a:cubicBezTo>
                <a:cubicBezTo>
                  <a:pt x="1413582" y="1083430"/>
                  <a:pt x="1428417" y="1088788"/>
                  <a:pt x="1433362" y="1088788"/>
                </a:cubicBezTo>
                <a:cubicBezTo>
                  <a:pt x="1438719" y="1088788"/>
                  <a:pt x="1450669" y="1093322"/>
                  <a:pt x="1460559" y="1099091"/>
                </a:cubicBezTo>
                <a:cubicBezTo>
                  <a:pt x="1470449" y="1104449"/>
                  <a:pt x="1491053" y="1111868"/>
                  <a:pt x="1506300" y="1115165"/>
                </a:cubicBezTo>
                <a:cubicBezTo>
                  <a:pt x="1521959" y="1118050"/>
                  <a:pt x="1538030" y="1122996"/>
                  <a:pt x="1542151" y="1125468"/>
                </a:cubicBezTo>
                <a:cubicBezTo>
                  <a:pt x="1552040" y="1130826"/>
                  <a:pt x="1551216" y="1130826"/>
                  <a:pt x="1560694" y="1125881"/>
                </a:cubicBezTo>
                <a:close/>
                <a:moveTo>
                  <a:pt x="1090514" y="1103213"/>
                </a:moveTo>
                <a:cubicBezTo>
                  <a:pt x="1090514" y="1099916"/>
                  <a:pt x="1056723" y="1079721"/>
                  <a:pt x="1054663" y="1082194"/>
                </a:cubicBezTo>
                <a:cubicBezTo>
                  <a:pt x="1053427" y="1083018"/>
                  <a:pt x="1059608" y="1088788"/>
                  <a:pt x="1068673" y="1094558"/>
                </a:cubicBezTo>
                <a:cubicBezTo>
                  <a:pt x="1083920" y="1104449"/>
                  <a:pt x="1090514" y="1107334"/>
                  <a:pt x="1090514" y="1103213"/>
                </a:cubicBezTo>
                <a:close/>
                <a:moveTo>
                  <a:pt x="1671543" y="796169"/>
                </a:moveTo>
                <a:cubicBezTo>
                  <a:pt x="1671543" y="791635"/>
                  <a:pt x="1668658" y="787926"/>
                  <a:pt x="1665362" y="787926"/>
                </a:cubicBezTo>
                <a:cubicBezTo>
                  <a:pt x="1659181" y="787926"/>
                  <a:pt x="1656708" y="796581"/>
                  <a:pt x="1662065" y="801527"/>
                </a:cubicBezTo>
                <a:cubicBezTo>
                  <a:pt x="1667010" y="806885"/>
                  <a:pt x="1671543" y="804412"/>
                  <a:pt x="1671543" y="796169"/>
                </a:cubicBezTo>
                <a:close/>
                <a:moveTo>
                  <a:pt x="279957" y="567019"/>
                </a:moveTo>
                <a:cubicBezTo>
                  <a:pt x="284078" y="562898"/>
                  <a:pt x="275012" y="548885"/>
                  <a:pt x="268419" y="548885"/>
                </a:cubicBezTo>
                <a:cubicBezTo>
                  <a:pt x="261001" y="548885"/>
                  <a:pt x="260177" y="557540"/>
                  <a:pt x="267183" y="564547"/>
                </a:cubicBezTo>
                <a:cubicBezTo>
                  <a:pt x="272540" y="569904"/>
                  <a:pt x="276248" y="570729"/>
                  <a:pt x="279957" y="567019"/>
                </a:cubicBezTo>
                <a:close/>
                <a:moveTo>
                  <a:pt x="439431" y="547237"/>
                </a:moveTo>
                <a:cubicBezTo>
                  <a:pt x="439431" y="539818"/>
                  <a:pt x="432426" y="535285"/>
                  <a:pt x="427069" y="538582"/>
                </a:cubicBezTo>
                <a:cubicBezTo>
                  <a:pt x="423772" y="540643"/>
                  <a:pt x="424184" y="543115"/>
                  <a:pt x="427481" y="547237"/>
                </a:cubicBezTo>
                <a:cubicBezTo>
                  <a:pt x="433662" y="554655"/>
                  <a:pt x="439431" y="554655"/>
                  <a:pt x="439431" y="547237"/>
                </a:cubicBezTo>
                <a:close/>
                <a:moveTo>
                  <a:pt x="404817" y="477173"/>
                </a:moveTo>
                <a:cubicBezTo>
                  <a:pt x="396987" y="458215"/>
                  <a:pt x="388746" y="456978"/>
                  <a:pt x="394927" y="475937"/>
                </a:cubicBezTo>
                <a:cubicBezTo>
                  <a:pt x="397399" y="482943"/>
                  <a:pt x="401520" y="491598"/>
                  <a:pt x="403992" y="494895"/>
                </a:cubicBezTo>
                <a:cubicBezTo>
                  <a:pt x="410998" y="503962"/>
                  <a:pt x="411410" y="493246"/>
                  <a:pt x="404817" y="477173"/>
                </a:cubicBezTo>
                <a:close/>
                <a:moveTo>
                  <a:pt x="243694" y="441729"/>
                </a:moveTo>
                <a:cubicBezTo>
                  <a:pt x="242458" y="439668"/>
                  <a:pt x="239161" y="437608"/>
                  <a:pt x="237101" y="437608"/>
                </a:cubicBezTo>
                <a:cubicBezTo>
                  <a:pt x="234629" y="437608"/>
                  <a:pt x="234216" y="439668"/>
                  <a:pt x="235453" y="441729"/>
                </a:cubicBezTo>
                <a:cubicBezTo>
                  <a:pt x="236689" y="444202"/>
                  <a:pt x="239986" y="445850"/>
                  <a:pt x="242046" y="445850"/>
                </a:cubicBezTo>
                <a:cubicBezTo>
                  <a:pt x="244518" y="445850"/>
                  <a:pt x="244930" y="444202"/>
                  <a:pt x="243694" y="441729"/>
                </a:cubicBezTo>
                <a:close/>
                <a:moveTo>
                  <a:pt x="422948" y="435135"/>
                </a:moveTo>
                <a:cubicBezTo>
                  <a:pt x="422948" y="428128"/>
                  <a:pt x="413058" y="417001"/>
                  <a:pt x="402756" y="411643"/>
                </a:cubicBezTo>
                <a:cubicBezTo>
                  <a:pt x="384625" y="402576"/>
                  <a:pt x="383801" y="408346"/>
                  <a:pt x="400284" y="424007"/>
                </a:cubicBezTo>
                <a:cubicBezTo>
                  <a:pt x="413470" y="436371"/>
                  <a:pt x="422948" y="441317"/>
                  <a:pt x="422948" y="435135"/>
                </a:cubicBezTo>
                <a:close/>
                <a:moveTo>
                  <a:pt x="221030" y="409170"/>
                </a:moveTo>
                <a:cubicBezTo>
                  <a:pt x="221030" y="399691"/>
                  <a:pt x="215261" y="392272"/>
                  <a:pt x="208256" y="392272"/>
                </a:cubicBezTo>
                <a:cubicBezTo>
                  <a:pt x="199602" y="392272"/>
                  <a:pt x="197954" y="400515"/>
                  <a:pt x="205371" y="407934"/>
                </a:cubicBezTo>
                <a:cubicBezTo>
                  <a:pt x="211140" y="413704"/>
                  <a:pt x="221030" y="414528"/>
                  <a:pt x="221030" y="409170"/>
                </a:cubicBezTo>
                <a:close/>
                <a:moveTo>
                  <a:pt x="204547" y="371665"/>
                </a:moveTo>
                <a:cubicBezTo>
                  <a:pt x="204547" y="366720"/>
                  <a:pt x="193009" y="361362"/>
                  <a:pt x="189712" y="364659"/>
                </a:cubicBezTo>
                <a:cubicBezTo>
                  <a:pt x="186003" y="368368"/>
                  <a:pt x="192185" y="375787"/>
                  <a:pt x="198778" y="375787"/>
                </a:cubicBezTo>
                <a:cubicBezTo>
                  <a:pt x="202074" y="375787"/>
                  <a:pt x="204547" y="373726"/>
                  <a:pt x="204547" y="371665"/>
                </a:cubicBezTo>
                <a:close/>
                <a:moveTo>
                  <a:pt x="398223" y="367956"/>
                </a:moveTo>
                <a:cubicBezTo>
                  <a:pt x="398223" y="358477"/>
                  <a:pt x="392454" y="351058"/>
                  <a:pt x="385861" y="351058"/>
                </a:cubicBezTo>
                <a:cubicBezTo>
                  <a:pt x="376383" y="351058"/>
                  <a:pt x="372674" y="356416"/>
                  <a:pt x="375971" y="365071"/>
                </a:cubicBezTo>
                <a:cubicBezTo>
                  <a:pt x="378444" y="372077"/>
                  <a:pt x="398223" y="374550"/>
                  <a:pt x="398223" y="367956"/>
                </a:cubicBezTo>
                <a:close/>
                <a:moveTo>
                  <a:pt x="1071970" y="332512"/>
                </a:moveTo>
                <a:cubicBezTo>
                  <a:pt x="1071970" y="327979"/>
                  <a:pt x="1069086" y="323857"/>
                  <a:pt x="1065377" y="323033"/>
                </a:cubicBezTo>
                <a:cubicBezTo>
                  <a:pt x="1057959" y="321796"/>
                  <a:pt x="1051778" y="332512"/>
                  <a:pt x="1055899" y="339106"/>
                </a:cubicBezTo>
                <a:cubicBezTo>
                  <a:pt x="1060020" y="346113"/>
                  <a:pt x="1071970" y="341167"/>
                  <a:pt x="1071970" y="332512"/>
                </a:cubicBezTo>
                <a:close/>
                <a:moveTo>
                  <a:pt x="101527" y="295832"/>
                </a:moveTo>
                <a:cubicBezTo>
                  <a:pt x="101527" y="292947"/>
                  <a:pt x="98643" y="288001"/>
                  <a:pt x="95346" y="285116"/>
                </a:cubicBezTo>
                <a:cubicBezTo>
                  <a:pt x="90401" y="280995"/>
                  <a:pt x="89165" y="281407"/>
                  <a:pt x="89165" y="288001"/>
                </a:cubicBezTo>
                <a:cubicBezTo>
                  <a:pt x="89165" y="292535"/>
                  <a:pt x="90401" y="297480"/>
                  <a:pt x="92050" y="298717"/>
                </a:cubicBezTo>
                <a:cubicBezTo>
                  <a:pt x="96583" y="303662"/>
                  <a:pt x="101527" y="302014"/>
                  <a:pt x="101527" y="295832"/>
                </a:cubicBezTo>
                <a:close/>
                <a:moveTo>
                  <a:pt x="148504" y="163535"/>
                </a:moveTo>
                <a:cubicBezTo>
                  <a:pt x="145620" y="156941"/>
                  <a:pt x="138614" y="154880"/>
                  <a:pt x="138614" y="161062"/>
                </a:cubicBezTo>
                <a:cubicBezTo>
                  <a:pt x="138614" y="164359"/>
                  <a:pt x="141499" y="166420"/>
                  <a:pt x="149741" y="169305"/>
                </a:cubicBezTo>
                <a:cubicBezTo>
                  <a:pt x="150153" y="169717"/>
                  <a:pt x="149741" y="166832"/>
                  <a:pt x="148504" y="163535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671C786E-5858-4FC9-DBF6-78A63B8A5BB8}"/>
              </a:ext>
            </a:extLst>
          </p:cNvPr>
          <p:cNvSpPr/>
          <p:nvPr/>
        </p:nvSpPr>
        <p:spPr>
          <a:xfrm flipV="1">
            <a:off x="5524667" y="2704095"/>
            <a:ext cx="46642" cy="45719"/>
          </a:xfrm>
          <a:custGeom>
            <a:avLst/>
            <a:gdLst>
              <a:gd name="csX0" fmla="*/ -8887 w 6100"/>
              <a:gd name="csY0" fmla="*/ -2625 h 10874"/>
              <a:gd name="csX1" fmla="*/ -9711 w 6100"/>
              <a:gd name="csY1" fmla="*/ -8807 h 10874"/>
              <a:gd name="csX2" fmla="*/ -5590 w 6100"/>
              <a:gd name="csY2" fmla="*/ -4274 h 10874"/>
              <a:gd name="csX3" fmla="*/ -8887 w 6100"/>
              <a:gd name="csY3" fmla="*/ -2625 h 108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100" h="10874">
                <a:moveTo>
                  <a:pt x="-8887" y="-2625"/>
                </a:moveTo>
                <a:cubicBezTo>
                  <a:pt x="-10535" y="-5098"/>
                  <a:pt x="-10947" y="-7571"/>
                  <a:pt x="-9711" y="-8807"/>
                </a:cubicBezTo>
                <a:cubicBezTo>
                  <a:pt x="-8887" y="-10044"/>
                  <a:pt x="-6826" y="-7983"/>
                  <a:pt x="-5590" y="-4274"/>
                </a:cubicBezTo>
                <a:cubicBezTo>
                  <a:pt x="-2706" y="2732"/>
                  <a:pt x="-5178" y="3969"/>
                  <a:pt x="-8887" y="-2625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009E069-96A2-4B64-36E8-DA983CFE883D}"/>
              </a:ext>
            </a:extLst>
          </p:cNvPr>
          <p:cNvSpPr/>
          <p:nvPr/>
        </p:nvSpPr>
        <p:spPr>
          <a:xfrm flipV="1">
            <a:off x="10270343" y="3089668"/>
            <a:ext cx="46642" cy="45719"/>
          </a:xfrm>
          <a:custGeom>
            <a:avLst/>
            <a:gdLst>
              <a:gd name="csX0" fmla="*/ -8026 w 36224"/>
              <a:gd name="csY0" fmla="*/ 15429 h 27659"/>
              <a:gd name="csX1" fmla="*/ -14207 w 36224"/>
              <a:gd name="csY1" fmla="*/ 11308 h 27659"/>
              <a:gd name="csX2" fmla="*/ -20389 w 36224"/>
              <a:gd name="csY2" fmla="*/ 5538 h 27659"/>
              <a:gd name="csX3" fmla="*/ 1864 w 36224"/>
              <a:gd name="csY3" fmla="*/ -7651 h 27659"/>
              <a:gd name="csX4" fmla="*/ 12166 w 36224"/>
              <a:gd name="csY4" fmla="*/ 15841 h 27659"/>
              <a:gd name="csX5" fmla="*/ -8026 w 36224"/>
              <a:gd name="csY5" fmla="*/ 15429 h 276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224" h="27659">
                <a:moveTo>
                  <a:pt x="-8026" y="15429"/>
                </a:moveTo>
                <a:cubicBezTo>
                  <a:pt x="-8026" y="13368"/>
                  <a:pt x="-10911" y="11308"/>
                  <a:pt x="-14207" y="11308"/>
                </a:cubicBezTo>
                <a:cubicBezTo>
                  <a:pt x="-17504" y="11308"/>
                  <a:pt x="-20389" y="8835"/>
                  <a:pt x="-20389" y="5538"/>
                </a:cubicBezTo>
                <a:cubicBezTo>
                  <a:pt x="-20389" y="-3529"/>
                  <a:pt x="-8850" y="-10536"/>
                  <a:pt x="1864" y="-7651"/>
                </a:cubicBezTo>
                <a:cubicBezTo>
                  <a:pt x="13814" y="-4766"/>
                  <a:pt x="20407" y="10483"/>
                  <a:pt x="12166" y="15841"/>
                </a:cubicBezTo>
                <a:cubicBezTo>
                  <a:pt x="4336" y="20787"/>
                  <a:pt x="-8026" y="20375"/>
                  <a:pt x="-8026" y="15429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DEC909F0-5252-C00C-EE29-99E79399FD0B}"/>
              </a:ext>
            </a:extLst>
          </p:cNvPr>
          <p:cNvSpPr/>
          <p:nvPr/>
        </p:nvSpPr>
        <p:spPr>
          <a:xfrm flipV="1">
            <a:off x="8351994" y="3046383"/>
            <a:ext cx="46642" cy="45719"/>
          </a:xfrm>
          <a:custGeom>
            <a:avLst/>
            <a:gdLst>
              <a:gd name="csX0" fmla="*/ -13481 w 10915"/>
              <a:gd name="csY0" fmla="*/ -4136 h 7830"/>
              <a:gd name="csX1" fmla="*/ -14717 w 10915"/>
              <a:gd name="csY1" fmla="*/ -8257 h 7830"/>
              <a:gd name="csX2" fmla="*/ -7300 w 10915"/>
              <a:gd name="csY2" fmla="*/ -4136 h 7830"/>
              <a:gd name="csX3" fmla="*/ -13481 w 10915"/>
              <a:gd name="csY3" fmla="*/ -4136 h 78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915" h="7830">
                <a:moveTo>
                  <a:pt x="-13481" y="-4136"/>
                </a:moveTo>
                <a:cubicBezTo>
                  <a:pt x="-17190" y="-6609"/>
                  <a:pt x="-17602" y="-8257"/>
                  <a:pt x="-14717" y="-8257"/>
                </a:cubicBezTo>
                <a:cubicBezTo>
                  <a:pt x="-12245" y="-8257"/>
                  <a:pt x="-8536" y="-6197"/>
                  <a:pt x="-7300" y="-4136"/>
                </a:cubicBezTo>
                <a:cubicBezTo>
                  <a:pt x="-4003" y="810"/>
                  <a:pt x="-5651" y="810"/>
                  <a:pt x="-13481" y="-4136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89A83F6-728D-B4C2-1A7B-EC58A2B14A3B}"/>
              </a:ext>
            </a:extLst>
          </p:cNvPr>
          <p:cNvSpPr/>
          <p:nvPr/>
        </p:nvSpPr>
        <p:spPr>
          <a:xfrm flipV="1">
            <a:off x="8327269" y="3058747"/>
            <a:ext cx="46642" cy="45719"/>
          </a:xfrm>
          <a:custGeom>
            <a:avLst/>
            <a:gdLst>
              <a:gd name="csX0" fmla="*/ -13427 w 10915"/>
              <a:gd name="csY0" fmla="*/ -4103 h 7830"/>
              <a:gd name="csX1" fmla="*/ -14663 w 10915"/>
              <a:gd name="csY1" fmla="*/ -8224 h 7830"/>
              <a:gd name="csX2" fmla="*/ -7246 w 10915"/>
              <a:gd name="csY2" fmla="*/ -4103 h 7830"/>
              <a:gd name="csX3" fmla="*/ -13427 w 10915"/>
              <a:gd name="csY3" fmla="*/ -4103 h 78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915" h="7830">
                <a:moveTo>
                  <a:pt x="-13427" y="-4103"/>
                </a:moveTo>
                <a:cubicBezTo>
                  <a:pt x="-17136" y="-6576"/>
                  <a:pt x="-17548" y="-8224"/>
                  <a:pt x="-14663" y="-8224"/>
                </a:cubicBezTo>
                <a:cubicBezTo>
                  <a:pt x="-12191" y="-8224"/>
                  <a:pt x="-8482" y="-6164"/>
                  <a:pt x="-7246" y="-4103"/>
                </a:cubicBezTo>
                <a:cubicBezTo>
                  <a:pt x="-3949" y="843"/>
                  <a:pt x="-5597" y="843"/>
                  <a:pt x="-13427" y="-4103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06147D7D-C2A3-AD3E-0917-903BC018F783}"/>
              </a:ext>
            </a:extLst>
          </p:cNvPr>
          <p:cNvSpPr/>
          <p:nvPr/>
        </p:nvSpPr>
        <p:spPr>
          <a:xfrm flipV="1">
            <a:off x="9730523" y="3164432"/>
            <a:ext cx="46642" cy="45719"/>
          </a:xfrm>
          <a:custGeom>
            <a:avLst/>
            <a:gdLst>
              <a:gd name="csX0" fmla="*/ -19191 w 19529"/>
              <a:gd name="csY0" fmla="*/ -4373 h 7481"/>
              <a:gd name="csX1" fmla="*/ -4769 w 19529"/>
              <a:gd name="csY1" fmla="*/ -4373 h 7481"/>
              <a:gd name="csX2" fmla="*/ -7653 w 19529"/>
              <a:gd name="csY2" fmla="*/ -664 h 7481"/>
              <a:gd name="csX3" fmla="*/ -19191 w 19529"/>
              <a:gd name="csY3" fmla="*/ -4373 h 7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529" h="7481">
                <a:moveTo>
                  <a:pt x="-19191" y="-4373"/>
                </a:moveTo>
                <a:cubicBezTo>
                  <a:pt x="-19191" y="-9319"/>
                  <a:pt x="-15895" y="-9319"/>
                  <a:pt x="-4769" y="-4373"/>
                </a:cubicBezTo>
                <a:cubicBezTo>
                  <a:pt x="2649" y="-1076"/>
                  <a:pt x="2237" y="-664"/>
                  <a:pt x="-7653" y="-664"/>
                </a:cubicBezTo>
                <a:cubicBezTo>
                  <a:pt x="-14246" y="-251"/>
                  <a:pt x="-19191" y="-1900"/>
                  <a:pt x="-19191" y="-4373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1E88399E-6BA3-15A9-38AE-8BFF1F5668A0}"/>
              </a:ext>
            </a:extLst>
          </p:cNvPr>
          <p:cNvSpPr/>
          <p:nvPr/>
        </p:nvSpPr>
        <p:spPr>
          <a:xfrm flipV="1">
            <a:off x="6959482" y="2430226"/>
            <a:ext cx="763795" cy="587783"/>
          </a:xfrm>
          <a:custGeom>
            <a:avLst/>
            <a:gdLst>
              <a:gd name="csX0" fmla="*/ 1095427 w 1483420"/>
              <a:gd name="csY0" fmla="*/ 1435558 h 1443589"/>
              <a:gd name="csX1" fmla="*/ 1074823 w 1483420"/>
              <a:gd name="csY1" fmla="*/ 1425667 h 1443589"/>
              <a:gd name="csX2" fmla="*/ 1010951 w 1483420"/>
              <a:gd name="csY2" fmla="*/ 1400938 h 1443589"/>
              <a:gd name="csX3" fmla="*/ 914937 w 1483420"/>
              <a:gd name="csY3" fmla="*/ 1361373 h 1443589"/>
              <a:gd name="csX4" fmla="*/ 868784 w 1483420"/>
              <a:gd name="csY4" fmla="*/ 1341178 h 1443589"/>
              <a:gd name="csX5" fmla="*/ 858482 w 1483420"/>
              <a:gd name="csY5" fmla="*/ 1337057 h 1443589"/>
              <a:gd name="csX6" fmla="*/ 826340 w 1483420"/>
              <a:gd name="csY6" fmla="*/ 1318098 h 1443589"/>
              <a:gd name="csX7" fmla="*/ 558077 w 1483420"/>
              <a:gd name="csY7" fmla="*/ 1125629 h 1443589"/>
              <a:gd name="csX8" fmla="*/ 430333 w 1483420"/>
              <a:gd name="csY8" fmla="*/ 983441 h 1443589"/>
              <a:gd name="csX9" fmla="*/ 394483 w 1483420"/>
              <a:gd name="csY9" fmla="*/ 955004 h 1443589"/>
              <a:gd name="csX10" fmla="*/ 389950 w 1483420"/>
              <a:gd name="csY10" fmla="*/ 994981 h 1443589"/>
              <a:gd name="csX11" fmla="*/ 384181 w 1483420"/>
              <a:gd name="csY11" fmla="*/ 1081530 h 1443589"/>
              <a:gd name="csX12" fmla="*/ 378824 w 1483420"/>
              <a:gd name="csY12" fmla="*/ 1156540 h 1443589"/>
              <a:gd name="csX13" fmla="*/ 388714 w 1483420"/>
              <a:gd name="csY13" fmla="*/ 1217536 h 1443589"/>
              <a:gd name="csX14" fmla="*/ 399428 w 1483420"/>
              <a:gd name="csY14" fmla="*/ 1238968 h 1443589"/>
              <a:gd name="csX15" fmla="*/ 450937 w 1483420"/>
              <a:gd name="csY15" fmla="*/ 1321808 h 1443589"/>
              <a:gd name="csX16" fmla="*/ 458767 w 1483420"/>
              <a:gd name="csY16" fmla="*/ 1342827 h 1443589"/>
              <a:gd name="csX17" fmla="*/ 467420 w 1483420"/>
              <a:gd name="csY17" fmla="*/ 1363434 h 1443589"/>
              <a:gd name="csX18" fmla="*/ 480195 w 1483420"/>
              <a:gd name="csY18" fmla="*/ 1380744 h 1443589"/>
              <a:gd name="csX19" fmla="*/ 408081 w 1483420"/>
              <a:gd name="csY19" fmla="*/ 1347360 h 1443589"/>
              <a:gd name="csX20" fmla="*/ 364401 w 1483420"/>
              <a:gd name="csY20" fmla="*/ 1331287 h 1443589"/>
              <a:gd name="csX21" fmla="*/ 275392 w 1483420"/>
              <a:gd name="csY21" fmla="*/ 1284303 h 1443589"/>
              <a:gd name="csX22" fmla="*/ 250668 w 1483420"/>
              <a:gd name="csY22" fmla="*/ 1264520 h 1443589"/>
              <a:gd name="csX23" fmla="*/ 186796 w 1483420"/>
              <a:gd name="csY23" fmla="*/ 1189511 h 1443589"/>
              <a:gd name="csX24" fmla="*/ 171549 w 1483420"/>
              <a:gd name="csY24" fmla="*/ 1165195 h 1443589"/>
              <a:gd name="csX25" fmla="*/ 160010 w 1483420"/>
              <a:gd name="csY25" fmla="*/ 1145824 h 1443589"/>
              <a:gd name="csX26" fmla="*/ 147648 w 1483420"/>
              <a:gd name="csY26" fmla="*/ 1117799 h 1443589"/>
              <a:gd name="csX27" fmla="*/ 135286 w 1483420"/>
              <a:gd name="csY27" fmla="*/ 1087300 h 1443589"/>
              <a:gd name="csX28" fmla="*/ 110149 w 1483420"/>
              <a:gd name="csY28" fmla="*/ 1032074 h 1443589"/>
              <a:gd name="csX29" fmla="*/ 106440 w 1483420"/>
              <a:gd name="csY29" fmla="*/ 1022594 h 1443589"/>
              <a:gd name="csX30" fmla="*/ 100671 w 1483420"/>
              <a:gd name="csY30" fmla="*/ 1005285 h 1443589"/>
              <a:gd name="csX31" fmla="*/ 61112 w 1483420"/>
              <a:gd name="csY31" fmla="*/ 854854 h 1443589"/>
              <a:gd name="csX32" fmla="*/ 39272 w 1483420"/>
              <a:gd name="csY32" fmla="*/ 768717 h 1443589"/>
              <a:gd name="csX33" fmla="*/ 33503 w 1483420"/>
              <a:gd name="csY33" fmla="*/ 748110 h 1443589"/>
              <a:gd name="csX34" fmla="*/ 31030 w 1483420"/>
              <a:gd name="csY34" fmla="*/ 714726 h 1443589"/>
              <a:gd name="csX35" fmla="*/ 24437 w 1483420"/>
              <a:gd name="csY35" fmla="*/ 686701 h 1443589"/>
              <a:gd name="csX36" fmla="*/ 22377 w 1483420"/>
              <a:gd name="csY36" fmla="*/ 666094 h 1443589"/>
              <a:gd name="csX37" fmla="*/ 24437 w 1483420"/>
              <a:gd name="csY37" fmla="*/ 586963 h 1443589"/>
              <a:gd name="csX38" fmla="*/ 17844 w 1483420"/>
              <a:gd name="csY38" fmla="*/ 512366 h 1443589"/>
              <a:gd name="csX39" fmla="*/ 11663 w 1483420"/>
              <a:gd name="csY39" fmla="*/ 500002 h 1443589"/>
              <a:gd name="csX40" fmla="*/ 38860 w 1483420"/>
              <a:gd name="csY40" fmla="*/ 456315 h 1443589"/>
              <a:gd name="csX41" fmla="*/ 38448 w 1483420"/>
              <a:gd name="csY41" fmla="*/ 424580 h 1443589"/>
              <a:gd name="csX42" fmla="*/ 24025 w 1483420"/>
              <a:gd name="csY42" fmla="*/ 407270 h 1443589"/>
              <a:gd name="csX43" fmla="*/ 13311 w 1483420"/>
              <a:gd name="csY43" fmla="*/ 397379 h 1443589"/>
              <a:gd name="csX44" fmla="*/ -4408 w 1483420"/>
              <a:gd name="csY44" fmla="*/ 372238 h 1443589"/>
              <a:gd name="csX45" fmla="*/ 3421 w 1483420"/>
              <a:gd name="csY45" fmla="*/ 364408 h 1443589"/>
              <a:gd name="csX46" fmla="*/ 21964 w 1483420"/>
              <a:gd name="csY46" fmla="*/ 349983 h 1443589"/>
              <a:gd name="csX47" fmla="*/ 45041 w 1483420"/>
              <a:gd name="csY47" fmla="*/ 333497 h 1443589"/>
              <a:gd name="csX48" fmla="*/ 65233 w 1483420"/>
              <a:gd name="csY48" fmla="*/ 298878 h 1443589"/>
              <a:gd name="csX49" fmla="*/ 79655 w 1483420"/>
              <a:gd name="csY49" fmla="*/ 274149 h 1443589"/>
              <a:gd name="csX50" fmla="*/ 94078 w 1483420"/>
              <a:gd name="csY50" fmla="*/ 251894 h 1443589"/>
              <a:gd name="csX51" fmla="*/ 101083 w 1483420"/>
              <a:gd name="csY51" fmla="*/ 230462 h 1443589"/>
              <a:gd name="csX52" fmla="*/ 121275 w 1483420"/>
              <a:gd name="csY52" fmla="*/ 216038 h 1443589"/>
              <a:gd name="csX53" fmla="*/ 149296 w 1483420"/>
              <a:gd name="csY53" fmla="*/ 195431 h 1443589"/>
              <a:gd name="csX54" fmla="*/ 174433 w 1483420"/>
              <a:gd name="csY54" fmla="*/ 165757 h 1443589"/>
              <a:gd name="csX55" fmla="*/ 184735 w 1483420"/>
              <a:gd name="csY55" fmla="*/ 151332 h 1443589"/>
              <a:gd name="csX56" fmla="*/ 247783 w 1483420"/>
              <a:gd name="csY56" fmla="*/ 67667 h 1443589"/>
              <a:gd name="csX57" fmla="*/ 268387 w 1483420"/>
              <a:gd name="csY57" fmla="*/ 55303 h 1443589"/>
              <a:gd name="csX58" fmla="*/ 302177 w 1483420"/>
              <a:gd name="csY58" fmla="*/ 51182 h 1443589"/>
              <a:gd name="csX59" fmla="*/ 314952 w 1483420"/>
              <a:gd name="csY59" fmla="*/ 59425 h 1443589"/>
              <a:gd name="csX60" fmla="*/ 333083 w 1483420"/>
              <a:gd name="csY60" fmla="*/ 32635 h 1443589"/>
              <a:gd name="csX61" fmla="*/ 343385 w 1483420"/>
              <a:gd name="csY61" fmla="*/ 14089 h 1443589"/>
              <a:gd name="csX62" fmla="*/ 403548 w 1483420"/>
              <a:gd name="csY62" fmla="*/ 20683 h 1443589"/>
              <a:gd name="csX63" fmla="*/ 417971 w 1483420"/>
              <a:gd name="csY63" fmla="*/ 35108 h 1443589"/>
              <a:gd name="csX64" fmla="*/ 433630 w 1483420"/>
              <a:gd name="csY64" fmla="*/ 24393 h 1443589"/>
              <a:gd name="csX65" fmla="*/ 476898 w 1483420"/>
              <a:gd name="csY65" fmla="*/ 13677 h 1443589"/>
              <a:gd name="csX66" fmla="*/ 475662 w 1483420"/>
              <a:gd name="csY66" fmla="*/ 26866 h 1443589"/>
              <a:gd name="csX67" fmla="*/ 469069 w 1483420"/>
              <a:gd name="csY67" fmla="*/ 43763 h 1443589"/>
              <a:gd name="csX68" fmla="*/ 496678 w 1483420"/>
              <a:gd name="csY68" fmla="*/ 57364 h 1443589"/>
              <a:gd name="csX69" fmla="*/ 518518 w 1483420"/>
              <a:gd name="csY69" fmla="*/ 82504 h 1443589"/>
              <a:gd name="csX70" fmla="*/ 508628 w 1483420"/>
              <a:gd name="csY70" fmla="*/ 104348 h 1443589"/>
              <a:gd name="csX71" fmla="*/ 510688 w 1483420"/>
              <a:gd name="csY71" fmla="*/ 117124 h 1443589"/>
              <a:gd name="csX72" fmla="*/ 569203 w 1483420"/>
              <a:gd name="csY72" fmla="*/ 110118 h 1443589"/>
              <a:gd name="csX73" fmla="*/ 643790 w 1483420"/>
              <a:gd name="csY73" fmla="*/ 119185 h 1443589"/>
              <a:gd name="csX74" fmla="*/ 678816 w 1483420"/>
              <a:gd name="csY74" fmla="*/ 140204 h 1443589"/>
              <a:gd name="csX75" fmla="*/ 696948 w 1483420"/>
              <a:gd name="csY75" fmla="*/ 150095 h 1443589"/>
              <a:gd name="csX76" fmla="*/ 736507 w 1483420"/>
              <a:gd name="csY76" fmla="*/ 169878 h 1443589"/>
              <a:gd name="csX77" fmla="*/ 759995 w 1483420"/>
              <a:gd name="csY77" fmla="*/ 183891 h 1443589"/>
              <a:gd name="csX78" fmla="*/ 783896 w 1483420"/>
              <a:gd name="csY78" fmla="*/ 201613 h 1443589"/>
              <a:gd name="csX79" fmla="*/ 802851 w 1483420"/>
              <a:gd name="csY79" fmla="*/ 211916 h 1443589"/>
              <a:gd name="csX80" fmla="*/ 822219 w 1483420"/>
              <a:gd name="csY80" fmla="*/ 197491 h 1443589"/>
              <a:gd name="csX81" fmla="*/ 821395 w 1483420"/>
              <a:gd name="csY81" fmla="*/ 177296 h 1443589"/>
              <a:gd name="csX82" fmla="*/ 826752 w 1483420"/>
              <a:gd name="csY82" fmla="*/ 164932 h 1443589"/>
              <a:gd name="csX83" fmla="*/ 848592 w 1483420"/>
              <a:gd name="csY83" fmla="*/ 129900 h 1443589"/>
              <a:gd name="csX84" fmla="*/ 860542 w 1483420"/>
              <a:gd name="csY84" fmla="*/ 107645 h 1443589"/>
              <a:gd name="csX85" fmla="*/ 877025 w 1483420"/>
              <a:gd name="csY85" fmla="*/ 84977 h 1443589"/>
              <a:gd name="csX86" fmla="*/ 900926 w 1483420"/>
              <a:gd name="csY86" fmla="*/ 73437 h 1443589"/>
              <a:gd name="csX87" fmla="*/ 926475 w 1483420"/>
              <a:gd name="csY87" fmla="*/ 49121 h 1443589"/>
              <a:gd name="csX88" fmla="*/ 930183 w 1483420"/>
              <a:gd name="csY88" fmla="*/ 37169 h 1443589"/>
              <a:gd name="csX89" fmla="*/ 935952 w 1483420"/>
              <a:gd name="csY89" fmla="*/ 23156 h 1443589"/>
              <a:gd name="csX90" fmla="*/ 953260 w 1483420"/>
              <a:gd name="csY90" fmla="*/ 4610 h 1443589"/>
              <a:gd name="csX91" fmla="*/ 980457 w 1483420"/>
              <a:gd name="csY91" fmla="*/ 3786 h 1443589"/>
              <a:gd name="csX92" fmla="*/ 995292 w 1483420"/>
              <a:gd name="csY92" fmla="*/ 16562 h 1443589"/>
              <a:gd name="csX93" fmla="*/ 1009302 w 1483420"/>
              <a:gd name="csY93" fmla="*/ 22332 h 1443589"/>
              <a:gd name="csX94" fmla="*/ 1040620 w 1483420"/>
              <a:gd name="csY94" fmla="*/ -748 h 1443589"/>
              <a:gd name="csX95" fmla="*/ 1056279 w 1483420"/>
              <a:gd name="csY95" fmla="*/ 2961 h 1443589"/>
              <a:gd name="csX96" fmla="*/ 1082652 w 1483420"/>
              <a:gd name="csY96" fmla="*/ 9968 h 1443589"/>
              <a:gd name="csX97" fmla="*/ 1103668 w 1483420"/>
              <a:gd name="csY97" fmla="*/ 18211 h 1443589"/>
              <a:gd name="csX98" fmla="*/ 1110673 w 1483420"/>
              <a:gd name="csY98" fmla="*/ 37993 h 1443589"/>
              <a:gd name="csX99" fmla="*/ 1106965 w 1483420"/>
              <a:gd name="csY99" fmla="*/ 55303 h 1443589"/>
              <a:gd name="csX100" fmla="*/ 1130453 w 1483420"/>
              <a:gd name="csY100" fmla="*/ 48709 h 1443589"/>
              <a:gd name="csX101" fmla="*/ 1155178 w 1483420"/>
              <a:gd name="csY101" fmla="*/ 49945 h 1443589"/>
              <a:gd name="csX102" fmla="*/ 1170837 w 1483420"/>
              <a:gd name="csY102" fmla="*/ 68904 h 1443589"/>
              <a:gd name="csX103" fmla="*/ 1189792 w 1483420"/>
              <a:gd name="csY103" fmla="*/ 74262 h 1443589"/>
              <a:gd name="csX104" fmla="*/ 1201330 w 1483420"/>
              <a:gd name="csY104" fmla="*/ 67667 h 1443589"/>
              <a:gd name="csX105" fmla="*/ 1223171 w 1483420"/>
              <a:gd name="csY105" fmla="*/ 102287 h 1443589"/>
              <a:gd name="csX106" fmla="*/ 1230588 w 1483420"/>
              <a:gd name="csY106" fmla="*/ 111766 h 1443589"/>
              <a:gd name="csX107" fmla="*/ 1251192 w 1483420"/>
              <a:gd name="csY107" fmla="*/ 128252 h 1443589"/>
              <a:gd name="csX108" fmla="*/ 1270147 w 1483420"/>
              <a:gd name="csY108" fmla="*/ 141852 h 1443589"/>
              <a:gd name="csX109" fmla="*/ 1284982 w 1483420"/>
              <a:gd name="csY109" fmla="*/ 168641 h 1443589"/>
              <a:gd name="csX110" fmla="*/ 1296108 w 1483420"/>
              <a:gd name="csY110" fmla="*/ 195843 h 1443589"/>
              <a:gd name="csX111" fmla="*/ 1302289 w 1483420"/>
              <a:gd name="csY111" fmla="*/ 219335 h 1443589"/>
              <a:gd name="csX112" fmla="*/ 1304762 w 1483420"/>
              <a:gd name="csY112" fmla="*/ 245712 h 1443589"/>
              <a:gd name="csX113" fmla="*/ 1317948 w 1483420"/>
              <a:gd name="csY113" fmla="*/ 261373 h 1443589"/>
              <a:gd name="csX114" fmla="*/ 1327838 w 1483420"/>
              <a:gd name="csY114" fmla="*/ 274561 h 1443589"/>
              <a:gd name="csX115" fmla="*/ 1323305 w 1483420"/>
              <a:gd name="csY115" fmla="*/ 286513 h 1443589"/>
              <a:gd name="csX116" fmla="*/ 1301053 w 1483420"/>
              <a:gd name="csY116" fmla="*/ 288574 h 1443589"/>
              <a:gd name="csX117" fmla="*/ 1272620 w 1483420"/>
              <a:gd name="csY117" fmla="*/ 294344 h 1443589"/>
              <a:gd name="csX118" fmla="*/ 1299405 w 1483420"/>
              <a:gd name="csY118" fmla="*/ 313302 h 1443589"/>
              <a:gd name="csX119" fmla="*/ 1299405 w 1483420"/>
              <a:gd name="csY119" fmla="*/ 319897 h 1443589"/>
              <a:gd name="csX120" fmla="*/ 1303938 w 1483420"/>
              <a:gd name="csY120" fmla="*/ 347922 h 1443589"/>
              <a:gd name="csX121" fmla="*/ 1315476 w 1483420"/>
              <a:gd name="csY121" fmla="*/ 342152 h 1443589"/>
              <a:gd name="csX122" fmla="*/ 1323305 w 1483420"/>
              <a:gd name="csY122" fmla="*/ 316187 h 1443589"/>
              <a:gd name="csX123" fmla="*/ 1328662 w 1483420"/>
              <a:gd name="csY123" fmla="*/ 332261 h 1443589"/>
              <a:gd name="csX124" fmla="*/ 1342261 w 1483420"/>
              <a:gd name="csY124" fmla="*/ 365644 h 1443589"/>
              <a:gd name="csX125" fmla="*/ 1355035 w 1483420"/>
              <a:gd name="csY125" fmla="*/ 390373 h 1443589"/>
              <a:gd name="csX126" fmla="*/ 1357920 w 1483420"/>
              <a:gd name="csY126" fmla="*/ 399027 h 1443589"/>
              <a:gd name="csX127" fmla="*/ 1361629 w 1483420"/>
              <a:gd name="csY127" fmla="*/ 406858 h 1443589"/>
              <a:gd name="csX128" fmla="*/ 1365337 w 1483420"/>
              <a:gd name="csY128" fmla="*/ 423344 h 1443589"/>
              <a:gd name="csX129" fmla="*/ 1357508 w 1483420"/>
              <a:gd name="csY129" fmla="*/ 431999 h 1443589"/>
              <a:gd name="csX130" fmla="*/ 1350915 w 1483420"/>
              <a:gd name="csY130" fmla="*/ 443126 h 1443589"/>
              <a:gd name="csX131" fmla="*/ 1363277 w 1483420"/>
              <a:gd name="csY131" fmla="*/ 450957 h 1443589"/>
              <a:gd name="csX132" fmla="*/ 1371518 w 1483420"/>
              <a:gd name="csY132" fmla="*/ 455078 h 1443589"/>
              <a:gd name="csX133" fmla="*/ 1361217 w 1483420"/>
              <a:gd name="csY133" fmla="*/ 459200 h 1443589"/>
              <a:gd name="csX134" fmla="*/ 1350915 w 1483420"/>
              <a:gd name="csY134" fmla="*/ 469091 h 1443589"/>
              <a:gd name="csX135" fmla="*/ 1359980 w 1483420"/>
              <a:gd name="csY135" fmla="*/ 485577 h 1443589"/>
              <a:gd name="csX136" fmla="*/ 1379760 w 1483420"/>
              <a:gd name="csY136" fmla="*/ 483104 h 1443589"/>
              <a:gd name="csX137" fmla="*/ 1383469 w 1483420"/>
              <a:gd name="csY137" fmla="*/ 483928 h 1443589"/>
              <a:gd name="csX138" fmla="*/ 1391710 w 1483420"/>
              <a:gd name="csY138" fmla="*/ 515663 h 1443589"/>
              <a:gd name="csX139" fmla="*/ 1394595 w 1483420"/>
              <a:gd name="csY139" fmla="*/ 535858 h 1443589"/>
              <a:gd name="csX140" fmla="*/ 1379760 w 1483420"/>
              <a:gd name="csY140" fmla="*/ 518960 h 1443589"/>
              <a:gd name="csX141" fmla="*/ 1376051 w 1483420"/>
              <a:gd name="csY141" fmla="*/ 506596 h 1443589"/>
              <a:gd name="csX142" fmla="*/ 1379348 w 1483420"/>
              <a:gd name="csY142" fmla="*/ 575011 h 1443589"/>
              <a:gd name="csX143" fmla="*/ 1399952 w 1483420"/>
              <a:gd name="csY143" fmla="*/ 652905 h 1443589"/>
              <a:gd name="csX144" fmla="*/ 1409018 w 1483420"/>
              <a:gd name="csY144" fmla="*/ 702362 h 1443589"/>
              <a:gd name="csX145" fmla="*/ 1414375 w 1483420"/>
              <a:gd name="csY145" fmla="*/ 745637 h 1443589"/>
              <a:gd name="csX146" fmla="*/ 1420968 w 1483420"/>
              <a:gd name="csY146" fmla="*/ 776547 h 1443589"/>
              <a:gd name="csX147" fmla="*/ 1427973 w 1483420"/>
              <a:gd name="csY147" fmla="*/ 821882 h 1443589"/>
              <a:gd name="csX148" fmla="*/ 1436627 w 1483420"/>
              <a:gd name="csY148" fmla="*/ 867218 h 1443589"/>
              <a:gd name="csX149" fmla="*/ 1445692 w 1483420"/>
              <a:gd name="csY149" fmla="*/ 990860 h 1443589"/>
              <a:gd name="csX150" fmla="*/ 1447341 w 1483420"/>
              <a:gd name="csY150" fmla="*/ 1012291 h 1443589"/>
              <a:gd name="csX151" fmla="*/ 1453934 w 1483420"/>
              <a:gd name="csY151" fmla="*/ 1041965 h 1443589"/>
              <a:gd name="csX152" fmla="*/ 1473714 w 1483420"/>
              <a:gd name="csY152" fmla="*/ 1085240 h 1443589"/>
              <a:gd name="csX153" fmla="*/ 1477010 w 1483420"/>
              <a:gd name="csY153" fmla="*/ 1107907 h 1443589"/>
              <a:gd name="csX154" fmla="*/ 1474538 w 1483420"/>
              <a:gd name="csY154" fmla="*/ 1130987 h 1443589"/>
              <a:gd name="csX155" fmla="*/ 1465884 w 1483420"/>
              <a:gd name="csY155" fmla="*/ 1174674 h 1443589"/>
              <a:gd name="csX156" fmla="*/ 1461763 w 1483420"/>
              <a:gd name="csY156" fmla="*/ 1195281 h 1443589"/>
              <a:gd name="csX157" fmla="*/ 1459291 w 1483420"/>
              <a:gd name="csY157" fmla="*/ 1216712 h 1443589"/>
              <a:gd name="csX158" fmla="*/ 1447753 w 1483420"/>
              <a:gd name="csY158" fmla="*/ 1233610 h 1443589"/>
              <a:gd name="csX159" fmla="*/ 1434566 w 1483420"/>
              <a:gd name="csY159" fmla="*/ 1253393 h 1443589"/>
              <a:gd name="csX160" fmla="*/ 1425089 w 1483420"/>
              <a:gd name="csY160" fmla="*/ 1271114 h 1443589"/>
              <a:gd name="csX161" fmla="*/ 1414787 w 1483420"/>
              <a:gd name="csY161" fmla="*/ 1284303 h 1443589"/>
              <a:gd name="csX162" fmla="*/ 1404485 w 1483420"/>
              <a:gd name="csY162" fmla="*/ 1303674 h 1443589"/>
              <a:gd name="csX163" fmla="*/ 1390474 w 1483420"/>
              <a:gd name="csY163" fmla="*/ 1325105 h 1443589"/>
              <a:gd name="csX164" fmla="*/ 1344321 w 1483420"/>
              <a:gd name="csY164" fmla="*/ 1365494 h 1443589"/>
              <a:gd name="csX165" fmla="*/ 1280449 w 1483420"/>
              <a:gd name="csY165" fmla="*/ 1405884 h 1443589"/>
              <a:gd name="csX166" fmla="*/ 1257373 w 1483420"/>
              <a:gd name="csY166" fmla="*/ 1412478 h 1443589"/>
              <a:gd name="csX167" fmla="*/ 1234297 w 1483420"/>
              <a:gd name="csY167" fmla="*/ 1423606 h 1443589"/>
              <a:gd name="csX168" fmla="*/ 1212869 w 1483420"/>
              <a:gd name="csY168" fmla="*/ 1430612 h 1443589"/>
              <a:gd name="csX169" fmla="*/ 1194325 w 1483420"/>
              <a:gd name="csY169" fmla="*/ 1432261 h 1443589"/>
              <a:gd name="csX170" fmla="*/ 1183611 w 1483420"/>
              <a:gd name="csY170" fmla="*/ 1429788 h 1443589"/>
              <a:gd name="csX171" fmla="*/ 1155178 w 1483420"/>
              <a:gd name="csY171" fmla="*/ 1433910 h 1443589"/>
              <a:gd name="csX172" fmla="*/ 1122212 w 1483420"/>
              <a:gd name="csY172" fmla="*/ 1436795 h 1443589"/>
              <a:gd name="csX173" fmla="*/ 1095427 w 1483420"/>
              <a:gd name="csY173" fmla="*/ 1435558 h 1443589"/>
              <a:gd name="csX174" fmla="*/ 1006418 w 1483420"/>
              <a:gd name="csY174" fmla="*/ 1192808 h 1443589"/>
              <a:gd name="csX175" fmla="*/ 1027434 w 1483420"/>
              <a:gd name="csY175" fmla="*/ 1164783 h 1443589"/>
              <a:gd name="csX176" fmla="*/ 1032379 w 1483420"/>
              <a:gd name="csY176" fmla="*/ 1139230 h 1443589"/>
              <a:gd name="csX177" fmla="*/ 1037736 w 1483420"/>
              <a:gd name="csY177" fmla="*/ 1025892 h 1443589"/>
              <a:gd name="csX178" fmla="*/ 1037736 w 1483420"/>
              <a:gd name="csY178" fmla="*/ 987563 h 1443589"/>
              <a:gd name="csX179" fmla="*/ 1027434 w 1483420"/>
              <a:gd name="csY179" fmla="*/ 957889 h 1443589"/>
              <a:gd name="csX180" fmla="*/ 1021253 w 1483420"/>
              <a:gd name="csY180" fmla="*/ 945936 h 1443589"/>
              <a:gd name="csX181" fmla="*/ 1025373 w 1483420"/>
              <a:gd name="csY181" fmla="*/ 917087 h 1443589"/>
              <a:gd name="csX182" fmla="*/ 1015071 w 1483420"/>
              <a:gd name="csY182" fmla="*/ 888649 h 1443589"/>
              <a:gd name="csX183" fmla="*/ 982105 w 1483420"/>
              <a:gd name="csY183" fmla="*/ 889885 h 1443589"/>
              <a:gd name="csX184" fmla="*/ 965622 w 1483420"/>
              <a:gd name="csY184" fmla="*/ 901425 h 1443589"/>
              <a:gd name="csX185" fmla="*/ 943782 w 1483420"/>
              <a:gd name="csY185" fmla="*/ 912965 h 1443589"/>
              <a:gd name="csX186" fmla="*/ 919881 w 1483420"/>
              <a:gd name="csY186" fmla="*/ 911317 h 1443589"/>
              <a:gd name="csX187" fmla="*/ 884443 w 1483420"/>
              <a:gd name="csY187" fmla="*/ 912141 h 1443589"/>
              <a:gd name="csX188" fmla="*/ 811093 w 1483420"/>
              <a:gd name="csY188" fmla="*/ 910080 h 1443589"/>
              <a:gd name="csX189" fmla="*/ 650795 w 1483420"/>
              <a:gd name="csY189" fmla="*/ 855266 h 1443589"/>
              <a:gd name="csX190" fmla="*/ 610411 w 1483420"/>
              <a:gd name="csY190" fmla="*/ 842489 h 1443589"/>
              <a:gd name="csX191" fmla="*/ 532529 w 1483420"/>
              <a:gd name="csY191" fmla="*/ 802512 h 1443589"/>
              <a:gd name="csX192" fmla="*/ 523051 w 1483420"/>
              <a:gd name="csY192" fmla="*/ 796742 h 1443589"/>
              <a:gd name="csX193" fmla="*/ 492145 w 1483420"/>
              <a:gd name="csY193" fmla="*/ 786851 h 1443589"/>
              <a:gd name="csX194" fmla="*/ 454646 w 1483420"/>
              <a:gd name="csY194" fmla="*/ 774899 h 1443589"/>
              <a:gd name="csX195" fmla="*/ 445992 w 1483420"/>
              <a:gd name="csY195" fmla="*/ 795918 h 1443589"/>
              <a:gd name="csX196" fmla="*/ 460415 w 1483420"/>
              <a:gd name="csY196" fmla="*/ 826004 h 1443589"/>
              <a:gd name="csX197" fmla="*/ 485552 w 1483420"/>
              <a:gd name="csY197" fmla="*/ 871339 h 1443589"/>
              <a:gd name="csX198" fmla="*/ 517282 w 1483420"/>
              <a:gd name="csY198" fmla="*/ 912553 h 1443589"/>
              <a:gd name="csX199" fmla="*/ 629779 w 1483420"/>
              <a:gd name="csY199" fmla="*/ 1026304 h 1443589"/>
              <a:gd name="csX200" fmla="*/ 764528 w 1483420"/>
              <a:gd name="csY200" fmla="*/ 1113677 h 1443589"/>
              <a:gd name="csX201" fmla="*/ 915761 w 1483420"/>
              <a:gd name="csY201" fmla="*/ 1188687 h 1443589"/>
              <a:gd name="csX202" fmla="*/ 932656 w 1483420"/>
              <a:gd name="csY202" fmla="*/ 1194457 h 1443589"/>
              <a:gd name="csX203" fmla="*/ 1006418 w 1483420"/>
              <a:gd name="csY203" fmla="*/ 1192808 h 1443589"/>
              <a:gd name="csX204" fmla="*/ 1015071 w 1483420"/>
              <a:gd name="csY204" fmla="*/ 836307 h 1443589"/>
              <a:gd name="csX205" fmla="*/ 1004769 w 1483420"/>
              <a:gd name="csY205" fmla="*/ 823943 h 1443589"/>
              <a:gd name="csX206" fmla="*/ 993231 w 1483420"/>
              <a:gd name="csY206" fmla="*/ 831362 h 1443589"/>
              <a:gd name="csX207" fmla="*/ 1005594 w 1483420"/>
              <a:gd name="csY207" fmla="*/ 849908 h 1443589"/>
              <a:gd name="csX208" fmla="*/ 1015071 w 1483420"/>
              <a:gd name="csY208" fmla="*/ 836307 h 1443589"/>
              <a:gd name="csX209" fmla="*/ 627718 w 1483420"/>
              <a:gd name="csY209" fmla="*/ 834659 h 1443589"/>
              <a:gd name="csX210" fmla="*/ 605466 w 1483420"/>
              <a:gd name="csY210" fmla="*/ 821882 h 1443589"/>
              <a:gd name="csX211" fmla="*/ 606290 w 1483420"/>
              <a:gd name="csY211" fmla="*/ 833422 h 1443589"/>
              <a:gd name="csX212" fmla="*/ 627718 w 1483420"/>
              <a:gd name="csY212" fmla="*/ 834659 h 1443589"/>
              <a:gd name="csX213" fmla="*/ 1011775 w 1483420"/>
              <a:gd name="csY213" fmla="*/ 798803 h 1443589"/>
              <a:gd name="csX214" fmla="*/ 1008890 w 1483420"/>
              <a:gd name="csY214" fmla="*/ 775311 h 1443589"/>
              <a:gd name="csX215" fmla="*/ 1000649 w 1483420"/>
              <a:gd name="csY215" fmla="*/ 704423 h 1443589"/>
              <a:gd name="csX216" fmla="*/ 993643 w 1483420"/>
              <a:gd name="csY216" fmla="*/ 658263 h 1443589"/>
              <a:gd name="csX217" fmla="*/ 989935 w 1483420"/>
              <a:gd name="csY217" fmla="*/ 641365 h 1443589"/>
              <a:gd name="csX218" fmla="*/ 986226 w 1483420"/>
              <a:gd name="csY218" fmla="*/ 617461 h 1443589"/>
              <a:gd name="csX219" fmla="*/ 983753 w 1483420"/>
              <a:gd name="csY219" fmla="*/ 591909 h 1443589"/>
              <a:gd name="csX220" fmla="*/ 971803 w 1483420"/>
              <a:gd name="csY220" fmla="*/ 551931 h 1443589"/>
              <a:gd name="csX221" fmla="*/ 967682 w 1483420"/>
              <a:gd name="csY221" fmla="*/ 539155 h 1443589"/>
              <a:gd name="csX222" fmla="*/ 959029 w 1483420"/>
              <a:gd name="csY222" fmla="*/ 502474 h 1443589"/>
              <a:gd name="csX223" fmla="*/ 945430 w 1483420"/>
              <a:gd name="csY223" fmla="*/ 478158 h 1443589"/>
              <a:gd name="csX224" fmla="*/ 938837 w 1483420"/>
              <a:gd name="csY224" fmla="*/ 460436 h 1443589"/>
              <a:gd name="csX225" fmla="*/ 924002 w 1483420"/>
              <a:gd name="csY225" fmla="*/ 434884 h 1443589"/>
              <a:gd name="csX226" fmla="*/ 910816 w 1483420"/>
              <a:gd name="csY226" fmla="*/ 427877 h 1443589"/>
              <a:gd name="csX227" fmla="*/ 894333 w 1483420"/>
              <a:gd name="csY227" fmla="*/ 434471 h 1443589"/>
              <a:gd name="csX228" fmla="*/ 870844 w 1483420"/>
              <a:gd name="csY228" fmla="*/ 441478 h 1443589"/>
              <a:gd name="csX229" fmla="*/ 846120 w 1483420"/>
              <a:gd name="csY229" fmla="*/ 442714 h 1443589"/>
              <a:gd name="csX230" fmla="*/ 835818 w 1483420"/>
              <a:gd name="csY230" fmla="*/ 431999 h 1443589"/>
              <a:gd name="csX231" fmla="*/ 827988 w 1483420"/>
              <a:gd name="csY231" fmla="*/ 422519 h 1443589"/>
              <a:gd name="csX232" fmla="*/ 808621 w 1483420"/>
              <a:gd name="csY232" fmla="*/ 427465 h 1443589"/>
              <a:gd name="csX233" fmla="*/ 795434 w 1483420"/>
              <a:gd name="csY233" fmla="*/ 439417 h 1443589"/>
              <a:gd name="csX234" fmla="*/ 786368 w 1483420"/>
              <a:gd name="csY234" fmla="*/ 442714 h 1443589"/>
              <a:gd name="csX235" fmla="*/ 775654 w 1483420"/>
              <a:gd name="csY235" fmla="*/ 447248 h 1443589"/>
              <a:gd name="csX236" fmla="*/ 769473 w 1483420"/>
              <a:gd name="csY236" fmla="*/ 446423 h 1443589"/>
              <a:gd name="csX237" fmla="*/ 693651 w 1483420"/>
              <a:gd name="csY237" fmla="*/ 448896 h 1443589"/>
              <a:gd name="csX238" fmla="*/ 646262 w 1483420"/>
              <a:gd name="csY238" fmla="*/ 459200 h 1443589"/>
              <a:gd name="csX239" fmla="*/ 681701 w 1483420"/>
              <a:gd name="csY239" fmla="*/ 432823 h 1443589"/>
              <a:gd name="csX240" fmla="*/ 713431 w 1483420"/>
              <a:gd name="csY240" fmla="*/ 405210 h 1443589"/>
              <a:gd name="csX241" fmla="*/ 644202 w 1483420"/>
              <a:gd name="csY241" fmla="*/ 383778 h 1443589"/>
              <a:gd name="csX242" fmla="*/ 543243 w 1483420"/>
              <a:gd name="csY242" fmla="*/ 379657 h 1443589"/>
              <a:gd name="csX243" fmla="*/ 585687 w 1483420"/>
              <a:gd name="csY243" fmla="*/ 438181 h 1443589"/>
              <a:gd name="csX244" fmla="*/ 609175 w 1483420"/>
              <a:gd name="csY244" fmla="*/ 464558 h 1443589"/>
              <a:gd name="csX245" fmla="*/ 624010 w 1483420"/>
              <a:gd name="csY245" fmla="*/ 482280 h 1443589"/>
              <a:gd name="csX246" fmla="*/ 634724 w 1483420"/>
              <a:gd name="csY246" fmla="*/ 499589 h 1443589"/>
              <a:gd name="csX247" fmla="*/ 638433 w 1483420"/>
              <a:gd name="csY247" fmla="*/ 516899 h 1443589"/>
              <a:gd name="csX248" fmla="*/ 642141 w 1483420"/>
              <a:gd name="csY248" fmla="*/ 511954 h 1443589"/>
              <a:gd name="csX249" fmla="*/ 675107 w 1483420"/>
              <a:gd name="csY249" fmla="*/ 539567 h 1443589"/>
              <a:gd name="csX250" fmla="*/ 706425 w 1483420"/>
              <a:gd name="csY250" fmla="*/ 573362 h 1443589"/>
              <a:gd name="csX251" fmla="*/ 679228 w 1483420"/>
              <a:gd name="csY251" fmla="*/ 557701 h 1443589"/>
              <a:gd name="csX252" fmla="*/ 668926 w 1483420"/>
              <a:gd name="csY252" fmla="*/ 549046 h 1443589"/>
              <a:gd name="csX253" fmla="*/ 658624 w 1483420"/>
              <a:gd name="csY253" fmla="*/ 538743 h 1443589"/>
              <a:gd name="csX254" fmla="*/ 649147 w 1483420"/>
              <a:gd name="csY254" fmla="*/ 533385 h 1443589"/>
              <a:gd name="csX255" fmla="*/ 629779 w 1483420"/>
              <a:gd name="csY255" fmla="*/ 523081 h 1443589"/>
              <a:gd name="csX256" fmla="*/ 616180 w 1483420"/>
              <a:gd name="csY256" fmla="*/ 512778 h 1443589"/>
              <a:gd name="csX257" fmla="*/ 591044 w 1483420"/>
              <a:gd name="csY257" fmla="*/ 496292 h 1443589"/>
              <a:gd name="csX258" fmla="*/ 565907 w 1483420"/>
              <a:gd name="csY258" fmla="*/ 476922 h 1443589"/>
              <a:gd name="csX259" fmla="*/ 548188 w 1483420"/>
              <a:gd name="csY259" fmla="*/ 462085 h 1443589"/>
              <a:gd name="csX260" fmla="*/ 519754 w 1483420"/>
              <a:gd name="csY260" fmla="*/ 457963 h 1443589"/>
              <a:gd name="csX261" fmla="*/ 549836 w 1483420"/>
              <a:gd name="csY261" fmla="*/ 495880 h 1443589"/>
              <a:gd name="csX262" fmla="*/ 600933 w 1483420"/>
              <a:gd name="csY262" fmla="*/ 548222 h 1443589"/>
              <a:gd name="csX263" fmla="*/ 744749 w 1483420"/>
              <a:gd name="csY263" fmla="*/ 654966 h 1443589"/>
              <a:gd name="csX264" fmla="*/ 763704 w 1483420"/>
              <a:gd name="csY264" fmla="*/ 648784 h 1443589"/>
              <a:gd name="csX265" fmla="*/ 759583 w 1483420"/>
              <a:gd name="csY265" fmla="*/ 641365 h 1443589"/>
              <a:gd name="csX266" fmla="*/ 768649 w 1483420"/>
              <a:gd name="csY266" fmla="*/ 645487 h 1443589"/>
              <a:gd name="csX267" fmla="*/ 798731 w 1483420"/>
              <a:gd name="csY267" fmla="*/ 661148 h 1443589"/>
              <a:gd name="csX268" fmla="*/ 829636 w 1483420"/>
              <a:gd name="csY268" fmla="*/ 679694 h 1443589"/>
              <a:gd name="csX269" fmla="*/ 872080 w 1483420"/>
              <a:gd name="csY269" fmla="*/ 702362 h 1443589"/>
              <a:gd name="csX270" fmla="*/ 903398 w 1483420"/>
              <a:gd name="csY270" fmla="*/ 744812 h 1443589"/>
              <a:gd name="csX271" fmla="*/ 911228 w 1483420"/>
              <a:gd name="csY271" fmla="*/ 751819 h 1443589"/>
              <a:gd name="csX272" fmla="*/ 979633 w 1483420"/>
              <a:gd name="csY272" fmla="*/ 793033 h 1443589"/>
              <a:gd name="csX273" fmla="*/ 1011775 w 1483420"/>
              <a:gd name="csY273" fmla="*/ 798803 h 1443589"/>
              <a:gd name="csX274" fmla="*/ 1091306 w 1483420"/>
              <a:gd name="csY274" fmla="*/ 669391 h 1443589"/>
              <a:gd name="csX275" fmla="*/ 1087185 w 1483420"/>
              <a:gd name="csY275" fmla="*/ 665270 h 1443589"/>
              <a:gd name="csX276" fmla="*/ 1083064 w 1483420"/>
              <a:gd name="csY276" fmla="*/ 669391 h 1443589"/>
              <a:gd name="csX277" fmla="*/ 1087185 w 1483420"/>
              <a:gd name="csY277" fmla="*/ 673512 h 1443589"/>
              <a:gd name="csX278" fmla="*/ 1091306 w 1483420"/>
              <a:gd name="csY278" fmla="*/ 669391 h 1443589"/>
              <a:gd name="csX279" fmla="*/ 675107 w 1483420"/>
              <a:gd name="csY279" fmla="*/ 660324 h 1443589"/>
              <a:gd name="csX280" fmla="*/ 664393 w 1483420"/>
              <a:gd name="csY280" fmla="*/ 641778 h 1443589"/>
              <a:gd name="csX281" fmla="*/ 656564 w 1483420"/>
              <a:gd name="csY281" fmla="*/ 623643 h 1443589"/>
              <a:gd name="csX282" fmla="*/ 567967 w 1483420"/>
              <a:gd name="csY282" fmla="*/ 533385 h 1443589"/>
              <a:gd name="csX283" fmla="*/ 550248 w 1483420"/>
              <a:gd name="csY283" fmla="*/ 518136 h 1443589"/>
              <a:gd name="csX284" fmla="*/ 493381 w 1483420"/>
              <a:gd name="csY284" fmla="*/ 479807 h 1443589"/>
              <a:gd name="csX285" fmla="*/ 475250 w 1483420"/>
              <a:gd name="csY285" fmla="*/ 523081 h 1443589"/>
              <a:gd name="csX286" fmla="*/ 467008 w 1483420"/>
              <a:gd name="csY286" fmla="*/ 562235 h 1443589"/>
              <a:gd name="csX287" fmla="*/ 464124 w 1483420"/>
              <a:gd name="csY287" fmla="*/ 578720 h 1443589"/>
              <a:gd name="csX288" fmla="*/ 462887 w 1483420"/>
              <a:gd name="csY288" fmla="*/ 605921 h 1443589"/>
              <a:gd name="csX289" fmla="*/ 465360 w 1483420"/>
              <a:gd name="csY289" fmla="*/ 630650 h 1443589"/>
              <a:gd name="csX290" fmla="*/ 473601 w 1483420"/>
              <a:gd name="csY290" fmla="*/ 639717 h 1443589"/>
              <a:gd name="csX291" fmla="*/ 490909 w 1483420"/>
              <a:gd name="csY291" fmla="*/ 631062 h 1443589"/>
              <a:gd name="csX292" fmla="*/ 572088 w 1483420"/>
              <a:gd name="csY292" fmla="*/ 619934 h 1443589"/>
              <a:gd name="csX293" fmla="*/ 602170 w 1483420"/>
              <a:gd name="csY293" fmla="*/ 630238 h 1443589"/>
              <a:gd name="csX294" fmla="*/ 627718 w 1483420"/>
              <a:gd name="csY294" fmla="*/ 640541 h 1443589"/>
              <a:gd name="csX295" fmla="*/ 638433 w 1483420"/>
              <a:gd name="csY295" fmla="*/ 647548 h 1443589"/>
              <a:gd name="csX296" fmla="*/ 671811 w 1483420"/>
              <a:gd name="csY296" fmla="*/ 666918 h 1443589"/>
              <a:gd name="csX297" fmla="*/ 675107 w 1483420"/>
              <a:gd name="csY297" fmla="*/ 660324 h 1443589"/>
              <a:gd name="csX298" fmla="*/ 1045977 w 1483420"/>
              <a:gd name="csY298" fmla="*/ 592733 h 1443589"/>
              <a:gd name="csX299" fmla="*/ 1032379 w 1483420"/>
              <a:gd name="csY299" fmla="*/ 553992 h 1443589"/>
              <a:gd name="csX300" fmla="*/ 1036087 w 1483420"/>
              <a:gd name="csY300" fmla="*/ 595618 h 1443589"/>
              <a:gd name="csX301" fmla="*/ 1045977 w 1483420"/>
              <a:gd name="csY301" fmla="*/ 592733 h 1443589"/>
              <a:gd name="csX302" fmla="*/ 963562 w 1483420"/>
              <a:gd name="csY302" fmla="*/ 397791 h 1443589"/>
              <a:gd name="csX303" fmla="*/ 944606 w 1483420"/>
              <a:gd name="csY303" fmla="*/ 385015 h 1443589"/>
              <a:gd name="csX304" fmla="*/ 946254 w 1483420"/>
              <a:gd name="csY304" fmla="*/ 401088 h 1443589"/>
              <a:gd name="csX305" fmla="*/ 963562 w 1483420"/>
              <a:gd name="csY305" fmla="*/ 397791 h 1443589"/>
              <a:gd name="csX306" fmla="*/ 554369 w 1483420"/>
              <a:gd name="csY306" fmla="*/ 345449 h 1443589"/>
              <a:gd name="csX307" fmla="*/ 544479 w 1483420"/>
              <a:gd name="csY307" fmla="*/ 345449 h 1443589"/>
              <a:gd name="csX308" fmla="*/ 543243 w 1483420"/>
              <a:gd name="csY308" fmla="*/ 352044 h 1443589"/>
              <a:gd name="csX309" fmla="*/ 554369 w 1483420"/>
              <a:gd name="csY309" fmla="*/ 345449 h 1443589"/>
              <a:gd name="csX310" fmla="*/ 180614 w 1483420"/>
              <a:gd name="csY310" fmla="*/ 306296 h 1443589"/>
              <a:gd name="csX311" fmla="*/ 164955 w 1483420"/>
              <a:gd name="csY311" fmla="*/ 307945 h 1443589"/>
              <a:gd name="csX312" fmla="*/ 171961 w 1483420"/>
              <a:gd name="csY312" fmla="*/ 314951 h 1443589"/>
              <a:gd name="csX313" fmla="*/ 180614 w 1483420"/>
              <a:gd name="csY313" fmla="*/ 306296 h 1443589"/>
              <a:gd name="csX314" fmla="*/ 1231412 w 1483420"/>
              <a:gd name="csY314" fmla="*/ 259312 h 1443589"/>
              <a:gd name="csX315" fmla="*/ 1225231 w 1483420"/>
              <a:gd name="csY315" fmla="*/ 253130 h 1443589"/>
              <a:gd name="csX316" fmla="*/ 1221934 w 1483420"/>
              <a:gd name="csY316" fmla="*/ 262609 h 1443589"/>
              <a:gd name="csX317" fmla="*/ 1231412 w 1483420"/>
              <a:gd name="csY317" fmla="*/ 259312 h 1443589"/>
              <a:gd name="csX318" fmla="*/ 889388 w 1483420"/>
              <a:gd name="csY318" fmla="*/ 227165 h 1443589"/>
              <a:gd name="csX319" fmla="*/ 878674 w 1483420"/>
              <a:gd name="csY319" fmla="*/ 218922 h 1443589"/>
              <a:gd name="csX320" fmla="*/ 881146 w 1483420"/>
              <a:gd name="csY320" fmla="*/ 232523 h 1443589"/>
              <a:gd name="csX321" fmla="*/ 889388 w 1483420"/>
              <a:gd name="csY321" fmla="*/ 227165 h 1443589"/>
              <a:gd name="csX322" fmla="*/ 1144876 w 1483420"/>
              <a:gd name="csY322" fmla="*/ 166581 h 1443589"/>
              <a:gd name="csX323" fmla="*/ 1140755 w 1483420"/>
              <a:gd name="csY323" fmla="*/ 162459 h 1443589"/>
              <a:gd name="csX324" fmla="*/ 1136634 w 1483420"/>
              <a:gd name="csY324" fmla="*/ 166581 h 1443589"/>
              <a:gd name="csX325" fmla="*/ 1140755 w 1483420"/>
              <a:gd name="csY325" fmla="*/ 170702 h 1443589"/>
              <a:gd name="csX326" fmla="*/ 1144876 w 1483420"/>
              <a:gd name="csY326" fmla="*/ 166581 h 1443589"/>
              <a:gd name="csX327" fmla="*/ 510276 w 1483420"/>
              <a:gd name="csY327" fmla="*/ 152156 h 1443589"/>
              <a:gd name="csX328" fmla="*/ 495030 w 1483420"/>
              <a:gd name="csY328" fmla="*/ 143089 h 1443589"/>
              <a:gd name="csX329" fmla="*/ 495030 w 1483420"/>
              <a:gd name="csY329" fmla="*/ 152156 h 1443589"/>
              <a:gd name="csX330" fmla="*/ 510276 w 1483420"/>
              <a:gd name="csY330" fmla="*/ 152156 h 14435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</a:cxnLst>
            <a:rect l="l" t="t" r="r" b="b"/>
            <a:pathLst>
              <a:path w="1483420" h="1443589">
                <a:moveTo>
                  <a:pt x="1095427" y="1435558"/>
                </a:moveTo>
                <a:cubicBezTo>
                  <a:pt x="1087597" y="1433085"/>
                  <a:pt x="1078119" y="1428552"/>
                  <a:pt x="1074823" y="1425667"/>
                </a:cubicBezTo>
                <a:cubicBezTo>
                  <a:pt x="1071526" y="1422782"/>
                  <a:pt x="1042681" y="1411654"/>
                  <a:pt x="1010951" y="1400938"/>
                </a:cubicBezTo>
                <a:cubicBezTo>
                  <a:pt x="979221" y="1390223"/>
                  <a:pt x="935952" y="1372089"/>
                  <a:pt x="914937" y="1361373"/>
                </a:cubicBezTo>
                <a:cubicBezTo>
                  <a:pt x="893921" y="1350245"/>
                  <a:pt x="873317" y="1341178"/>
                  <a:pt x="868784" y="1341178"/>
                </a:cubicBezTo>
                <a:cubicBezTo>
                  <a:pt x="864663" y="1341178"/>
                  <a:pt x="859718" y="1339118"/>
                  <a:pt x="858482" y="1337057"/>
                </a:cubicBezTo>
                <a:cubicBezTo>
                  <a:pt x="856834" y="1334584"/>
                  <a:pt x="842411" y="1326341"/>
                  <a:pt x="826340" y="1318098"/>
                </a:cubicBezTo>
                <a:cubicBezTo>
                  <a:pt x="736507" y="1273587"/>
                  <a:pt x="645026" y="1208057"/>
                  <a:pt x="558077" y="1125629"/>
                </a:cubicBezTo>
                <a:cubicBezTo>
                  <a:pt x="495854" y="1066693"/>
                  <a:pt x="468244" y="1035783"/>
                  <a:pt x="430333" y="983441"/>
                </a:cubicBezTo>
                <a:cubicBezTo>
                  <a:pt x="407669" y="952119"/>
                  <a:pt x="395307" y="942227"/>
                  <a:pt x="394483" y="955004"/>
                </a:cubicBezTo>
                <a:cubicBezTo>
                  <a:pt x="394483" y="957476"/>
                  <a:pt x="392422" y="975610"/>
                  <a:pt x="389950" y="994981"/>
                </a:cubicBezTo>
                <a:cubicBezTo>
                  <a:pt x="387477" y="1014352"/>
                  <a:pt x="385005" y="1053093"/>
                  <a:pt x="384181" y="1081530"/>
                </a:cubicBezTo>
                <a:cubicBezTo>
                  <a:pt x="383357" y="1109968"/>
                  <a:pt x="381296" y="1143763"/>
                  <a:pt x="378824" y="1156540"/>
                </a:cubicBezTo>
                <a:cubicBezTo>
                  <a:pt x="374703" y="1182505"/>
                  <a:pt x="378412" y="1205996"/>
                  <a:pt x="388714" y="1217536"/>
                </a:cubicBezTo>
                <a:cubicBezTo>
                  <a:pt x="392422" y="1221246"/>
                  <a:pt x="396955" y="1231137"/>
                  <a:pt x="399428" y="1238968"/>
                </a:cubicBezTo>
                <a:cubicBezTo>
                  <a:pt x="403960" y="1255865"/>
                  <a:pt x="431157" y="1299552"/>
                  <a:pt x="450937" y="1321808"/>
                </a:cubicBezTo>
                <a:cubicBezTo>
                  <a:pt x="465772" y="1337881"/>
                  <a:pt x="469069" y="1346536"/>
                  <a:pt x="458767" y="1342827"/>
                </a:cubicBezTo>
                <a:cubicBezTo>
                  <a:pt x="448053" y="1338705"/>
                  <a:pt x="452173" y="1348185"/>
                  <a:pt x="467420" y="1363434"/>
                </a:cubicBezTo>
                <a:cubicBezTo>
                  <a:pt x="475662" y="1371677"/>
                  <a:pt x="481431" y="1379507"/>
                  <a:pt x="480195" y="1380744"/>
                </a:cubicBezTo>
                <a:cubicBezTo>
                  <a:pt x="474838" y="1386101"/>
                  <a:pt x="439399" y="1369616"/>
                  <a:pt x="408081" y="1347360"/>
                </a:cubicBezTo>
                <a:cubicBezTo>
                  <a:pt x="375115" y="1324693"/>
                  <a:pt x="374291" y="1324280"/>
                  <a:pt x="364401" y="1331287"/>
                </a:cubicBezTo>
                <a:cubicBezTo>
                  <a:pt x="345857" y="1343239"/>
                  <a:pt x="326902" y="1332935"/>
                  <a:pt x="275392" y="1284303"/>
                </a:cubicBezTo>
                <a:cubicBezTo>
                  <a:pt x="265090" y="1274824"/>
                  <a:pt x="253964" y="1265757"/>
                  <a:pt x="250668" y="1264520"/>
                </a:cubicBezTo>
                <a:cubicBezTo>
                  <a:pt x="244898" y="1262460"/>
                  <a:pt x="196273" y="1205172"/>
                  <a:pt x="186796" y="1189511"/>
                </a:cubicBezTo>
                <a:cubicBezTo>
                  <a:pt x="184735" y="1185802"/>
                  <a:pt x="177730" y="1174674"/>
                  <a:pt x="171549" y="1165195"/>
                </a:cubicBezTo>
                <a:cubicBezTo>
                  <a:pt x="164955" y="1155715"/>
                  <a:pt x="160010" y="1147061"/>
                  <a:pt x="160010" y="1145824"/>
                </a:cubicBezTo>
                <a:cubicBezTo>
                  <a:pt x="160010" y="1144588"/>
                  <a:pt x="154653" y="1131811"/>
                  <a:pt x="147648" y="1117799"/>
                </a:cubicBezTo>
                <a:cubicBezTo>
                  <a:pt x="141055" y="1103786"/>
                  <a:pt x="135286" y="1090185"/>
                  <a:pt x="135286" y="1087300"/>
                </a:cubicBezTo>
                <a:cubicBezTo>
                  <a:pt x="135286" y="1078645"/>
                  <a:pt x="113858" y="1032074"/>
                  <a:pt x="110149" y="1032074"/>
                </a:cubicBezTo>
                <a:cubicBezTo>
                  <a:pt x="108089" y="1032074"/>
                  <a:pt x="106440" y="1027952"/>
                  <a:pt x="106440" y="1022594"/>
                </a:cubicBezTo>
                <a:cubicBezTo>
                  <a:pt x="106440" y="1017649"/>
                  <a:pt x="103968" y="1009818"/>
                  <a:pt x="100671" y="1005285"/>
                </a:cubicBezTo>
                <a:cubicBezTo>
                  <a:pt x="95726" y="997866"/>
                  <a:pt x="70590" y="902250"/>
                  <a:pt x="61112" y="854854"/>
                </a:cubicBezTo>
                <a:cubicBezTo>
                  <a:pt x="50810" y="803336"/>
                  <a:pt x="43393" y="774074"/>
                  <a:pt x="39272" y="768717"/>
                </a:cubicBezTo>
                <a:cubicBezTo>
                  <a:pt x="36799" y="765832"/>
                  <a:pt x="34327" y="756764"/>
                  <a:pt x="33503" y="748110"/>
                </a:cubicBezTo>
                <a:cubicBezTo>
                  <a:pt x="33091" y="739867"/>
                  <a:pt x="31854" y="725030"/>
                  <a:pt x="31030" y="714726"/>
                </a:cubicBezTo>
                <a:cubicBezTo>
                  <a:pt x="30206" y="704423"/>
                  <a:pt x="27322" y="691646"/>
                  <a:pt x="24437" y="686701"/>
                </a:cubicBezTo>
                <a:cubicBezTo>
                  <a:pt x="21140" y="680519"/>
                  <a:pt x="20316" y="672688"/>
                  <a:pt x="22377" y="666094"/>
                </a:cubicBezTo>
                <a:cubicBezTo>
                  <a:pt x="24025" y="659912"/>
                  <a:pt x="24849" y="624468"/>
                  <a:pt x="24437" y="586963"/>
                </a:cubicBezTo>
                <a:cubicBezTo>
                  <a:pt x="23613" y="534209"/>
                  <a:pt x="22377" y="517724"/>
                  <a:pt x="17844" y="512366"/>
                </a:cubicBezTo>
                <a:cubicBezTo>
                  <a:pt x="14547" y="509069"/>
                  <a:pt x="11663" y="503299"/>
                  <a:pt x="11663" y="500002"/>
                </a:cubicBezTo>
                <a:cubicBezTo>
                  <a:pt x="11663" y="492171"/>
                  <a:pt x="27322" y="467443"/>
                  <a:pt x="38860" y="456315"/>
                </a:cubicBezTo>
                <a:cubicBezTo>
                  <a:pt x="51634" y="444363"/>
                  <a:pt x="51222" y="432823"/>
                  <a:pt x="38448" y="424580"/>
                </a:cubicBezTo>
                <a:cubicBezTo>
                  <a:pt x="32679" y="420459"/>
                  <a:pt x="26085" y="413040"/>
                  <a:pt x="24025" y="407270"/>
                </a:cubicBezTo>
                <a:cubicBezTo>
                  <a:pt x="21964" y="401912"/>
                  <a:pt x="17020" y="397379"/>
                  <a:pt x="13311" y="397379"/>
                </a:cubicBezTo>
                <a:cubicBezTo>
                  <a:pt x="1773" y="397379"/>
                  <a:pt x="-9353" y="381305"/>
                  <a:pt x="-4408" y="372238"/>
                </a:cubicBezTo>
                <a:cubicBezTo>
                  <a:pt x="-2348" y="367705"/>
                  <a:pt x="1361" y="364408"/>
                  <a:pt x="3421" y="364408"/>
                </a:cubicBezTo>
                <a:cubicBezTo>
                  <a:pt x="5481" y="364408"/>
                  <a:pt x="13723" y="357813"/>
                  <a:pt x="21964" y="349983"/>
                </a:cubicBezTo>
                <a:cubicBezTo>
                  <a:pt x="30618" y="342152"/>
                  <a:pt x="40920" y="334734"/>
                  <a:pt x="45041" y="333497"/>
                </a:cubicBezTo>
                <a:cubicBezTo>
                  <a:pt x="54107" y="330612"/>
                  <a:pt x="65233" y="311242"/>
                  <a:pt x="65233" y="298878"/>
                </a:cubicBezTo>
                <a:cubicBezTo>
                  <a:pt x="65233" y="293932"/>
                  <a:pt x="71826" y="283216"/>
                  <a:pt x="79655" y="274149"/>
                </a:cubicBezTo>
                <a:cubicBezTo>
                  <a:pt x="87485" y="265494"/>
                  <a:pt x="94078" y="255191"/>
                  <a:pt x="94078" y="251894"/>
                </a:cubicBezTo>
                <a:cubicBezTo>
                  <a:pt x="94078" y="248184"/>
                  <a:pt x="97375" y="238705"/>
                  <a:pt x="101083" y="230462"/>
                </a:cubicBezTo>
                <a:cubicBezTo>
                  <a:pt x="106852" y="218510"/>
                  <a:pt x="110149" y="216038"/>
                  <a:pt x="121275" y="216038"/>
                </a:cubicBezTo>
                <a:cubicBezTo>
                  <a:pt x="132401" y="216038"/>
                  <a:pt x="136934" y="212740"/>
                  <a:pt x="149296" y="195431"/>
                </a:cubicBezTo>
                <a:cubicBezTo>
                  <a:pt x="157538" y="183891"/>
                  <a:pt x="168664" y="170702"/>
                  <a:pt x="174433" y="165757"/>
                </a:cubicBezTo>
                <a:cubicBezTo>
                  <a:pt x="180202" y="160811"/>
                  <a:pt x="184735" y="154217"/>
                  <a:pt x="184735" y="151332"/>
                </a:cubicBezTo>
                <a:cubicBezTo>
                  <a:pt x="184735" y="131549"/>
                  <a:pt x="232948" y="67667"/>
                  <a:pt x="247783" y="67667"/>
                </a:cubicBezTo>
                <a:cubicBezTo>
                  <a:pt x="251492" y="67667"/>
                  <a:pt x="260969" y="62310"/>
                  <a:pt x="268387" y="55303"/>
                </a:cubicBezTo>
                <a:cubicBezTo>
                  <a:pt x="285282" y="40878"/>
                  <a:pt x="291875" y="40054"/>
                  <a:pt x="302177" y="51182"/>
                </a:cubicBezTo>
                <a:cubicBezTo>
                  <a:pt x="306298" y="55715"/>
                  <a:pt x="312067" y="59425"/>
                  <a:pt x="314952" y="59425"/>
                </a:cubicBezTo>
                <a:cubicBezTo>
                  <a:pt x="321957" y="59425"/>
                  <a:pt x="333083" y="42939"/>
                  <a:pt x="333083" y="32635"/>
                </a:cubicBezTo>
                <a:cubicBezTo>
                  <a:pt x="333083" y="27690"/>
                  <a:pt x="337616" y="19447"/>
                  <a:pt x="343385" y="14089"/>
                </a:cubicBezTo>
                <a:cubicBezTo>
                  <a:pt x="359456" y="-748"/>
                  <a:pt x="384181" y="1725"/>
                  <a:pt x="403548" y="20683"/>
                </a:cubicBezTo>
                <a:lnTo>
                  <a:pt x="417971" y="35108"/>
                </a:lnTo>
                <a:lnTo>
                  <a:pt x="433630" y="24393"/>
                </a:lnTo>
                <a:cubicBezTo>
                  <a:pt x="451761" y="12028"/>
                  <a:pt x="468657" y="7907"/>
                  <a:pt x="476898" y="13677"/>
                </a:cubicBezTo>
                <a:cubicBezTo>
                  <a:pt x="481431" y="16562"/>
                  <a:pt x="481431" y="19035"/>
                  <a:pt x="475662" y="26866"/>
                </a:cubicBezTo>
                <a:cubicBezTo>
                  <a:pt x="471953" y="32223"/>
                  <a:pt x="469069" y="39642"/>
                  <a:pt x="469069" y="43763"/>
                </a:cubicBezTo>
                <a:cubicBezTo>
                  <a:pt x="469069" y="53242"/>
                  <a:pt x="483903" y="60661"/>
                  <a:pt x="496678" y="57364"/>
                </a:cubicBezTo>
                <a:cubicBezTo>
                  <a:pt x="513161" y="53242"/>
                  <a:pt x="522639" y="64370"/>
                  <a:pt x="518518" y="82504"/>
                </a:cubicBezTo>
                <a:cubicBezTo>
                  <a:pt x="516458" y="90747"/>
                  <a:pt x="512337" y="100226"/>
                  <a:pt x="508628" y="104348"/>
                </a:cubicBezTo>
                <a:cubicBezTo>
                  <a:pt x="498738" y="115063"/>
                  <a:pt x="499974" y="122482"/>
                  <a:pt x="510688" y="117124"/>
                </a:cubicBezTo>
                <a:cubicBezTo>
                  <a:pt x="515221" y="114651"/>
                  <a:pt x="541594" y="111354"/>
                  <a:pt x="569203" y="110118"/>
                </a:cubicBezTo>
                <a:cubicBezTo>
                  <a:pt x="617417" y="108057"/>
                  <a:pt x="620301" y="108469"/>
                  <a:pt x="643790" y="119185"/>
                </a:cubicBezTo>
                <a:cubicBezTo>
                  <a:pt x="656976" y="125367"/>
                  <a:pt x="673047" y="134846"/>
                  <a:pt x="678816" y="140204"/>
                </a:cubicBezTo>
                <a:cubicBezTo>
                  <a:pt x="684585" y="145562"/>
                  <a:pt x="692827" y="150095"/>
                  <a:pt x="696948" y="150095"/>
                </a:cubicBezTo>
                <a:cubicBezTo>
                  <a:pt x="706013" y="150095"/>
                  <a:pt x="727853" y="161223"/>
                  <a:pt x="736507" y="169878"/>
                </a:cubicBezTo>
                <a:cubicBezTo>
                  <a:pt x="740216" y="173175"/>
                  <a:pt x="750518" y="179357"/>
                  <a:pt x="759995" y="183891"/>
                </a:cubicBezTo>
                <a:cubicBezTo>
                  <a:pt x="769473" y="188012"/>
                  <a:pt x="780187" y="195843"/>
                  <a:pt x="783896" y="201613"/>
                </a:cubicBezTo>
                <a:cubicBezTo>
                  <a:pt x="788841" y="208619"/>
                  <a:pt x="794198" y="211916"/>
                  <a:pt x="802851" y="211916"/>
                </a:cubicBezTo>
                <a:cubicBezTo>
                  <a:pt x="813153" y="211916"/>
                  <a:pt x="816450" y="209031"/>
                  <a:pt x="822219" y="197491"/>
                </a:cubicBezTo>
                <a:cubicBezTo>
                  <a:pt x="828812" y="183891"/>
                  <a:pt x="828812" y="182654"/>
                  <a:pt x="821395" y="177296"/>
                </a:cubicBezTo>
                <a:cubicBezTo>
                  <a:pt x="813978" y="171939"/>
                  <a:pt x="814390" y="171526"/>
                  <a:pt x="826752" y="164932"/>
                </a:cubicBezTo>
                <a:cubicBezTo>
                  <a:pt x="844883" y="155453"/>
                  <a:pt x="854361" y="140616"/>
                  <a:pt x="848592" y="129900"/>
                </a:cubicBezTo>
                <a:cubicBezTo>
                  <a:pt x="844883" y="122894"/>
                  <a:pt x="846532" y="120009"/>
                  <a:pt x="860542" y="107645"/>
                </a:cubicBezTo>
                <a:cubicBezTo>
                  <a:pt x="870020" y="99402"/>
                  <a:pt x="877025" y="89923"/>
                  <a:pt x="877025" y="84977"/>
                </a:cubicBezTo>
                <a:cubicBezTo>
                  <a:pt x="877025" y="75910"/>
                  <a:pt x="893096" y="68492"/>
                  <a:pt x="900926" y="73437"/>
                </a:cubicBezTo>
                <a:cubicBezTo>
                  <a:pt x="907519" y="77559"/>
                  <a:pt x="926475" y="59425"/>
                  <a:pt x="926475" y="49121"/>
                </a:cubicBezTo>
                <a:cubicBezTo>
                  <a:pt x="926475" y="43763"/>
                  <a:pt x="928123" y="38405"/>
                  <a:pt x="930183" y="37169"/>
                </a:cubicBezTo>
                <a:cubicBezTo>
                  <a:pt x="931832" y="35933"/>
                  <a:pt x="934716" y="29750"/>
                  <a:pt x="935952" y="23156"/>
                </a:cubicBezTo>
                <a:cubicBezTo>
                  <a:pt x="937601" y="15326"/>
                  <a:pt x="942546" y="9556"/>
                  <a:pt x="953260" y="4610"/>
                </a:cubicBezTo>
                <a:cubicBezTo>
                  <a:pt x="966858" y="-1984"/>
                  <a:pt x="968919" y="-1984"/>
                  <a:pt x="980457" y="3786"/>
                </a:cubicBezTo>
                <a:cubicBezTo>
                  <a:pt x="987050" y="7495"/>
                  <a:pt x="994055" y="13265"/>
                  <a:pt x="995292" y="16562"/>
                </a:cubicBezTo>
                <a:cubicBezTo>
                  <a:pt x="996528" y="19859"/>
                  <a:pt x="1002709" y="22332"/>
                  <a:pt x="1009302" y="22332"/>
                </a:cubicBezTo>
                <a:cubicBezTo>
                  <a:pt x="1020840" y="22332"/>
                  <a:pt x="1030730" y="14913"/>
                  <a:pt x="1040620" y="-748"/>
                </a:cubicBezTo>
                <a:cubicBezTo>
                  <a:pt x="1045153" y="-8166"/>
                  <a:pt x="1045565" y="-8166"/>
                  <a:pt x="1056279" y="2961"/>
                </a:cubicBezTo>
                <a:cubicBezTo>
                  <a:pt x="1067817" y="14913"/>
                  <a:pt x="1071526" y="16150"/>
                  <a:pt x="1082652" y="9968"/>
                </a:cubicBezTo>
                <a:cubicBezTo>
                  <a:pt x="1088421" y="7083"/>
                  <a:pt x="1093366" y="8731"/>
                  <a:pt x="1103668" y="18211"/>
                </a:cubicBezTo>
                <a:cubicBezTo>
                  <a:pt x="1116442" y="29750"/>
                  <a:pt x="1116855" y="30987"/>
                  <a:pt x="1110673" y="37993"/>
                </a:cubicBezTo>
                <a:cubicBezTo>
                  <a:pt x="1103256" y="45824"/>
                  <a:pt x="1101196" y="55303"/>
                  <a:pt x="1106965" y="55303"/>
                </a:cubicBezTo>
                <a:cubicBezTo>
                  <a:pt x="1108613" y="55303"/>
                  <a:pt x="1119327" y="52418"/>
                  <a:pt x="1130453" y="48709"/>
                </a:cubicBezTo>
                <a:cubicBezTo>
                  <a:pt x="1149409" y="42939"/>
                  <a:pt x="1151469" y="42939"/>
                  <a:pt x="1155178" y="49945"/>
                </a:cubicBezTo>
                <a:cubicBezTo>
                  <a:pt x="1157650" y="53655"/>
                  <a:pt x="1164656" y="62310"/>
                  <a:pt x="1170837" y="68904"/>
                </a:cubicBezTo>
                <a:cubicBezTo>
                  <a:pt x="1181551" y="80032"/>
                  <a:pt x="1182787" y="80444"/>
                  <a:pt x="1189792" y="74262"/>
                </a:cubicBezTo>
                <a:cubicBezTo>
                  <a:pt x="1193913" y="70552"/>
                  <a:pt x="1198858" y="67667"/>
                  <a:pt x="1201330" y="67667"/>
                </a:cubicBezTo>
                <a:cubicBezTo>
                  <a:pt x="1207100" y="67667"/>
                  <a:pt x="1223171" y="93220"/>
                  <a:pt x="1223171" y="102287"/>
                </a:cubicBezTo>
                <a:cubicBezTo>
                  <a:pt x="1223171" y="105996"/>
                  <a:pt x="1226467" y="110118"/>
                  <a:pt x="1230588" y="111766"/>
                </a:cubicBezTo>
                <a:cubicBezTo>
                  <a:pt x="1234297" y="113003"/>
                  <a:pt x="1243774" y="120421"/>
                  <a:pt x="1251192" y="128252"/>
                </a:cubicBezTo>
                <a:cubicBezTo>
                  <a:pt x="1258609" y="135670"/>
                  <a:pt x="1267263" y="141852"/>
                  <a:pt x="1270147" y="141852"/>
                </a:cubicBezTo>
                <a:cubicBezTo>
                  <a:pt x="1275504" y="141852"/>
                  <a:pt x="1284982" y="158750"/>
                  <a:pt x="1284982" y="168641"/>
                </a:cubicBezTo>
                <a:cubicBezTo>
                  <a:pt x="1284982" y="171526"/>
                  <a:pt x="1289927" y="183891"/>
                  <a:pt x="1296108" y="195843"/>
                </a:cubicBezTo>
                <a:cubicBezTo>
                  <a:pt x="1304350" y="211092"/>
                  <a:pt x="1305998" y="218098"/>
                  <a:pt x="1302289" y="219335"/>
                </a:cubicBezTo>
                <a:cubicBezTo>
                  <a:pt x="1294872" y="221807"/>
                  <a:pt x="1296520" y="239529"/>
                  <a:pt x="1304762" y="245712"/>
                </a:cubicBezTo>
                <a:cubicBezTo>
                  <a:pt x="1309295" y="248597"/>
                  <a:pt x="1315064" y="255603"/>
                  <a:pt x="1317948" y="261373"/>
                </a:cubicBezTo>
                <a:cubicBezTo>
                  <a:pt x="1320833" y="267143"/>
                  <a:pt x="1325366" y="272913"/>
                  <a:pt x="1327838" y="274561"/>
                </a:cubicBezTo>
                <a:cubicBezTo>
                  <a:pt x="1330723" y="276622"/>
                  <a:pt x="1329487" y="280743"/>
                  <a:pt x="1323305" y="286513"/>
                </a:cubicBezTo>
                <a:cubicBezTo>
                  <a:pt x="1315064" y="295168"/>
                  <a:pt x="1314240" y="295168"/>
                  <a:pt x="1301053" y="288574"/>
                </a:cubicBezTo>
                <a:cubicBezTo>
                  <a:pt x="1285394" y="280743"/>
                  <a:pt x="1272620" y="283216"/>
                  <a:pt x="1272620" y="294344"/>
                </a:cubicBezTo>
                <a:cubicBezTo>
                  <a:pt x="1272620" y="304235"/>
                  <a:pt x="1290751" y="316600"/>
                  <a:pt x="1299405" y="313302"/>
                </a:cubicBezTo>
                <a:cubicBezTo>
                  <a:pt x="1305174" y="311242"/>
                  <a:pt x="1305174" y="311654"/>
                  <a:pt x="1299405" y="319897"/>
                </a:cubicBezTo>
                <a:cubicBezTo>
                  <a:pt x="1290339" y="333497"/>
                  <a:pt x="1291575" y="343389"/>
                  <a:pt x="1303938" y="347922"/>
                </a:cubicBezTo>
                <a:cubicBezTo>
                  <a:pt x="1318360" y="353692"/>
                  <a:pt x="1318360" y="353280"/>
                  <a:pt x="1315476" y="342152"/>
                </a:cubicBezTo>
                <a:cubicBezTo>
                  <a:pt x="1312591" y="329376"/>
                  <a:pt x="1317124" y="314127"/>
                  <a:pt x="1323305" y="316187"/>
                </a:cubicBezTo>
                <a:cubicBezTo>
                  <a:pt x="1326190" y="317012"/>
                  <a:pt x="1328250" y="324430"/>
                  <a:pt x="1328662" y="332261"/>
                </a:cubicBezTo>
                <a:cubicBezTo>
                  <a:pt x="1329074" y="341328"/>
                  <a:pt x="1334019" y="353692"/>
                  <a:pt x="1342261" y="365644"/>
                </a:cubicBezTo>
                <a:cubicBezTo>
                  <a:pt x="1349266" y="375948"/>
                  <a:pt x="1355035" y="387075"/>
                  <a:pt x="1355035" y="390373"/>
                </a:cubicBezTo>
                <a:cubicBezTo>
                  <a:pt x="1355035" y="393257"/>
                  <a:pt x="1356272" y="397379"/>
                  <a:pt x="1357920" y="399027"/>
                </a:cubicBezTo>
                <a:cubicBezTo>
                  <a:pt x="1359568" y="400264"/>
                  <a:pt x="1361217" y="403973"/>
                  <a:pt x="1361629" y="406858"/>
                </a:cubicBezTo>
                <a:cubicBezTo>
                  <a:pt x="1362041" y="409743"/>
                  <a:pt x="1363689" y="417162"/>
                  <a:pt x="1365337" y="423344"/>
                </a:cubicBezTo>
                <a:cubicBezTo>
                  <a:pt x="1368222" y="434059"/>
                  <a:pt x="1367810" y="434884"/>
                  <a:pt x="1357508" y="431999"/>
                </a:cubicBezTo>
                <a:cubicBezTo>
                  <a:pt x="1345558" y="429114"/>
                  <a:pt x="1344733" y="431174"/>
                  <a:pt x="1350915" y="443126"/>
                </a:cubicBezTo>
                <a:cubicBezTo>
                  <a:pt x="1353387" y="447248"/>
                  <a:pt x="1359156" y="450957"/>
                  <a:pt x="1363277" y="450957"/>
                </a:cubicBezTo>
                <a:cubicBezTo>
                  <a:pt x="1367810" y="450957"/>
                  <a:pt x="1371518" y="453018"/>
                  <a:pt x="1371518" y="455078"/>
                </a:cubicBezTo>
                <a:cubicBezTo>
                  <a:pt x="1371518" y="457551"/>
                  <a:pt x="1366986" y="459200"/>
                  <a:pt x="1361217" y="459200"/>
                </a:cubicBezTo>
                <a:cubicBezTo>
                  <a:pt x="1352975" y="459200"/>
                  <a:pt x="1350915" y="461260"/>
                  <a:pt x="1350915" y="469091"/>
                </a:cubicBezTo>
                <a:cubicBezTo>
                  <a:pt x="1350915" y="474861"/>
                  <a:pt x="1355035" y="482280"/>
                  <a:pt x="1359980" y="485577"/>
                </a:cubicBezTo>
                <a:cubicBezTo>
                  <a:pt x="1372343" y="494232"/>
                  <a:pt x="1375227" y="493819"/>
                  <a:pt x="1379760" y="483104"/>
                </a:cubicBezTo>
                <a:cubicBezTo>
                  <a:pt x="1383469" y="473625"/>
                  <a:pt x="1383469" y="473625"/>
                  <a:pt x="1383469" y="483928"/>
                </a:cubicBezTo>
                <a:cubicBezTo>
                  <a:pt x="1383881" y="489698"/>
                  <a:pt x="1387177" y="503711"/>
                  <a:pt x="1391710" y="515663"/>
                </a:cubicBezTo>
                <a:cubicBezTo>
                  <a:pt x="1396655" y="528851"/>
                  <a:pt x="1397479" y="536270"/>
                  <a:pt x="1394595" y="535858"/>
                </a:cubicBezTo>
                <a:cubicBezTo>
                  <a:pt x="1385117" y="534621"/>
                  <a:pt x="1379760" y="528439"/>
                  <a:pt x="1379760" y="518960"/>
                </a:cubicBezTo>
                <a:cubicBezTo>
                  <a:pt x="1379760" y="513602"/>
                  <a:pt x="1378112" y="508244"/>
                  <a:pt x="1376051" y="506596"/>
                </a:cubicBezTo>
                <a:cubicBezTo>
                  <a:pt x="1371106" y="503711"/>
                  <a:pt x="1373579" y="561410"/>
                  <a:pt x="1379348" y="575011"/>
                </a:cubicBezTo>
                <a:cubicBezTo>
                  <a:pt x="1386765" y="593145"/>
                  <a:pt x="1395419" y="625704"/>
                  <a:pt x="1399952" y="652905"/>
                </a:cubicBezTo>
                <a:cubicBezTo>
                  <a:pt x="1402424" y="667742"/>
                  <a:pt x="1406545" y="689998"/>
                  <a:pt x="1409018" y="702362"/>
                </a:cubicBezTo>
                <a:cubicBezTo>
                  <a:pt x="1411490" y="714726"/>
                  <a:pt x="1413962" y="734509"/>
                  <a:pt x="1414375" y="745637"/>
                </a:cubicBezTo>
                <a:cubicBezTo>
                  <a:pt x="1414787" y="757177"/>
                  <a:pt x="1417671" y="770777"/>
                  <a:pt x="1420968" y="776547"/>
                </a:cubicBezTo>
                <a:cubicBezTo>
                  <a:pt x="1424264" y="782317"/>
                  <a:pt x="1427149" y="802512"/>
                  <a:pt x="1427973" y="821882"/>
                </a:cubicBezTo>
                <a:cubicBezTo>
                  <a:pt x="1429209" y="845374"/>
                  <a:pt x="1432094" y="860211"/>
                  <a:pt x="1436627" y="867218"/>
                </a:cubicBezTo>
                <a:cubicBezTo>
                  <a:pt x="1448989" y="886176"/>
                  <a:pt x="1455582" y="972726"/>
                  <a:pt x="1445692" y="990860"/>
                </a:cubicBezTo>
                <a:cubicBezTo>
                  <a:pt x="1441984" y="997454"/>
                  <a:pt x="1442396" y="1002400"/>
                  <a:pt x="1447341" y="1012291"/>
                </a:cubicBezTo>
                <a:cubicBezTo>
                  <a:pt x="1451049" y="1019297"/>
                  <a:pt x="1453934" y="1032898"/>
                  <a:pt x="1453934" y="1041965"/>
                </a:cubicBezTo>
                <a:cubicBezTo>
                  <a:pt x="1453934" y="1058038"/>
                  <a:pt x="1460115" y="1071227"/>
                  <a:pt x="1473714" y="1085240"/>
                </a:cubicBezTo>
                <a:cubicBezTo>
                  <a:pt x="1477834" y="1089361"/>
                  <a:pt x="1478659" y="1096367"/>
                  <a:pt x="1477010" y="1107907"/>
                </a:cubicBezTo>
                <a:cubicBezTo>
                  <a:pt x="1475362" y="1117386"/>
                  <a:pt x="1474126" y="1127690"/>
                  <a:pt x="1474538" y="1130987"/>
                </a:cubicBezTo>
                <a:cubicBezTo>
                  <a:pt x="1475774" y="1160249"/>
                  <a:pt x="1474538" y="1165195"/>
                  <a:pt x="1465884" y="1174674"/>
                </a:cubicBezTo>
                <a:cubicBezTo>
                  <a:pt x="1458055" y="1183329"/>
                  <a:pt x="1457231" y="1185802"/>
                  <a:pt x="1461763" y="1195281"/>
                </a:cubicBezTo>
                <a:cubicBezTo>
                  <a:pt x="1465884" y="1204348"/>
                  <a:pt x="1465472" y="1208057"/>
                  <a:pt x="1459291" y="1216712"/>
                </a:cubicBezTo>
                <a:cubicBezTo>
                  <a:pt x="1455170" y="1222070"/>
                  <a:pt x="1450225" y="1229901"/>
                  <a:pt x="1447753" y="1233610"/>
                </a:cubicBezTo>
                <a:cubicBezTo>
                  <a:pt x="1445692" y="1237319"/>
                  <a:pt x="1439511" y="1245974"/>
                  <a:pt x="1434566" y="1253393"/>
                </a:cubicBezTo>
                <a:cubicBezTo>
                  <a:pt x="1429209" y="1260399"/>
                  <a:pt x="1425089" y="1268642"/>
                  <a:pt x="1425089" y="1271114"/>
                </a:cubicBezTo>
                <a:cubicBezTo>
                  <a:pt x="1425089" y="1273999"/>
                  <a:pt x="1420556" y="1279769"/>
                  <a:pt x="1414787" y="1284303"/>
                </a:cubicBezTo>
                <a:cubicBezTo>
                  <a:pt x="1408193" y="1289249"/>
                  <a:pt x="1404485" y="1296667"/>
                  <a:pt x="1404485" y="1303674"/>
                </a:cubicBezTo>
                <a:cubicBezTo>
                  <a:pt x="1404485" y="1311916"/>
                  <a:pt x="1400776" y="1318098"/>
                  <a:pt x="1390474" y="1325105"/>
                </a:cubicBezTo>
                <a:cubicBezTo>
                  <a:pt x="1383057" y="1330463"/>
                  <a:pt x="1362041" y="1348597"/>
                  <a:pt x="1344321" y="1365494"/>
                </a:cubicBezTo>
                <a:cubicBezTo>
                  <a:pt x="1302702" y="1404236"/>
                  <a:pt x="1290339" y="1412066"/>
                  <a:pt x="1280449" y="1405884"/>
                </a:cubicBezTo>
                <a:cubicBezTo>
                  <a:pt x="1274680" y="1402175"/>
                  <a:pt x="1270147" y="1403411"/>
                  <a:pt x="1257373" y="1412478"/>
                </a:cubicBezTo>
                <a:cubicBezTo>
                  <a:pt x="1248307" y="1418660"/>
                  <a:pt x="1238005" y="1423606"/>
                  <a:pt x="1234297" y="1423606"/>
                </a:cubicBezTo>
                <a:cubicBezTo>
                  <a:pt x="1230588" y="1423606"/>
                  <a:pt x="1221110" y="1426903"/>
                  <a:pt x="1212869" y="1430612"/>
                </a:cubicBezTo>
                <a:cubicBezTo>
                  <a:pt x="1200506" y="1436382"/>
                  <a:pt x="1197210" y="1436795"/>
                  <a:pt x="1194325" y="1432261"/>
                </a:cubicBezTo>
                <a:cubicBezTo>
                  <a:pt x="1192265" y="1428552"/>
                  <a:pt x="1188556" y="1427727"/>
                  <a:pt x="1183611" y="1429788"/>
                </a:cubicBezTo>
                <a:cubicBezTo>
                  <a:pt x="1179078" y="1431849"/>
                  <a:pt x="1166716" y="1433497"/>
                  <a:pt x="1155178" y="1433910"/>
                </a:cubicBezTo>
                <a:cubicBezTo>
                  <a:pt x="1144052" y="1433910"/>
                  <a:pt x="1129217" y="1435558"/>
                  <a:pt x="1122212" y="1436795"/>
                </a:cubicBezTo>
                <a:cubicBezTo>
                  <a:pt x="1115618" y="1438443"/>
                  <a:pt x="1103256" y="1437619"/>
                  <a:pt x="1095427" y="1435558"/>
                </a:cubicBezTo>
                <a:close/>
                <a:moveTo>
                  <a:pt x="1006418" y="1192808"/>
                </a:moveTo>
                <a:cubicBezTo>
                  <a:pt x="1021253" y="1182505"/>
                  <a:pt x="1025373" y="1177147"/>
                  <a:pt x="1027434" y="1164783"/>
                </a:cubicBezTo>
                <a:cubicBezTo>
                  <a:pt x="1028670" y="1156540"/>
                  <a:pt x="1031142" y="1145000"/>
                  <a:pt x="1032379" y="1139230"/>
                </a:cubicBezTo>
                <a:cubicBezTo>
                  <a:pt x="1034439" y="1129751"/>
                  <a:pt x="1038148" y="1053505"/>
                  <a:pt x="1037736" y="1025892"/>
                </a:cubicBezTo>
                <a:cubicBezTo>
                  <a:pt x="1037736" y="1019297"/>
                  <a:pt x="1037736" y="1001987"/>
                  <a:pt x="1037736" y="987563"/>
                </a:cubicBezTo>
                <a:cubicBezTo>
                  <a:pt x="1037736" y="963658"/>
                  <a:pt x="1036911" y="961598"/>
                  <a:pt x="1027434" y="957889"/>
                </a:cubicBezTo>
                <a:cubicBezTo>
                  <a:pt x="1018368" y="954591"/>
                  <a:pt x="1017544" y="952531"/>
                  <a:pt x="1021253" y="945936"/>
                </a:cubicBezTo>
                <a:cubicBezTo>
                  <a:pt x="1023313" y="941403"/>
                  <a:pt x="1025373" y="928627"/>
                  <a:pt x="1025373" y="917087"/>
                </a:cubicBezTo>
                <a:cubicBezTo>
                  <a:pt x="1025373" y="900189"/>
                  <a:pt x="1023725" y="895243"/>
                  <a:pt x="1015071" y="888649"/>
                </a:cubicBezTo>
                <a:cubicBezTo>
                  <a:pt x="1004357" y="879994"/>
                  <a:pt x="989523" y="880406"/>
                  <a:pt x="982105" y="889885"/>
                </a:cubicBezTo>
                <a:cubicBezTo>
                  <a:pt x="980045" y="892358"/>
                  <a:pt x="972627" y="897716"/>
                  <a:pt x="965622" y="901425"/>
                </a:cubicBezTo>
                <a:cubicBezTo>
                  <a:pt x="959029" y="905135"/>
                  <a:pt x="949139" y="910492"/>
                  <a:pt x="943782" y="912965"/>
                </a:cubicBezTo>
                <a:cubicBezTo>
                  <a:pt x="936365" y="917087"/>
                  <a:pt x="931832" y="916675"/>
                  <a:pt x="919881" y="911317"/>
                </a:cubicBezTo>
                <a:cubicBezTo>
                  <a:pt x="901750" y="902250"/>
                  <a:pt x="896805" y="902662"/>
                  <a:pt x="884443" y="912141"/>
                </a:cubicBezTo>
                <a:cubicBezTo>
                  <a:pt x="874141" y="920384"/>
                  <a:pt x="860954" y="919972"/>
                  <a:pt x="811093" y="910080"/>
                </a:cubicBezTo>
                <a:cubicBezTo>
                  <a:pt x="797082" y="907195"/>
                  <a:pt x="718788" y="880406"/>
                  <a:pt x="650795" y="855266"/>
                </a:cubicBezTo>
                <a:cubicBezTo>
                  <a:pt x="631839" y="848259"/>
                  <a:pt x="613708" y="842489"/>
                  <a:pt x="610411" y="842489"/>
                </a:cubicBezTo>
                <a:cubicBezTo>
                  <a:pt x="598873" y="842489"/>
                  <a:pt x="530880" y="807458"/>
                  <a:pt x="532529" y="802512"/>
                </a:cubicBezTo>
                <a:cubicBezTo>
                  <a:pt x="535413" y="795506"/>
                  <a:pt x="526759" y="790560"/>
                  <a:pt x="523051" y="796742"/>
                </a:cubicBezTo>
                <a:cubicBezTo>
                  <a:pt x="520578" y="800039"/>
                  <a:pt x="511925" y="797154"/>
                  <a:pt x="492145" y="786851"/>
                </a:cubicBezTo>
                <a:cubicBezTo>
                  <a:pt x="472777" y="776547"/>
                  <a:pt x="461651" y="773250"/>
                  <a:pt x="454646" y="774899"/>
                </a:cubicBezTo>
                <a:cubicBezTo>
                  <a:pt x="440635" y="778608"/>
                  <a:pt x="438575" y="782729"/>
                  <a:pt x="445992" y="795918"/>
                </a:cubicBezTo>
                <a:cubicBezTo>
                  <a:pt x="449701" y="802512"/>
                  <a:pt x="456294" y="815700"/>
                  <a:pt x="460415" y="826004"/>
                </a:cubicBezTo>
                <a:cubicBezTo>
                  <a:pt x="468244" y="843726"/>
                  <a:pt x="481019" y="866806"/>
                  <a:pt x="485552" y="871339"/>
                </a:cubicBezTo>
                <a:cubicBezTo>
                  <a:pt x="486788" y="872576"/>
                  <a:pt x="500799" y="891122"/>
                  <a:pt x="517282" y="912553"/>
                </a:cubicBezTo>
                <a:cubicBezTo>
                  <a:pt x="549424" y="955416"/>
                  <a:pt x="588159" y="994569"/>
                  <a:pt x="629779" y="1026304"/>
                </a:cubicBezTo>
                <a:cubicBezTo>
                  <a:pt x="676344" y="1061748"/>
                  <a:pt x="695299" y="1074524"/>
                  <a:pt x="764528" y="1113677"/>
                </a:cubicBezTo>
                <a:cubicBezTo>
                  <a:pt x="839114" y="1156128"/>
                  <a:pt x="904223" y="1188687"/>
                  <a:pt x="915761" y="1188687"/>
                </a:cubicBezTo>
                <a:cubicBezTo>
                  <a:pt x="920706" y="1188687"/>
                  <a:pt x="928123" y="1191159"/>
                  <a:pt x="932656" y="1194457"/>
                </a:cubicBezTo>
                <a:cubicBezTo>
                  <a:pt x="953672" y="1209294"/>
                  <a:pt x="982929" y="1208469"/>
                  <a:pt x="1006418" y="1192808"/>
                </a:cubicBezTo>
                <a:close/>
                <a:moveTo>
                  <a:pt x="1015071" y="836307"/>
                </a:moveTo>
                <a:cubicBezTo>
                  <a:pt x="1015071" y="826004"/>
                  <a:pt x="1013423" y="823943"/>
                  <a:pt x="1004769" y="823943"/>
                </a:cubicBezTo>
                <a:cubicBezTo>
                  <a:pt x="998176" y="823943"/>
                  <a:pt x="994055" y="826416"/>
                  <a:pt x="993231" y="831362"/>
                </a:cubicBezTo>
                <a:cubicBezTo>
                  <a:pt x="990759" y="843726"/>
                  <a:pt x="995704" y="851557"/>
                  <a:pt x="1005594" y="849908"/>
                </a:cubicBezTo>
                <a:cubicBezTo>
                  <a:pt x="1013011" y="849084"/>
                  <a:pt x="1015071" y="846199"/>
                  <a:pt x="1015071" y="836307"/>
                </a:cubicBezTo>
                <a:close/>
                <a:moveTo>
                  <a:pt x="627718" y="834659"/>
                </a:moveTo>
                <a:cubicBezTo>
                  <a:pt x="630603" y="829713"/>
                  <a:pt x="617004" y="821882"/>
                  <a:pt x="605466" y="821882"/>
                </a:cubicBezTo>
                <a:cubicBezTo>
                  <a:pt x="593928" y="821882"/>
                  <a:pt x="594340" y="827652"/>
                  <a:pt x="606290" y="833422"/>
                </a:cubicBezTo>
                <a:cubicBezTo>
                  <a:pt x="617829" y="839192"/>
                  <a:pt x="624422" y="839192"/>
                  <a:pt x="627718" y="834659"/>
                </a:cubicBezTo>
                <a:close/>
                <a:moveTo>
                  <a:pt x="1011775" y="798803"/>
                </a:moveTo>
                <a:cubicBezTo>
                  <a:pt x="1013011" y="795506"/>
                  <a:pt x="1011775" y="784790"/>
                  <a:pt x="1008890" y="775311"/>
                </a:cubicBezTo>
                <a:cubicBezTo>
                  <a:pt x="1002297" y="755116"/>
                  <a:pt x="1001473" y="748522"/>
                  <a:pt x="1000649" y="704423"/>
                </a:cubicBezTo>
                <a:cubicBezTo>
                  <a:pt x="1000237" y="685464"/>
                  <a:pt x="997352" y="666094"/>
                  <a:pt x="993643" y="658263"/>
                </a:cubicBezTo>
                <a:cubicBezTo>
                  <a:pt x="990347" y="650845"/>
                  <a:pt x="988698" y="643426"/>
                  <a:pt x="989935" y="641365"/>
                </a:cubicBezTo>
                <a:cubicBezTo>
                  <a:pt x="991171" y="639305"/>
                  <a:pt x="989523" y="628589"/>
                  <a:pt x="986226" y="617461"/>
                </a:cubicBezTo>
                <a:cubicBezTo>
                  <a:pt x="982929" y="605921"/>
                  <a:pt x="981693" y="595206"/>
                  <a:pt x="983753" y="591909"/>
                </a:cubicBezTo>
                <a:cubicBezTo>
                  <a:pt x="988286" y="583666"/>
                  <a:pt x="982105" y="563059"/>
                  <a:pt x="971803" y="551931"/>
                </a:cubicBezTo>
                <a:cubicBezTo>
                  <a:pt x="966446" y="546573"/>
                  <a:pt x="965210" y="541628"/>
                  <a:pt x="967682" y="539155"/>
                </a:cubicBezTo>
                <a:cubicBezTo>
                  <a:pt x="974276" y="532561"/>
                  <a:pt x="967682" y="504947"/>
                  <a:pt x="959029" y="502474"/>
                </a:cubicBezTo>
                <a:cubicBezTo>
                  <a:pt x="949139" y="499177"/>
                  <a:pt x="942134" y="486401"/>
                  <a:pt x="945430" y="478158"/>
                </a:cubicBezTo>
                <a:cubicBezTo>
                  <a:pt x="946666" y="474861"/>
                  <a:pt x="943782" y="466618"/>
                  <a:pt x="938837" y="460436"/>
                </a:cubicBezTo>
                <a:cubicBezTo>
                  <a:pt x="933892" y="454254"/>
                  <a:pt x="927299" y="442714"/>
                  <a:pt x="924002" y="434884"/>
                </a:cubicBezTo>
                <a:cubicBezTo>
                  <a:pt x="918645" y="421695"/>
                  <a:pt x="917821" y="421283"/>
                  <a:pt x="910816" y="427877"/>
                </a:cubicBezTo>
                <a:cubicBezTo>
                  <a:pt x="906695" y="431586"/>
                  <a:pt x="899278" y="434471"/>
                  <a:pt x="894333" y="434471"/>
                </a:cubicBezTo>
                <a:cubicBezTo>
                  <a:pt x="889388" y="434471"/>
                  <a:pt x="879086" y="437769"/>
                  <a:pt x="870844" y="441478"/>
                </a:cubicBezTo>
                <a:cubicBezTo>
                  <a:pt x="858482" y="447248"/>
                  <a:pt x="855185" y="447660"/>
                  <a:pt x="846120" y="442714"/>
                </a:cubicBezTo>
                <a:cubicBezTo>
                  <a:pt x="840350" y="439829"/>
                  <a:pt x="835818" y="434884"/>
                  <a:pt x="835818" y="431999"/>
                </a:cubicBezTo>
                <a:cubicBezTo>
                  <a:pt x="835818" y="429114"/>
                  <a:pt x="832109" y="424580"/>
                  <a:pt x="827988" y="422519"/>
                </a:cubicBezTo>
                <a:cubicBezTo>
                  <a:pt x="821807" y="419222"/>
                  <a:pt x="817686" y="420047"/>
                  <a:pt x="808621" y="427465"/>
                </a:cubicBezTo>
                <a:cubicBezTo>
                  <a:pt x="802027" y="432411"/>
                  <a:pt x="796258" y="437769"/>
                  <a:pt x="795434" y="439417"/>
                </a:cubicBezTo>
                <a:cubicBezTo>
                  <a:pt x="794610" y="441478"/>
                  <a:pt x="790489" y="442714"/>
                  <a:pt x="786368" y="442714"/>
                </a:cubicBezTo>
                <a:cubicBezTo>
                  <a:pt x="782248" y="442714"/>
                  <a:pt x="777303" y="444775"/>
                  <a:pt x="775654" y="447248"/>
                </a:cubicBezTo>
                <a:cubicBezTo>
                  <a:pt x="774006" y="450545"/>
                  <a:pt x="771946" y="450133"/>
                  <a:pt x="769473" y="446423"/>
                </a:cubicBezTo>
                <a:cubicBezTo>
                  <a:pt x="764940" y="438593"/>
                  <a:pt x="720436" y="440241"/>
                  <a:pt x="693651" y="448896"/>
                </a:cubicBezTo>
                <a:cubicBezTo>
                  <a:pt x="661921" y="459200"/>
                  <a:pt x="646262" y="462909"/>
                  <a:pt x="646262" y="459200"/>
                </a:cubicBezTo>
                <a:cubicBezTo>
                  <a:pt x="646262" y="457551"/>
                  <a:pt x="662333" y="445599"/>
                  <a:pt x="681701" y="432823"/>
                </a:cubicBezTo>
                <a:cubicBezTo>
                  <a:pt x="703541" y="418398"/>
                  <a:pt x="715903" y="407682"/>
                  <a:pt x="713431" y="405210"/>
                </a:cubicBezTo>
                <a:cubicBezTo>
                  <a:pt x="710134" y="401912"/>
                  <a:pt x="690354" y="395730"/>
                  <a:pt x="644202" y="383778"/>
                </a:cubicBezTo>
                <a:cubicBezTo>
                  <a:pt x="623186" y="378420"/>
                  <a:pt x="543243" y="375123"/>
                  <a:pt x="543243" y="379657"/>
                </a:cubicBezTo>
                <a:cubicBezTo>
                  <a:pt x="543243" y="387075"/>
                  <a:pt x="563434" y="415101"/>
                  <a:pt x="585687" y="438181"/>
                </a:cubicBezTo>
                <a:cubicBezTo>
                  <a:pt x="598461" y="451781"/>
                  <a:pt x="609175" y="463733"/>
                  <a:pt x="609175" y="464558"/>
                </a:cubicBezTo>
                <a:cubicBezTo>
                  <a:pt x="609175" y="465382"/>
                  <a:pt x="615768" y="473625"/>
                  <a:pt x="624010" y="482280"/>
                </a:cubicBezTo>
                <a:cubicBezTo>
                  <a:pt x="632251" y="490935"/>
                  <a:pt x="637196" y="498765"/>
                  <a:pt x="634724" y="499589"/>
                </a:cubicBezTo>
                <a:cubicBezTo>
                  <a:pt x="629779" y="501238"/>
                  <a:pt x="633075" y="516899"/>
                  <a:pt x="638433" y="516899"/>
                </a:cubicBezTo>
                <a:cubicBezTo>
                  <a:pt x="640493" y="516899"/>
                  <a:pt x="642141" y="514426"/>
                  <a:pt x="642141" y="511954"/>
                </a:cubicBezTo>
                <a:cubicBezTo>
                  <a:pt x="642141" y="509069"/>
                  <a:pt x="656976" y="521433"/>
                  <a:pt x="675107" y="539567"/>
                </a:cubicBezTo>
                <a:cubicBezTo>
                  <a:pt x="693239" y="557289"/>
                  <a:pt x="707249" y="572538"/>
                  <a:pt x="706425" y="573362"/>
                </a:cubicBezTo>
                <a:cubicBezTo>
                  <a:pt x="703953" y="575835"/>
                  <a:pt x="679228" y="561410"/>
                  <a:pt x="679228" y="557701"/>
                </a:cubicBezTo>
                <a:cubicBezTo>
                  <a:pt x="679228" y="555640"/>
                  <a:pt x="674695" y="551519"/>
                  <a:pt x="668926" y="549046"/>
                </a:cubicBezTo>
                <a:cubicBezTo>
                  <a:pt x="663157" y="546573"/>
                  <a:pt x="658624" y="542040"/>
                  <a:pt x="658624" y="538743"/>
                </a:cubicBezTo>
                <a:cubicBezTo>
                  <a:pt x="658624" y="535858"/>
                  <a:pt x="654504" y="533385"/>
                  <a:pt x="649147" y="533385"/>
                </a:cubicBezTo>
                <a:cubicBezTo>
                  <a:pt x="643790" y="533385"/>
                  <a:pt x="635136" y="528851"/>
                  <a:pt x="629779" y="523081"/>
                </a:cubicBezTo>
                <a:cubicBezTo>
                  <a:pt x="624422" y="517311"/>
                  <a:pt x="618241" y="512778"/>
                  <a:pt x="616180" y="512778"/>
                </a:cubicBezTo>
                <a:cubicBezTo>
                  <a:pt x="614120" y="512778"/>
                  <a:pt x="602994" y="505359"/>
                  <a:pt x="591044" y="496292"/>
                </a:cubicBezTo>
                <a:cubicBezTo>
                  <a:pt x="579505" y="487225"/>
                  <a:pt x="568379" y="478570"/>
                  <a:pt x="565907" y="476922"/>
                </a:cubicBezTo>
                <a:cubicBezTo>
                  <a:pt x="563846" y="474861"/>
                  <a:pt x="555605" y="468679"/>
                  <a:pt x="548188" y="462085"/>
                </a:cubicBezTo>
                <a:cubicBezTo>
                  <a:pt x="532529" y="449308"/>
                  <a:pt x="523463" y="448072"/>
                  <a:pt x="519754" y="457963"/>
                </a:cubicBezTo>
                <a:cubicBezTo>
                  <a:pt x="517694" y="462909"/>
                  <a:pt x="526347" y="473213"/>
                  <a:pt x="549836" y="495880"/>
                </a:cubicBezTo>
                <a:cubicBezTo>
                  <a:pt x="567555" y="513190"/>
                  <a:pt x="590632" y="536682"/>
                  <a:pt x="600933" y="548222"/>
                </a:cubicBezTo>
                <a:cubicBezTo>
                  <a:pt x="617829" y="567592"/>
                  <a:pt x="714667" y="639305"/>
                  <a:pt x="744749" y="654966"/>
                </a:cubicBezTo>
                <a:cubicBezTo>
                  <a:pt x="765352" y="665270"/>
                  <a:pt x="778539" y="661148"/>
                  <a:pt x="763704" y="648784"/>
                </a:cubicBezTo>
                <a:cubicBezTo>
                  <a:pt x="759995" y="645899"/>
                  <a:pt x="758347" y="642602"/>
                  <a:pt x="759583" y="641365"/>
                </a:cubicBezTo>
                <a:cubicBezTo>
                  <a:pt x="760820" y="640129"/>
                  <a:pt x="764940" y="642190"/>
                  <a:pt x="768649" y="645487"/>
                </a:cubicBezTo>
                <a:cubicBezTo>
                  <a:pt x="772770" y="648784"/>
                  <a:pt x="786368" y="655790"/>
                  <a:pt x="798731" y="661148"/>
                </a:cubicBezTo>
                <a:cubicBezTo>
                  <a:pt x="811093" y="666094"/>
                  <a:pt x="825104" y="674749"/>
                  <a:pt x="829636" y="679694"/>
                </a:cubicBezTo>
                <a:cubicBezTo>
                  <a:pt x="839526" y="690822"/>
                  <a:pt x="860954" y="702362"/>
                  <a:pt x="872080" y="702362"/>
                </a:cubicBezTo>
                <a:cubicBezTo>
                  <a:pt x="883207" y="702362"/>
                  <a:pt x="894745" y="718023"/>
                  <a:pt x="903398" y="744812"/>
                </a:cubicBezTo>
                <a:cubicBezTo>
                  <a:pt x="904635" y="748522"/>
                  <a:pt x="908343" y="751819"/>
                  <a:pt x="911228" y="751819"/>
                </a:cubicBezTo>
                <a:cubicBezTo>
                  <a:pt x="919469" y="751819"/>
                  <a:pt x="962325" y="777784"/>
                  <a:pt x="979633" y="793033"/>
                </a:cubicBezTo>
                <a:cubicBezTo>
                  <a:pt x="995292" y="806633"/>
                  <a:pt x="1007654" y="809106"/>
                  <a:pt x="1011775" y="798803"/>
                </a:cubicBezTo>
                <a:close/>
                <a:moveTo>
                  <a:pt x="1091306" y="669391"/>
                </a:moveTo>
                <a:cubicBezTo>
                  <a:pt x="1091306" y="667330"/>
                  <a:pt x="1089657" y="665270"/>
                  <a:pt x="1087185" y="665270"/>
                </a:cubicBezTo>
                <a:cubicBezTo>
                  <a:pt x="1085125" y="665270"/>
                  <a:pt x="1083064" y="667330"/>
                  <a:pt x="1083064" y="669391"/>
                </a:cubicBezTo>
                <a:cubicBezTo>
                  <a:pt x="1083064" y="671864"/>
                  <a:pt x="1085125" y="673512"/>
                  <a:pt x="1087185" y="673512"/>
                </a:cubicBezTo>
                <a:cubicBezTo>
                  <a:pt x="1089657" y="673512"/>
                  <a:pt x="1091306" y="671864"/>
                  <a:pt x="1091306" y="669391"/>
                </a:cubicBezTo>
                <a:close/>
                <a:moveTo>
                  <a:pt x="675107" y="660324"/>
                </a:moveTo>
                <a:cubicBezTo>
                  <a:pt x="675107" y="657851"/>
                  <a:pt x="670575" y="649608"/>
                  <a:pt x="664393" y="641778"/>
                </a:cubicBezTo>
                <a:cubicBezTo>
                  <a:pt x="658624" y="634359"/>
                  <a:pt x="655328" y="626116"/>
                  <a:pt x="656564" y="623643"/>
                </a:cubicBezTo>
                <a:cubicBezTo>
                  <a:pt x="659448" y="619110"/>
                  <a:pt x="575385" y="533385"/>
                  <a:pt x="567967" y="533385"/>
                </a:cubicBezTo>
                <a:cubicBezTo>
                  <a:pt x="565495" y="533385"/>
                  <a:pt x="557665" y="526379"/>
                  <a:pt x="550248" y="518136"/>
                </a:cubicBezTo>
                <a:cubicBezTo>
                  <a:pt x="535413" y="501238"/>
                  <a:pt x="503683" y="479807"/>
                  <a:pt x="493381" y="479807"/>
                </a:cubicBezTo>
                <a:cubicBezTo>
                  <a:pt x="481019" y="479807"/>
                  <a:pt x="476074" y="491759"/>
                  <a:pt x="475250" y="523081"/>
                </a:cubicBezTo>
                <a:cubicBezTo>
                  <a:pt x="474838" y="546573"/>
                  <a:pt x="472777" y="555640"/>
                  <a:pt x="467008" y="562235"/>
                </a:cubicBezTo>
                <a:cubicBezTo>
                  <a:pt x="460415" y="569241"/>
                  <a:pt x="460003" y="572126"/>
                  <a:pt x="464124" y="578720"/>
                </a:cubicBezTo>
                <a:cubicBezTo>
                  <a:pt x="471129" y="589848"/>
                  <a:pt x="470305" y="603036"/>
                  <a:pt x="462887" y="605921"/>
                </a:cubicBezTo>
                <a:cubicBezTo>
                  <a:pt x="454234" y="609219"/>
                  <a:pt x="455058" y="619934"/>
                  <a:pt x="465360" y="630650"/>
                </a:cubicBezTo>
                <a:lnTo>
                  <a:pt x="473601" y="639717"/>
                </a:lnTo>
                <a:lnTo>
                  <a:pt x="490909" y="631062"/>
                </a:lnTo>
                <a:cubicBezTo>
                  <a:pt x="506156" y="623643"/>
                  <a:pt x="533353" y="619934"/>
                  <a:pt x="572088" y="619934"/>
                </a:cubicBezTo>
                <a:cubicBezTo>
                  <a:pt x="577857" y="619934"/>
                  <a:pt x="591456" y="624468"/>
                  <a:pt x="602170" y="630238"/>
                </a:cubicBezTo>
                <a:cubicBezTo>
                  <a:pt x="613296" y="636008"/>
                  <a:pt x="624834" y="640541"/>
                  <a:pt x="627718" y="640541"/>
                </a:cubicBezTo>
                <a:cubicBezTo>
                  <a:pt x="630603" y="640541"/>
                  <a:pt x="635548" y="643426"/>
                  <a:pt x="638433" y="647548"/>
                </a:cubicBezTo>
                <a:cubicBezTo>
                  <a:pt x="646262" y="657027"/>
                  <a:pt x="667690" y="669391"/>
                  <a:pt x="671811" y="666918"/>
                </a:cubicBezTo>
                <a:cubicBezTo>
                  <a:pt x="673459" y="665682"/>
                  <a:pt x="675107" y="662797"/>
                  <a:pt x="675107" y="660324"/>
                </a:cubicBezTo>
                <a:close/>
                <a:moveTo>
                  <a:pt x="1045977" y="592733"/>
                </a:moveTo>
                <a:cubicBezTo>
                  <a:pt x="1045977" y="580781"/>
                  <a:pt x="1036499" y="553992"/>
                  <a:pt x="1032379" y="553992"/>
                </a:cubicBezTo>
                <a:cubicBezTo>
                  <a:pt x="1028258" y="553992"/>
                  <a:pt x="1031142" y="588199"/>
                  <a:pt x="1036087" y="595618"/>
                </a:cubicBezTo>
                <a:cubicBezTo>
                  <a:pt x="1039796" y="601800"/>
                  <a:pt x="1045977" y="599739"/>
                  <a:pt x="1045977" y="592733"/>
                </a:cubicBezTo>
                <a:close/>
                <a:moveTo>
                  <a:pt x="963562" y="397791"/>
                </a:moveTo>
                <a:cubicBezTo>
                  <a:pt x="963562" y="389960"/>
                  <a:pt x="956144" y="385015"/>
                  <a:pt x="944606" y="385015"/>
                </a:cubicBezTo>
                <a:cubicBezTo>
                  <a:pt x="936365" y="385015"/>
                  <a:pt x="937601" y="396142"/>
                  <a:pt x="946254" y="401088"/>
                </a:cubicBezTo>
                <a:cubicBezTo>
                  <a:pt x="956968" y="407682"/>
                  <a:pt x="963562" y="406446"/>
                  <a:pt x="963562" y="397791"/>
                </a:cubicBezTo>
                <a:close/>
                <a:moveTo>
                  <a:pt x="554369" y="345449"/>
                </a:moveTo>
                <a:cubicBezTo>
                  <a:pt x="553132" y="343801"/>
                  <a:pt x="548600" y="344213"/>
                  <a:pt x="544479" y="345449"/>
                </a:cubicBezTo>
                <a:cubicBezTo>
                  <a:pt x="538298" y="347922"/>
                  <a:pt x="538298" y="348746"/>
                  <a:pt x="543243" y="352044"/>
                </a:cubicBezTo>
                <a:cubicBezTo>
                  <a:pt x="549836" y="356165"/>
                  <a:pt x="559314" y="350395"/>
                  <a:pt x="554369" y="345449"/>
                </a:cubicBezTo>
                <a:close/>
                <a:moveTo>
                  <a:pt x="180614" y="306296"/>
                </a:moveTo>
                <a:cubicBezTo>
                  <a:pt x="180614" y="295993"/>
                  <a:pt x="167016" y="297229"/>
                  <a:pt x="164955" y="307945"/>
                </a:cubicBezTo>
                <a:cubicBezTo>
                  <a:pt x="164131" y="312890"/>
                  <a:pt x="166192" y="314951"/>
                  <a:pt x="171961" y="314951"/>
                </a:cubicBezTo>
                <a:cubicBezTo>
                  <a:pt x="178142" y="314951"/>
                  <a:pt x="180614" y="312478"/>
                  <a:pt x="180614" y="306296"/>
                </a:cubicBezTo>
                <a:close/>
                <a:moveTo>
                  <a:pt x="1231412" y="259312"/>
                </a:moveTo>
                <a:cubicBezTo>
                  <a:pt x="1231412" y="256015"/>
                  <a:pt x="1228528" y="253130"/>
                  <a:pt x="1225231" y="253130"/>
                </a:cubicBezTo>
                <a:cubicBezTo>
                  <a:pt x="1218638" y="253130"/>
                  <a:pt x="1216989" y="258076"/>
                  <a:pt x="1221934" y="262609"/>
                </a:cubicBezTo>
                <a:cubicBezTo>
                  <a:pt x="1226467" y="267555"/>
                  <a:pt x="1231412" y="265906"/>
                  <a:pt x="1231412" y="259312"/>
                </a:cubicBezTo>
                <a:close/>
                <a:moveTo>
                  <a:pt x="889388" y="227165"/>
                </a:moveTo>
                <a:cubicBezTo>
                  <a:pt x="889388" y="219335"/>
                  <a:pt x="885267" y="216038"/>
                  <a:pt x="878674" y="218922"/>
                </a:cubicBezTo>
                <a:cubicBezTo>
                  <a:pt x="870020" y="222220"/>
                  <a:pt x="871668" y="232523"/>
                  <a:pt x="881146" y="232523"/>
                </a:cubicBezTo>
                <a:cubicBezTo>
                  <a:pt x="885679" y="232523"/>
                  <a:pt x="889388" y="230050"/>
                  <a:pt x="889388" y="227165"/>
                </a:cubicBezTo>
                <a:close/>
                <a:moveTo>
                  <a:pt x="1144876" y="166581"/>
                </a:moveTo>
                <a:cubicBezTo>
                  <a:pt x="1144876" y="164520"/>
                  <a:pt x="1143228" y="162459"/>
                  <a:pt x="1140755" y="162459"/>
                </a:cubicBezTo>
                <a:cubicBezTo>
                  <a:pt x="1138695" y="162459"/>
                  <a:pt x="1136634" y="164520"/>
                  <a:pt x="1136634" y="166581"/>
                </a:cubicBezTo>
                <a:cubicBezTo>
                  <a:pt x="1136634" y="169054"/>
                  <a:pt x="1138695" y="170702"/>
                  <a:pt x="1140755" y="170702"/>
                </a:cubicBezTo>
                <a:cubicBezTo>
                  <a:pt x="1143228" y="170702"/>
                  <a:pt x="1144876" y="169054"/>
                  <a:pt x="1144876" y="166581"/>
                </a:cubicBezTo>
                <a:close/>
                <a:moveTo>
                  <a:pt x="510276" y="152156"/>
                </a:moveTo>
                <a:cubicBezTo>
                  <a:pt x="510276" y="145562"/>
                  <a:pt x="499150" y="138967"/>
                  <a:pt x="495030" y="143089"/>
                </a:cubicBezTo>
                <a:cubicBezTo>
                  <a:pt x="493793" y="144737"/>
                  <a:pt x="493793" y="148447"/>
                  <a:pt x="495030" y="152156"/>
                </a:cubicBezTo>
                <a:cubicBezTo>
                  <a:pt x="498326" y="160399"/>
                  <a:pt x="510276" y="160399"/>
                  <a:pt x="510276" y="152156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D57175B5-1C83-EFCD-49A5-493DF8BC3269}"/>
              </a:ext>
            </a:extLst>
          </p:cNvPr>
          <p:cNvSpPr/>
          <p:nvPr/>
        </p:nvSpPr>
        <p:spPr>
          <a:xfrm flipV="1">
            <a:off x="1337443" y="3430603"/>
            <a:ext cx="45719" cy="45719"/>
          </a:xfrm>
          <a:custGeom>
            <a:avLst/>
            <a:gdLst>
              <a:gd name="csX0" fmla="*/ 1598 w 8083"/>
              <a:gd name="csY0" fmla="*/ 1401 h 10173"/>
              <a:gd name="csX1" fmla="*/ -1287 w 8083"/>
              <a:gd name="csY1" fmla="*/ -5605 h 10173"/>
              <a:gd name="csX2" fmla="*/ 3658 w 8083"/>
              <a:gd name="csY2" fmla="*/ -4781 h 10173"/>
              <a:gd name="csX3" fmla="*/ 6543 w 8083"/>
              <a:gd name="csY3" fmla="*/ 2226 h 10173"/>
              <a:gd name="csX4" fmla="*/ 1598 w 8083"/>
              <a:gd name="csY4" fmla="*/ 1401 h 101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83" h="10173">
                <a:moveTo>
                  <a:pt x="1598" y="1401"/>
                </a:moveTo>
                <a:cubicBezTo>
                  <a:pt x="-51" y="165"/>
                  <a:pt x="-1287" y="-3132"/>
                  <a:pt x="-1287" y="-5605"/>
                </a:cubicBezTo>
                <a:cubicBezTo>
                  <a:pt x="-1287" y="-8078"/>
                  <a:pt x="774" y="-7666"/>
                  <a:pt x="3658" y="-4781"/>
                </a:cubicBezTo>
                <a:cubicBezTo>
                  <a:pt x="6131" y="-2308"/>
                  <a:pt x="7367" y="989"/>
                  <a:pt x="6543" y="2226"/>
                </a:cubicBezTo>
                <a:cubicBezTo>
                  <a:pt x="5306" y="3462"/>
                  <a:pt x="2834" y="3050"/>
                  <a:pt x="1598" y="1401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1BF56B25-1801-5336-8E84-7EC6868799D0}"/>
              </a:ext>
            </a:extLst>
          </p:cNvPr>
          <p:cNvSpPr/>
          <p:nvPr/>
        </p:nvSpPr>
        <p:spPr>
          <a:xfrm flipV="1">
            <a:off x="2441974" y="3446067"/>
            <a:ext cx="45719" cy="45719"/>
          </a:xfrm>
          <a:custGeom>
            <a:avLst/>
            <a:gdLst>
              <a:gd name="csX0" fmla="*/ 6419 w 25034"/>
              <a:gd name="csY0" fmla="*/ 11383 h 28530"/>
              <a:gd name="csX1" fmla="*/ -586 w 25034"/>
              <a:gd name="csY1" fmla="*/ -7163 h 28530"/>
              <a:gd name="csX2" fmla="*/ 13837 w 25034"/>
              <a:gd name="csY2" fmla="*/ 7262 h 28530"/>
              <a:gd name="csX3" fmla="*/ 6419 w 25034"/>
              <a:gd name="csY3" fmla="*/ 11383 h 285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034" h="28530">
                <a:moveTo>
                  <a:pt x="6419" y="11383"/>
                </a:moveTo>
                <a:cubicBezTo>
                  <a:pt x="-3471" y="1492"/>
                  <a:pt x="-6767" y="-7163"/>
                  <a:pt x="-586" y="-7163"/>
                </a:cubicBezTo>
                <a:cubicBezTo>
                  <a:pt x="1062" y="-7163"/>
                  <a:pt x="7656" y="-569"/>
                  <a:pt x="13837" y="7262"/>
                </a:cubicBezTo>
                <a:cubicBezTo>
                  <a:pt x="27023" y="23747"/>
                  <a:pt x="21666" y="26632"/>
                  <a:pt x="6419" y="11383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1F82460F-EB0D-050A-8D87-A8BA6826D156}"/>
              </a:ext>
            </a:extLst>
          </p:cNvPr>
          <p:cNvSpPr/>
          <p:nvPr/>
        </p:nvSpPr>
        <p:spPr>
          <a:xfrm flipV="1">
            <a:off x="3085411" y="4756547"/>
            <a:ext cx="51674" cy="48387"/>
          </a:xfrm>
          <a:custGeom>
            <a:avLst/>
            <a:gdLst>
              <a:gd name="csX0" fmla="*/ 181 w 51674"/>
              <a:gd name="csY0" fmla="*/ 34251 h 48387"/>
              <a:gd name="csX1" fmla="*/ 594 w 51674"/>
              <a:gd name="csY1" fmla="*/ 10759 h 48387"/>
              <a:gd name="csX2" fmla="*/ 22022 w 51674"/>
              <a:gd name="csY2" fmla="*/ -3666 h 48387"/>
              <a:gd name="csX3" fmla="*/ 36032 w 51674"/>
              <a:gd name="csY3" fmla="*/ 33426 h 48387"/>
              <a:gd name="csX4" fmla="*/ 181 w 51674"/>
              <a:gd name="csY4" fmla="*/ 34251 h 483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1674" h="48387">
                <a:moveTo>
                  <a:pt x="181" y="34251"/>
                </a:moveTo>
                <a:cubicBezTo>
                  <a:pt x="-6412" y="24359"/>
                  <a:pt x="-6412" y="23123"/>
                  <a:pt x="594" y="10759"/>
                </a:cubicBezTo>
                <a:cubicBezTo>
                  <a:pt x="6363" y="867"/>
                  <a:pt x="11720" y="-2842"/>
                  <a:pt x="22022" y="-3666"/>
                </a:cubicBezTo>
                <a:cubicBezTo>
                  <a:pt x="47982" y="-6139"/>
                  <a:pt x="55400" y="13231"/>
                  <a:pt x="36032" y="33426"/>
                </a:cubicBezTo>
                <a:cubicBezTo>
                  <a:pt x="22434" y="47851"/>
                  <a:pt x="8835" y="48263"/>
                  <a:pt x="181" y="34251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09FDA6F6-0E09-8574-982B-6F301169F154}"/>
              </a:ext>
            </a:extLst>
          </p:cNvPr>
          <p:cNvSpPr/>
          <p:nvPr/>
        </p:nvSpPr>
        <p:spPr>
          <a:xfrm flipV="1">
            <a:off x="3628856" y="5250647"/>
            <a:ext cx="50153" cy="35573"/>
          </a:xfrm>
          <a:custGeom>
            <a:avLst/>
            <a:gdLst>
              <a:gd name="csX0" fmla="*/ 19273 w 50153"/>
              <a:gd name="csY0" fmla="*/ 21447 h 35573"/>
              <a:gd name="csX1" fmla="*/ -2979 w 50153"/>
              <a:gd name="csY1" fmla="*/ 2076 h 35573"/>
              <a:gd name="csX2" fmla="*/ 7323 w 50153"/>
              <a:gd name="csY2" fmla="*/ 3313 h 35573"/>
              <a:gd name="csX3" fmla="*/ 36168 w 50153"/>
              <a:gd name="csY3" fmla="*/ 22271 h 35573"/>
              <a:gd name="csX4" fmla="*/ 19273 w 50153"/>
              <a:gd name="csY4" fmla="*/ 21447 h 35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153" h="35573">
                <a:moveTo>
                  <a:pt x="19273" y="21447"/>
                </a:moveTo>
                <a:cubicBezTo>
                  <a:pt x="10620" y="14853"/>
                  <a:pt x="318" y="6198"/>
                  <a:pt x="-2979" y="2076"/>
                </a:cubicBezTo>
                <a:cubicBezTo>
                  <a:pt x="-8336" y="-4518"/>
                  <a:pt x="-7100" y="-4106"/>
                  <a:pt x="7323" y="3313"/>
                </a:cubicBezTo>
                <a:cubicBezTo>
                  <a:pt x="16389" y="8258"/>
                  <a:pt x="29575" y="16501"/>
                  <a:pt x="36168" y="22271"/>
                </a:cubicBezTo>
                <a:cubicBezTo>
                  <a:pt x="53888" y="37108"/>
                  <a:pt x="39877" y="36284"/>
                  <a:pt x="19273" y="21447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37FFC9F0-DCAE-5C04-929C-8CDE0FB25471}"/>
              </a:ext>
            </a:extLst>
          </p:cNvPr>
          <p:cNvSpPr/>
          <p:nvPr/>
        </p:nvSpPr>
        <p:spPr>
          <a:xfrm flipV="1">
            <a:off x="3400043" y="5349671"/>
            <a:ext cx="38056" cy="24626"/>
          </a:xfrm>
          <a:custGeom>
            <a:avLst/>
            <a:gdLst>
              <a:gd name="csX0" fmla="*/ 7946 w 38056"/>
              <a:gd name="csY0" fmla="*/ 10035 h 24626"/>
              <a:gd name="csX1" fmla="*/ -4416 w 38056"/>
              <a:gd name="csY1" fmla="*/ -2329 h 24626"/>
              <a:gd name="csX2" fmla="*/ 32671 w 38056"/>
              <a:gd name="csY2" fmla="*/ 20339 h 24626"/>
              <a:gd name="csX3" fmla="*/ 7946 w 38056"/>
              <a:gd name="csY3" fmla="*/ 10035 h 24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8056" h="24626">
                <a:moveTo>
                  <a:pt x="7946" y="10035"/>
                </a:moveTo>
                <a:cubicBezTo>
                  <a:pt x="-2356" y="3441"/>
                  <a:pt x="-7713" y="-2329"/>
                  <a:pt x="-4416" y="-2329"/>
                </a:cubicBezTo>
                <a:cubicBezTo>
                  <a:pt x="1765" y="-2329"/>
                  <a:pt x="32671" y="16630"/>
                  <a:pt x="32671" y="20339"/>
                </a:cubicBezTo>
                <a:cubicBezTo>
                  <a:pt x="32671" y="24872"/>
                  <a:pt x="25665" y="21575"/>
                  <a:pt x="7946" y="10035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9FC7BD45-432F-CAD7-F74D-26C99AF9FB99}"/>
              </a:ext>
            </a:extLst>
          </p:cNvPr>
          <p:cNvSpPr/>
          <p:nvPr/>
        </p:nvSpPr>
        <p:spPr>
          <a:xfrm flipV="1">
            <a:off x="3472767" y="5453170"/>
            <a:ext cx="22599" cy="20040"/>
          </a:xfrm>
          <a:custGeom>
            <a:avLst/>
            <a:gdLst>
              <a:gd name="csX0" fmla="*/ 3073 w 22599"/>
              <a:gd name="csY0" fmla="*/ 8245 h 20040"/>
              <a:gd name="csX1" fmla="*/ -4757 w 22599"/>
              <a:gd name="csY1" fmla="*/ -2059 h 20040"/>
              <a:gd name="csX2" fmla="*/ 9254 w 22599"/>
              <a:gd name="csY2" fmla="*/ 8245 h 20040"/>
              <a:gd name="csX3" fmla="*/ 3073 w 22599"/>
              <a:gd name="csY3" fmla="*/ 8245 h 2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599" h="20040">
                <a:moveTo>
                  <a:pt x="3073" y="8245"/>
                </a:moveTo>
                <a:cubicBezTo>
                  <a:pt x="-3521" y="2475"/>
                  <a:pt x="-7229" y="-2059"/>
                  <a:pt x="-4757" y="-2059"/>
                </a:cubicBezTo>
                <a:cubicBezTo>
                  <a:pt x="-2284" y="-2059"/>
                  <a:pt x="3897" y="2475"/>
                  <a:pt x="9254" y="8245"/>
                </a:cubicBezTo>
                <a:cubicBezTo>
                  <a:pt x="21616" y="21433"/>
                  <a:pt x="19144" y="21021"/>
                  <a:pt x="3073" y="8245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F80BA08A-8CE1-BD7E-1C11-6E12E8F6C39D}"/>
              </a:ext>
            </a:extLst>
          </p:cNvPr>
          <p:cNvSpPr/>
          <p:nvPr/>
        </p:nvSpPr>
        <p:spPr>
          <a:xfrm flipV="1">
            <a:off x="3513780" y="5526901"/>
            <a:ext cx="39700" cy="27625"/>
          </a:xfrm>
          <a:custGeom>
            <a:avLst/>
            <a:gdLst>
              <a:gd name="csX0" fmla="*/ 10165 w 39700"/>
              <a:gd name="csY0" fmla="*/ 13109 h 27625"/>
              <a:gd name="csX1" fmla="*/ -5494 w 39700"/>
              <a:gd name="csY1" fmla="*/ -1728 h 27625"/>
              <a:gd name="csX2" fmla="*/ 34065 w 39700"/>
              <a:gd name="csY2" fmla="*/ 23825 h 27625"/>
              <a:gd name="csX3" fmla="*/ 10165 w 39700"/>
              <a:gd name="csY3" fmla="*/ 13109 h 276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700" h="27625">
                <a:moveTo>
                  <a:pt x="10165" y="13109"/>
                </a:moveTo>
                <a:cubicBezTo>
                  <a:pt x="275" y="6103"/>
                  <a:pt x="-6730" y="-492"/>
                  <a:pt x="-5494" y="-1728"/>
                </a:cubicBezTo>
                <a:cubicBezTo>
                  <a:pt x="-3434" y="-3789"/>
                  <a:pt x="34065" y="20527"/>
                  <a:pt x="34065" y="23825"/>
                </a:cubicBezTo>
                <a:cubicBezTo>
                  <a:pt x="34065" y="28358"/>
                  <a:pt x="27060" y="25061"/>
                  <a:pt x="10165" y="13109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3A024AC9-A5FC-07C4-7D5D-C21E8D56A26F}"/>
              </a:ext>
            </a:extLst>
          </p:cNvPr>
          <p:cNvSpPr/>
          <p:nvPr/>
        </p:nvSpPr>
        <p:spPr>
          <a:xfrm flipV="1">
            <a:off x="3773927" y="5530911"/>
            <a:ext cx="33900" cy="36463"/>
          </a:xfrm>
          <a:custGeom>
            <a:avLst/>
            <a:gdLst>
              <a:gd name="csX0" fmla="*/ 7416 w 33900"/>
              <a:gd name="csY0" fmla="*/ 17736 h 36463"/>
              <a:gd name="csX1" fmla="*/ 8652 w 33900"/>
              <a:gd name="csY1" fmla="*/ 8257 h 36463"/>
              <a:gd name="csX2" fmla="*/ 26372 w 33900"/>
              <a:gd name="csY2" fmla="*/ 34634 h 36463"/>
              <a:gd name="csX3" fmla="*/ 7416 w 33900"/>
              <a:gd name="csY3" fmla="*/ 17736 h 364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900" h="36463">
                <a:moveTo>
                  <a:pt x="7416" y="17736"/>
                </a:moveTo>
                <a:cubicBezTo>
                  <a:pt x="-11539" y="-1634"/>
                  <a:pt x="-10303" y="-9877"/>
                  <a:pt x="8652" y="8257"/>
                </a:cubicBezTo>
                <a:cubicBezTo>
                  <a:pt x="21839" y="20621"/>
                  <a:pt x="31317" y="34634"/>
                  <a:pt x="26372" y="34634"/>
                </a:cubicBezTo>
                <a:cubicBezTo>
                  <a:pt x="25136" y="34634"/>
                  <a:pt x="16482" y="27215"/>
                  <a:pt x="7416" y="17736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8B15FE59-758C-02FB-8925-5FA6BDF49F61}"/>
              </a:ext>
            </a:extLst>
          </p:cNvPr>
          <p:cNvSpPr/>
          <p:nvPr/>
        </p:nvSpPr>
        <p:spPr>
          <a:xfrm flipV="1">
            <a:off x="3875477" y="5568259"/>
            <a:ext cx="39718" cy="65686"/>
          </a:xfrm>
          <a:custGeom>
            <a:avLst/>
            <a:gdLst>
              <a:gd name="csX0" fmla="*/ 16899 w 39718"/>
              <a:gd name="csY0" fmla="*/ 49002 h 65686"/>
              <a:gd name="csX1" fmla="*/ -2881 w 39718"/>
              <a:gd name="csY1" fmla="*/ -1691 h 65686"/>
              <a:gd name="csX2" fmla="*/ 32146 w 39718"/>
              <a:gd name="csY2" fmla="*/ 53124 h 65686"/>
              <a:gd name="csX3" fmla="*/ 16899 w 39718"/>
              <a:gd name="csY3" fmla="*/ 49002 h 656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718" h="65686">
                <a:moveTo>
                  <a:pt x="16899" y="49002"/>
                </a:moveTo>
                <a:cubicBezTo>
                  <a:pt x="-4117" y="17268"/>
                  <a:pt x="-11535" y="-1691"/>
                  <a:pt x="-2881" y="-1691"/>
                </a:cubicBezTo>
                <a:cubicBezTo>
                  <a:pt x="7009" y="-1691"/>
                  <a:pt x="25964" y="27983"/>
                  <a:pt x="32146" y="53124"/>
                </a:cubicBezTo>
                <a:cubicBezTo>
                  <a:pt x="36266" y="69197"/>
                  <a:pt x="28849" y="67137"/>
                  <a:pt x="16899" y="49002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87AB50EA-7E1A-970C-F668-09AB06F30C42}"/>
              </a:ext>
            </a:extLst>
          </p:cNvPr>
          <p:cNvSpPr/>
          <p:nvPr/>
        </p:nvSpPr>
        <p:spPr>
          <a:xfrm flipV="1">
            <a:off x="3302033" y="5580757"/>
            <a:ext cx="37393" cy="28459"/>
          </a:xfrm>
          <a:custGeom>
            <a:avLst/>
            <a:gdLst>
              <a:gd name="csX0" fmla="*/ 12629 w 37393"/>
              <a:gd name="csY0" fmla="*/ 15603 h 28459"/>
              <a:gd name="csX1" fmla="*/ -1793 w 37393"/>
              <a:gd name="csY1" fmla="*/ -1707 h 28459"/>
              <a:gd name="csX2" fmla="*/ 31997 w 37393"/>
              <a:gd name="csY2" fmla="*/ 26731 h 28459"/>
              <a:gd name="csX3" fmla="*/ 12629 w 37393"/>
              <a:gd name="csY3" fmla="*/ 15603 h 28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7393" h="28459">
                <a:moveTo>
                  <a:pt x="12629" y="15603"/>
                </a:moveTo>
                <a:cubicBezTo>
                  <a:pt x="-3442" y="5299"/>
                  <a:pt x="-9623" y="-1707"/>
                  <a:pt x="-1793" y="-1707"/>
                </a:cubicBezTo>
                <a:cubicBezTo>
                  <a:pt x="1503" y="-1707"/>
                  <a:pt x="35294" y="26731"/>
                  <a:pt x="31997" y="26731"/>
                </a:cubicBezTo>
                <a:cubicBezTo>
                  <a:pt x="30761" y="27143"/>
                  <a:pt x="22107" y="21785"/>
                  <a:pt x="12629" y="15603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A8EBCD95-724D-5137-B968-E8EB82C53CA8}"/>
              </a:ext>
            </a:extLst>
          </p:cNvPr>
          <p:cNvSpPr/>
          <p:nvPr/>
        </p:nvSpPr>
        <p:spPr>
          <a:xfrm flipV="1">
            <a:off x="3431629" y="5617885"/>
            <a:ext cx="101041" cy="92885"/>
          </a:xfrm>
          <a:custGeom>
            <a:avLst/>
            <a:gdLst>
              <a:gd name="csX0" fmla="*/ 73060 w 101041"/>
              <a:gd name="csY0" fmla="*/ 83958 h 92885"/>
              <a:gd name="csX1" fmla="*/ 534 w 101041"/>
              <a:gd name="csY1" fmla="*/ 19252 h 92885"/>
              <a:gd name="csX2" fmla="*/ 15369 w 101041"/>
              <a:gd name="csY2" fmla="*/ 1530 h 92885"/>
              <a:gd name="csX3" fmla="*/ 80065 w 101041"/>
              <a:gd name="csY3" fmla="*/ 60466 h 92885"/>
              <a:gd name="csX4" fmla="*/ 73060 w 101041"/>
              <a:gd name="csY4" fmla="*/ 83958 h 9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1041" h="92885">
                <a:moveTo>
                  <a:pt x="73060" y="83958"/>
                </a:moveTo>
                <a:cubicBezTo>
                  <a:pt x="52456" y="74479"/>
                  <a:pt x="12897" y="39035"/>
                  <a:pt x="534" y="19252"/>
                </a:cubicBezTo>
                <a:cubicBezTo>
                  <a:pt x="-11004" y="293"/>
                  <a:pt x="-6059" y="-5889"/>
                  <a:pt x="15369" y="1530"/>
                </a:cubicBezTo>
                <a:cubicBezTo>
                  <a:pt x="36797" y="9361"/>
                  <a:pt x="61522" y="31616"/>
                  <a:pt x="80065" y="60466"/>
                </a:cubicBezTo>
                <a:cubicBezTo>
                  <a:pt x="101905" y="94673"/>
                  <a:pt x="101493" y="97146"/>
                  <a:pt x="73060" y="83958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0DB31991-A768-2683-045B-5246A66EC468}"/>
              </a:ext>
            </a:extLst>
          </p:cNvPr>
          <p:cNvSpPr/>
          <p:nvPr/>
        </p:nvSpPr>
        <p:spPr>
          <a:xfrm flipV="1">
            <a:off x="3358197" y="5737331"/>
            <a:ext cx="51056" cy="47229"/>
          </a:xfrm>
          <a:custGeom>
            <a:avLst/>
            <a:gdLst>
              <a:gd name="csX0" fmla="*/ 22672 w 51056"/>
              <a:gd name="csY0" fmla="*/ 31892 h 47229"/>
              <a:gd name="csX1" fmla="*/ -816 w 51056"/>
              <a:gd name="csY1" fmla="*/ 7576 h 47229"/>
              <a:gd name="csX2" fmla="*/ 420 w 51056"/>
              <a:gd name="csY2" fmla="*/ -255 h 47229"/>
              <a:gd name="csX3" fmla="*/ 45748 w 51056"/>
              <a:gd name="csY3" fmla="*/ 42607 h 47229"/>
              <a:gd name="csX4" fmla="*/ 22672 w 51056"/>
              <a:gd name="csY4" fmla="*/ 31892 h 472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1056" h="47229">
                <a:moveTo>
                  <a:pt x="22672" y="31892"/>
                </a:moveTo>
                <a:cubicBezTo>
                  <a:pt x="13194" y="24061"/>
                  <a:pt x="2892" y="13346"/>
                  <a:pt x="-816" y="7576"/>
                </a:cubicBezTo>
                <a:cubicBezTo>
                  <a:pt x="-6998" y="-1904"/>
                  <a:pt x="-6998" y="-2316"/>
                  <a:pt x="420" y="-255"/>
                </a:cubicBezTo>
                <a:cubicBezTo>
                  <a:pt x="9074" y="2218"/>
                  <a:pt x="45748" y="36837"/>
                  <a:pt x="45748" y="42607"/>
                </a:cubicBezTo>
                <a:cubicBezTo>
                  <a:pt x="45748" y="49202"/>
                  <a:pt x="39979" y="46317"/>
                  <a:pt x="22672" y="31892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9DE975E2-1FF8-6534-271A-7E45B4E671B5}"/>
              </a:ext>
            </a:extLst>
          </p:cNvPr>
          <p:cNvSpPr/>
          <p:nvPr/>
        </p:nvSpPr>
        <p:spPr>
          <a:xfrm flipV="1">
            <a:off x="4151402" y="2610497"/>
            <a:ext cx="11544" cy="13176"/>
          </a:xfrm>
          <a:custGeom>
            <a:avLst/>
            <a:gdLst>
              <a:gd name="csX0" fmla="*/ -3286 w 11544"/>
              <a:gd name="csY0" fmla="*/ -1006 h 13176"/>
              <a:gd name="csX1" fmla="*/ -6582 w 11544"/>
              <a:gd name="csY1" fmla="*/ -9249 h 13176"/>
              <a:gd name="csX2" fmla="*/ 835 w 11544"/>
              <a:gd name="csY2" fmla="*/ -5128 h 13176"/>
              <a:gd name="csX3" fmla="*/ 4132 w 11544"/>
              <a:gd name="csY3" fmla="*/ 3115 h 13176"/>
              <a:gd name="csX4" fmla="*/ -3286 w 11544"/>
              <a:gd name="csY4" fmla="*/ -1006 h 131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4" h="13176">
                <a:moveTo>
                  <a:pt x="-3286" y="-1006"/>
                </a:moveTo>
                <a:cubicBezTo>
                  <a:pt x="-6170" y="-4716"/>
                  <a:pt x="-7818" y="-8425"/>
                  <a:pt x="-6582" y="-9249"/>
                </a:cubicBezTo>
                <a:cubicBezTo>
                  <a:pt x="-5346" y="-10485"/>
                  <a:pt x="-2049" y="-8837"/>
                  <a:pt x="835" y="-5128"/>
                </a:cubicBezTo>
                <a:cubicBezTo>
                  <a:pt x="3720" y="-1418"/>
                  <a:pt x="5368" y="2291"/>
                  <a:pt x="4132" y="3115"/>
                </a:cubicBezTo>
                <a:cubicBezTo>
                  <a:pt x="2896" y="4352"/>
                  <a:pt x="-401" y="2703"/>
                  <a:pt x="-3286" y="-1006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6B4954B0-63C3-E7DB-8CC0-80D926F64CAC}"/>
              </a:ext>
            </a:extLst>
          </p:cNvPr>
          <p:cNvSpPr/>
          <p:nvPr/>
        </p:nvSpPr>
        <p:spPr>
          <a:xfrm flipV="1">
            <a:off x="5725647" y="2794505"/>
            <a:ext cx="6100" cy="10874"/>
          </a:xfrm>
          <a:custGeom>
            <a:avLst/>
            <a:gdLst>
              <a:gd name="csX0" fmla="*/ -8887 w 6100"/>
              <a:gd name="csY0" fmla="*/ -2625 h 10874"/>
              <a:gd name="csX1" fmla="*/ -9711 w 6100"/>
              <a:gd name="csY1" fmla="*/ -8807 h 10874"/>
              <a:gd name="csX2" fmla="*/ -5590 w 6100"/>
              <a:gd name="csY2" fmla="*/ -4274 h 10874"/>
              <a:gd name="csX3" fmla="*/ -8887 w 6100"/>
              <a:gd name="csY3" fmla="*/ -2625 h 108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100" h="10874">
                <a:moveTo>
                  <a:pt x="-8887" y="-2625"/>
                </a:moveTo>
                <a:cubicBezTo>
                  <a:pt x="-10535" y="-5098"/>
                  <a:pt x="-10947" y="-7571"/>
                  <a:pt x="-9711" y="-8807"/>
                </a:cubicBezTo>
                <a:cubicBezTo>
                  <a:pt x="-8887" y="-10044"/>
                  <a:pt x="-6826" y="-7983"/>
                  <a:pt x="-5590" y="-4274"/>
                </a:cubicBezTo>
                <a:cubicBezTo>
                  <a:pt x="-2706" y="2732"/>
                  <a:pt x="-5178" y="3969"/>
                  <a:pt x="-8887" y="-2625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96F805B6-EFEE-0166-0E30-972E045719F1}"/>
              </a:ext>
            </a:extLst>
          </p:cNvPr>
          <p:cNvSpPr/>
          <p:nvPr/>
        </p:nvSpPr>
        <p:spPr>
          <a:xfrm flipV="1">
            <a:off x="10270344" y="3107730"/>
            <a:ext cx="36224" cy="27659"/>
          </a:xfrm>
          <a:custGeom>
            <a:avLst/>
            <a:gdLst>
              <a:gd name="csX0" fmla="*/ -8026 w 36224"/>
              <a:gd name="csY0" fmla="*/ 15429 h 27659"/>
              <a:gd name="csX1" fmla="*/ -14207 w 36224"/>
              <a:gd name="csY1" fmla="*/ 11308 h 27659"/>
              <a:gd name="csX2" fmla="*/ -20389 w 36224"/>
              <a:gd name="csY2" fmla="*/ 5538 h 27659"/>
              <a:gd name="csX3" fmla="*/ 1864 w 36224"/>
              <a:gd name="csY3" fmla="*/ -7651 h 27659"/>
              <a:gd name="csX4" fmla="*/ 12166 w 36224"/>
              <a:gd name="csY4" fmla="*/ 15841 h 27659"/>
              <a:gd name="csX5" fmla="*/ -8026 w 36224"/>
              <a:gd name="csY5" fmla="*/ 15429 h 276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224" h="27659">
                <a:moveTo>
                  <a:pt x="-8026" y="15429"/>
                </a:moveTo>
                <a:cubicBezTo>
                  <a:pt x="-8026" y="13368"/>
                  <a:pt x="-10911" y="11308"/>
                  <a:pt x="-14207" y="11308"/>
                </a:cubicBezTo>
                <a:cubicBezTo>
                  <a:pt x="-17504" y="11308"/>
                  <a:pt x="-20389" y="8835"/>
                  <a:pt x="-20389" y="5538"/>
                </a:cubicBezTo>
                <a:cubicBezTo>
                  <a:pt x="-20389" y="-3529"/>
                  <a:pt x="-8850" y="-10536"/>
                  <a:pt x="1864" y="-7651"/>
                </a:cubicBezTo>
                <a:cubicBezTo>
                  <a:pt x="13814" y="-4766"/>
                  <a:pt x="20407" y="10483"/>
                  <a:pt x="12166" y="15841"/>
                </a:cubicBezTo>
                <a:cubicBezTo>
                  <a:pt x="4336" y="20787"/>
                  <a:pt x="-8026" y="20375"/>
                  <a:pt x="-8026" y="15429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94C654ED-0F09-7EAF-0DB3-3115EC8F2A36}"/>
              </a:ext>
            </a:extLst>
          </p:cNvPr>
          <p:cNvSpPr/>
          <p:nvPr/>
        </p:nvSpPr>
        <p:spPr>
          <a:xfrm flipV="1">
            <a:off x="8552973" y="3136793"/>
            <a:ext cx="10915" cy="7830"/>
          </a:xfrm>
          <a:custGeom>
            <a:avLst/>
            <a:gdLst>
              <a:gd name="csX0" fmla="*/ -13481 w 10915"/>
              <a:gd name="csY0" fmla="*/ -4136 h 7830"/>
              <a:gd name="csX1" fmla="*/ -14717 w 10915"/>
              <a:gd name="csY1" fmla="*/ -8257 h 7830"/>
              <a:gd name="csX2" fmla="*/ -7300 w 10915"/>
              <a:gd name="csY2" fmla="*/ -4136 h 7830"/>
              <a:gd name="csX3" fmla="*/ -13481 w 10915"/>
              <a:gd name="csY3" fmla="*/ -4136 h 78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915" h="7830">
                <a:moveTo>
                  <a:pt x="-13481" y="-4136"/>
                </a:moveTo>
                <a:cubicBezTo>
                  <a:pt x="-17190" y="-6609"/>
                  <a:pt x="-17602" y="-8257"/>
                  <a:pt x="-14717" y="-8257"/>
                </a:cubicBezTo>
                <a:cubicBezTo>
                  <a:pt x="-12245" y="-8257"/>
                  <a:pt x="-8536" y="-6197"/>
                  <a:pt x="-7300" y="-4136"/>
                </a:cubicBezTo>
                <a:cubicBezTo>
                  <a:pt x="-4003" y="810"/>
                  <a:pt x="-5651" y="810"/>
                  <a:pt x="-13481" y="-4136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39" name="任意多边形: 形状 138">
            <a:extLst>
              <a:ext uri="{FF2B5EF4-FFF2-40B4-BE49-F238E27FC236}">
                <a16:creationId xmlns:a16="http://schemas.microsoft.com/office/drawing/2014/main" id="{1471F80E-9BA9-689E-46BE-AC779F159B15}"/>
              </a:ext>
            </a:extLst>
          </p:cNvPr>
          <p:cNvSpPr/>
          <p:nvPr/>
        </p:nvSpPr>
        <p:spPr>
          <a:xfrm flipV="1">
            <a:off x="8528248" y="3149157"/>
            <a:ext cx="10915" cy="7830"/>
          </a:xfrm>
          <a:custGeom>
            <a:avLst/>
            <a:gdLst>
              <a:gd name="csX0" fmla="*/ -13427 w 10915"/>
              <a:gd name="csY0" fmla="*/ -4103 h 7830"/>
              <a:gd name="csX1" fmla="*/ -14663 w 10915"/>
              <a:gd name="csY1" fmla="*/ -8224 h 7830"/>
              <a:gd name="csX2" fmla="*/ -7246 w 10915"/>
              <a:gd name="csY2" fmla="*/ -4103 h 7830"/>
              <a:gd name="csX3" fmla="*/ -13427 w 10915"/>
              <a:gd name="csY3" fmla="*/ -4103 h 78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915" h="7830">
                <a:moveTo>
                  <a:pt x="-13427" y="-4103"/>
                </a:moveTo>
                <a:cubicBezTo>
                  <a:pt x="-17136" y="-6576"/>
                  <a:pt x="-17548" y="-8224"/>
                  <a:pt x="-14663" y="-8224"/>
                </a:cubicBezTo>
                <a:cubicBezTo>
                  <a:pt x="-12191" y="-8224"/>
                  <a:pt x="-8482" y="-6164"/>
                  <a:pt x="-7246" y="-4103"/>
                </a:cubicBezTo>
                <a:cubicBezTo>
                  <a:pt x="-3949" y="843"/>
                  <a:pt x="-5597" y="843"/>
                  <a:pt x="-13427" y="-4103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A3261732-B525-079E-C44D-7094B81FF590}"/>
              </a:ext>
            </a:extLst>
          </p:cNvPr>
          <p:cNvSpPr/>
          <p:nvPr/>
        </p:nvSpPr>
        <p:spPr>
          <a:xfrm flipV="1">
            <a:off x="9730523" y="3202672"/>
            <a:ext cx="19529" cy="7481"/>
          </a:xfrm>
          <a:custGeom>
            <a:avLst/>
            <a:gdLst>
              <a:gd name="csX0" fmla="*/ -19191 w 19529"/>
              <a:gd name="csY0" fmla="*/ -4373 h 7481"/>
              <a:gd name="csX1" fmla="*/ -4769 w 19529"/>
              <a:gd name="csY1" fmla="*/ -4373 h 7481"/>
              <a:gd name="csX2" fmla="*/ -7653 w 19529"/>
              <a:gd name="csY2" fmla="*/ -664 h 7481"/>
              <a:gd name="csX3" fmla="*/ -19191 w 19529"/>
              <a:gd name="csY3" fmla="*/ -4373 h 7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529" h="7481">
                <a:moveTo>
                  <a:pt x="-19191" y="-4373"/>
                </a:moveTo>
                <a:cubicBezTo>
                  <a:pt x="-19191" y="-9319"/>
                  <a:pt x="-15895" y="-9319"/>
                  <a:pt x="-4769" y="-4373"/>
                </a:cubicBezTo>
                <a:cubicBezTo>
                  <a:pt x="2649" y="-1076"/>
                  <a:pt x="2237" y="-664"/>
                  <a:pt x="-7653" y="-664"/>
                </a:cubicBezTo>
                <a:cubicBezTo>
                  <a:pt x="-14246" y="-251"/>
                  <a:pt x="-19191" y="-1900"/>
                  <a:pt x="-19191" y="-4373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E6CE136E-A639-14A6-02C1-61DEBE5D2A6F}"/>
              </a:ext>
            </a:extLst>
          </p:cNvPr>
          <p:cNvSpPr/>
          <p:nvPr/>
        </p:nvSpPr>
        <p:spPr>
          <a:xfrm flipV="1">
            <a:off x="1538422" y="3521012"/>
            <a:ext cx="8083" cy="10173"/>
          </a:xfrm>
          <a:custGeom>
            <a:avLst/>
            <a:gdLst>
              <a:gd name="csX0" fmla="*/ 1598 w 8083"/>
              <a:gd name="csY0" fmla="*/ 1401 h 10173"/>
              <a:gd name="csX1" fmla="*/ -1287 w 8083"/>
              <a:gd name="csY1" fmla="*/ -5605 h 10173"/>
              <a:gd name="csX2" fmla="*/ 3658 w 8083"/>
              <a:gd name="csY2" fmla="*/ -4781 h 10173"/>
              <a:gd name="csX3" fmla="*/ 6543 w 8083"/>
              <a:gd name="csY3" fmla="*/ 2226 h 10173"/>
              <a:gd name="csX4" fmla="*/ 1598 w 8083"/>
              <a:gd name="csY4" fmla="*/ 1401 h 101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83" h="10173">
                <a:moveTo>
                  <a:pt x="1598" y="1401"/>
                </a:moveTo>
                <a:cubicBezTo>
                  <a:pt x="-51" y="165"/>
                  <a:pt x="-1287" y="-3132"/>
                  <a:pt x="-1287" y="-5605"/>
                </a:cubicBezTo>
                <a:cubicBezTo>
                  <a:pt x="-1287" y="-8078"/>
                  <a:pt x="774" y="-7666"/>
                  <a:pt x="3658" y="-4781"/>
                </a:cubicBezTo>
                <a:cubicBezTo>
                  <a:pt x="6131" y="-2308"/>
                  <a:pt x="7367" y="989"/>
                  <a:pt x="6543" y="2226"/>
                </a:cubicBezTo>
                <a:cubicBezTo>
                  <a:pt x="5306" y="3462"/>
                  <a:pt x="2834" y="3050"/>
                  <a:pt x="1598" y="1401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80CF5CF1-69F5-D931-77F3-2C1072153A59}"/>
              </a:ext>
            </a:extLst>
          </p:cNvPr>
          <p:cNvSpPr/>
          <p:nvPr/>
        </p:nvSpPr>
        <p:spPr>
          <a:xfrm flipV="1">
            <a:off x="2642954" y="3536475"/>
            <a:ext cx="25034" cy="28530"/>
          </a:xfrm>
          <a:custGeom>
            <a:avLst/>
            <a:gdLst>
              <a:gd name="csX0" fmla="*/ 6419 w 25034"/>
              <a:gd name="csY0" fmla="*/ 11383 h 28530"/>
              <a:gd name="csX1" fmla="*/ -586 w 25034"/>
              <a:gd name="csY1" fmla="*/ -7163 h 28530"/>
              <a:gd name="csX2" fmla="*/ 13837 w 25034"/>
              <a:gd name="csY2" fmla="*/ 7262 h 28530"/>
              <a:gd name="csX3" fmla="*/ 6419 w 25034"/>
              <a:gd name="csY3" fmla="*/ 11383 h 285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034" h="28530">
                <a:moveTo>
                  <a:pt x="6419" y="11383"/>
                </a:moveTo>
                <a:cubicBezTo>
                  <a:pt x="-3471" y="1492"/>
                  <a:pt x="-6767" y="-7163"/>
                  <a:pt x="-586" y="-7163"/>
                </a:cubicBezTo>
                <a:cubicBezTo>
                  <a:pt x="1062" y="-7163"/>
                  <a:pt x="7656" y="-569"/>
                  <a:pt x="13837" y="7262"/>
                </a:cubicBezTo>
                <a:cubicBezTo>
                  <a:pt x="27023" y="23747"/>
                  <a:pt x="21666" y="26632"/>
                  <a:pt x="6419" y="11383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44" name="任意多边形: 形状 143">
            <a:extLst>
              <a:ext uri="{FF2B5EF4-FFF2-40B4-BE49-F238E27FC236}">
                <a16:creationId xmlns:a16="http://schemas.microsoft.com/office/drawing/2014/main" id="{F1704B36-CDBE-4D9E-9AB0-ADCA7839C3E8}"/>
              </a:ext>
            </a:extLst>
          </p:cNvPr>
          <p:cNvSpPr/>
          <p:nvPr/>
        </p:nvSpPr>
        <p:spPr>
          <a:xfrm flipV="1">
            <a:off x="6763565" y="3758711"/>
            <a:ext cx="8241" cy="6763"/>
          </a:xfrm>
          <a:custGeom>
            <a:avLst/>
            <a:gdLst>
              <a:gd name="csX0" fmla="*/ -12699 w 8241"/>
              <a:gd name="csY0" fmla="*/ -4369 h 6763"/>
              <a:gd name="csX1" fmla="*/ -8578 w 8241"/>
              <a:gd name="csY1" fmla="*/ -6018 h 6763"/>
              <a:gd name="csX2" fmla="*/ -4457 w 8241"/>
              <a:gd name="csY2" fmla="*/ -1485 h 6763"/>
              <a:gd name="csX3" fmla="*/ -8578 w 8241"/>
              <a:gd name="csY3" fmla="*/ 164 h 6763"/>
              <a:gd name="csX4" fmla="*/ -12699 w 8241"/>
              <a:gd name="csY4" fmla="*/ -4369 h 6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241" h="6763">
                <a:moveTo>
                  <a:pt x="-12699" y="-4369"/>
                </a:moveTo>
                <a:cubicBezTo>
                  <a:pt x="-12699" y="-6430"/>
                  <a:pt x="-10639" y="-7254"/>
                  <a:pt x="-8578" y="-6018"/>
                </a:cubicBezTo>
                <a:cubicBezTo>
                  <a:pt x="-6106" y="-4782"/>
                  <a:pt x="-4457" y="-2721"/>
                  <a:pt x="-4457" y="-1485"/>
                </a:cubicBezTo>
                <a:cubicBezTo>
                  <a:pt x="-4457" y="-660"/>
                  <a:pt x="-6106" y="164"/>
                  <a:pt x="-8578" y="164"/>
                </a:cubicBezTo>
                <a:cubicBezTo>
                  <a:pt x="-10639" y="164"/>
                  <a:pt x="-12699" y="-1897"/>
                  <a:pt x="-12699" y="-4369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30EFE1C3-CF0D-6D15-45DB-D5DD417C6B7B}"/>
              </a:ext>
            </a:extLst>
          </p:cNvPr>
          <p:cNvSpPr/>
          <p:nvPr/>
        </p:nvSpPr>
        <p:spPr>
          <a:xfrm flipV="1">
            <a:off x="8918732" y="3804346"/>
            <a:ext cx="11774" cy="10409"/>
          </a:xfrm>
          <a:custGeom>
            <a:avLst/>
            <a:gdLst>
              <a:gd name="csX0" fmla="*/ -13291 w 11774"/>
              <a:gd name="csY0" fmla="*/ 116 h 10409"/>
              <a:gd name="csX1" fmla="*/ -16999 w 11774"/>
              <a:gd name="csY1" fmla="*/ -6066 h 10409"/>
              <a:gd name="csX2" fmla="*/ -9170 w 11774"/>
              <a:gd name="csY2" fmla="*/ -1945 h 10409"/>
              <a:gd name="csX3" fmla="*/ -13291 w 11774"/>
              <a:gd name="csY3" fmla="*/ 116 h 104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774" h="10409">
                <a:moveTo>
                  <a:pt x="-13291" y="116"/>
                </a:moveTo>
                <a:cubicBezTo>
                  <a:pt x="-16587" y="-1945"/>
                  <a:pt x="-18236" y="-4830"/>
                  <a:pt x="-16999" y="-6066"/>
                </a:cubicBezTo>
                <a:cubicBezTo>
                  <a:pt x="-15351" y="-7303"/>
                  <a:pt x="-12054" y="-5654"/>
                  <a:pt x="-9170" y="-1945"/>
                </a:cubicBezTo>
                <a:cubicBezTo>
                  <a:pt x="-3401" y="5061"/>
                  <a:pt x="-4637" y="5886"/>
                  <a:pt x="-13291" y="116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763339D3-E475-FBC0-833A-4916E4764965}"/>
              </a:ext>
            </a:extLst>
          </p:cNvPr>
          <p:cNvSpPr/>
          <p:nvPr/>
        </p:nvSpPr>
        <p:spPr>
          <a:xfrm flipV="1">
            <a:off x="8906535" y="3825942"/>
            <a:ext cx="7322" cy="14745"/>
          </a:xfrm>
          <a:custGeom>
            <a:avLst/>
            <a:gdLst>
              <a:gd name="csX0" fmla="*/ -15074 w 7322"/>
              <a:gd name="csY0" fmla="*/ 3443 h 14745"/>
              <a:gd name="csX1" fmla="*/ -13013 w 7322"/>
              <a:gd name="csY1" fmla="*/ -1502 h 14745"/>
              <a:gd name="csX2" fmla="*/ -10541 w 7322"/>
              <a:gd name="csY2" fmla="*/ 7977 h 14745"/>
              <a:gd name="csX3" fmla="*/ -15074 w 7322"/>
              <a:gd name="csY3" fmla="*/ 3443 h 147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322" h="14745">
                <a:moveTo>
                  <a:pt x="-15074" y="3443"/>
                </a:moveTo>
                <a:cubicBezTo>
                  <a:pt x="-18782" y="-7272"/>
                  <a:pt x="-17958" y="-9745"/>
                  <a:pt x="-13013" y="-1502"/>
                </a:cubicBezTo>
                <a:cubicBezTo>
                  <a:pt x="-10541" y="2619"/>
                  <a:pt x="-9304" y="7152"/>
                  <a:pt x="-10541" y="7977"/>
                </a:cubicBezTo>
                <a:cubicBezTo>
                  <a:pt x="-11365" y="9213"/>
                  <a:pt x="-13425" y="7152"/>
                  <a:pt x="-15074" y="3443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879A3FA6-FF08-CCB4-D896-0D9A96082AA8}"/>
              </a:ext>
            </a:extLst>
          </p:cNvPr>
          <p:cNvSpPr/>
          <p:nvPr/>
        </p:nvSpPr>
        <p:spPr>
          <a:xfrm flipV="1">
            <a:off x="7696700" y="3857929"/>
            <a:ext cx="41685" cy="11993"/>
          </a:xfrm>
          <a:custGeom>
            <a:avLst/>
            <a:gdLst>
              <a:gd name="csX0" fmla="*/ -8372 w 41685"/>
              <a:gd name="csY0" fmla="*/ 201 h 11993"/>
              <a:gd name="csX1" fmla="*/ 25830 w 41685"/>
              <a:gd name="csY1" fmla="*/ -1860 h 11993"/>
              <a:gd name="csX2" fmla="*/ 1106 w 41685"/>
              <a:gd name="csY2" fmla="*/ 4735 h 11993"/>
              <a:gd name="csX3" fmla="*/ -8372 w 41685"/>
              <a:gd name="csY3" fmla="*/ 201 h 119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685" h="11993">
                <a:moveTo>
                  <a:pt x="-8372" y="201"/>
                </a:moveTo>
                <a:cubicBezTo>
                  <a:pt x="3990" y="-7217"/>
                  <a:pt x="32836" y="-8866"/>
                  <a:pt x="25830" y="-1860"/>
                </a:cubicBezTo>
                <a:cubicBezTo>
                  <a:pt x="23358" y="613"/>
                  <a:pt x="12232" y="3498"/>
                  <a:pt x="1106" y="4735"/>
                </a:cubicBezTo>
                <a:cubicBezTo>
                  <a:pt x="-17850" y="6383"/>
                  <a:pt x="-18262" y="6383"/>
                  <a:pt x="-8372" y="201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48" name="任意多边形: 形状 147">
            <a:extLst>
              <a:ext uri="{FF2B5EF4-FFF2-40B4-BE49-F238E27FC236}">
                <a16:creationId xmlns:a16="http://schemas.microsoft.com/office/drawing/2014/main" id="{E51CC305-DDED-7CA2-C783-34E42AFA094A}"/>
              </a:ext>
            </a:extLst>
          </p:cNvPr>
          <p:cNvSpPr/>
          <p:nvPr/>
        </p:nvSpPr>
        <p:spPr>
          <a:xfrm flipV="1">
            <a:off x="7194927" y="3886474"/>
            <a:ext cx="9446" cy="19072"/>
          </a:xfrm>
          <a:custGeom>
            <a:avLst/>
            <a:gdLst>
              <a:gd name="csX0" fmla="*/ -11499 w 9446"/>
              <a:gd name="csY0" fmla="*/ 2528 h 19072"/>
              <a:gd name="csX1" fmla="*/ -4906 w 9446"/>
              <a:gd name="csY1" fmla="*/ -6127 h 19072"/>
              <a:gd name="csX2" fmla="*/ -12323 w 9446"/>
              <a:gd name="csY2" fmla="*/ 12831 h 19072"/>
              <a:gd name="csX3" fmla="*/ -11499 w 9446"/>
              <a:gd name="csY3" fmla="*/ 2528 h 19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446" h="19072">
                <a:moveTo>
                  <a:pt x="-11499" y="2528"/>
                </a:moveTo>
                <a:cubicBezTo>
                  <a:pt x="-9027" y="-3242"/>
                  <a:pt x="-6142" y="-6951"/>
                  <a:pt x="-4906" y="-6127"/>
                </a:cubicBezTo>
                <a:cubicBezTo>
                  <a:pt x="-2021" y="-3242"/>
                  <a:pt x="-8615" y="12831"/>
                  <a:pt x="-12323" y="12831"/>
                </a:cubicBezTo>
                <a:cubicBezTo>
                  <a:pt x="-14384" y="12831"/>
                  <a:pt x="-13972" y="8298"/>
                  <a:pt x="-11499" y="2528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D3929D8C-75D7-E65C-FB2A-E9F6AABD72A1}"/>
              </a:ext>
            </a:extLst>
          </p:cNvPr>
          <p:cNvSpPr/>
          <p:nvPr/>
        </p:nvSpPr>
        <p:spPr>
          <a:xfrm flipV="1">
            <a:off x="6963929" y="3952462"/>
            <a:ext cx="22157" cy="20561"/>
          </a:xfrm>
          <a:custGeom>
            <a:avLst/>
            <a:gdLst>
              <a:gd name="csX0" fmla="*/ -7066 w 22157"/>
              <a:gd name="csY0" fmla="*/ 4240 h 20561"/>
              <a:gd name="csX1" fmla="*/ -10774 w 22157"/>
              <a:gd name="csY1" fmla="*/ -6063 h 20561"/>
              <a:gd name="csX2" fmla="*/ 9005 w 22157"/>
              <a:gd name="csY2" fmla="*/ 11659 h 20561"/>
              <a:gd name="csX3" fmla="*/ -7066 w 22157"/>
              <a:gd name="csY3" fmla="*/ 4240 h 205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157" h="20561">
                <a:moveTo>
                  <a:pt x="-7066" y="4240"/>
                </a:moveTo>
                <a:cubicBezTo>
                  <a:pt x="-13659" y="-3178"/>
                  <a:pt x="-14895" y="-6063"/>
                  <a:pt x="-10774" y="-6063"/>
                </a:cubicBezTo>
                <a:cubicBezTo>
                  <a:pt x="-4593" y="-6063"/>
                  <a:pt x="9005" y="6301"/>
                  <a:pt x="9005" y="11659"/>
                </a:cubicBezTo>
                <a:cubicBezTo>
                  <a:pt x="9005" y="17429"/>
                  <a:pt x="2824" y="14131"/>
                  <a:pt x="-7066" y="4240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A6E283E1-4242-6A72-E672-E444E6D12EE7}"/>
              </a:ext>
            </a:extLst>
          </p:cNvPr>
          <p:cNvSpPr/>
          <p:nvPr/>
        </p:nvSpPr>
        <p:spPr>
          <a:xfrm flipV="1">
            <a:off x="4571551" y="3956440"/>
            <a:ext cx="22251" cy="28999"/>
          </a:xfrm>
          <a:custGeom>
            <a:avLst/>
            <a:gdLst>
              <a:gd name="csX0" fmla="*/ -336 w 22251"/>
              <a:gd name="csY0" fmla="*/ 12144 h 28999"/>
              <a:gd name="csX1" fmla="*/ -6517 w 22251"/>
              <a:gd name="csY1" fmla="*/ -2281 h 28999"/>
              <a:gd name="csX2" fmla="*/ 5845 w 22251"/>
              <a:gd name="csY2" fmla="*/ 5138 h 28999"/>
              <a:gd name="csX3" fmla="*/ 14087 w 22251"/>
              <a:gd name="csY3" fmla="*/ 19563 h 28999"/>
              <a:gd name="csX4" fmla="*/ -336 w 22251"/>
              <a:gd name="csY4" fmla="*/ 12144 h 28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251" h="28999">
                <a:moveTo>
                  <a:pt x="-336" y="12144"/>
                </a:moveTo>
                <a:cubicBezTo>
                  <a:pt x="-2396" y="5962"/>
                  <a:pt x="-5281" y="-632"/>
                  <a:pt x="-6517" y="-2281"/>
                </a:cubicBezTo>
                <a:cubicBezTo>
                  <a:pt x="-11050" y="-9699"/>
                  <a:pt x="-4045" y="-5578"/>
                  <a:pt x="5845" y="5138"/>
                </a:cubicBezTo>
                <a:cubicBezTo>
                  <a:pt x="11614" y="11320"/>
                  <a:pt x="15323" y="17502"/>
                  <a:pt x="14087" y="19563"/>
                </a:cubicBezTo>
                <a:cubicBezTo>
                  <a:pt x="9966" y="26157"/>
                  <a:pt x="3785" y="22860"/>
                  <a:pt x="-336" y="12144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1E682A24-88D9-CB24-30D0-2FD2F66928B9}"/>
              </a:ext>
            </a:extLst>
          </p:cNvPr>
          <p:cNvSpPr/>
          <p:nvPr/>
        </p:nvSpPr>
        <p:spPr>
          <a:xfrm flipV="1">
            <a:off x="4538863" y="4026802"/>
            <a:ext cx="6100" cy="10874"/>
          </a:xfrm>
          <a:custGeom>
            <a:avLst/>
            <a:gdLst>
              <a:gd name="csX0" fmla="*/ -6295 w 6100"/>
              <a:gd name="csY0" fmla="*/ 664 h 10874"/>
              <a:gd name="csX1" fmla="*/ -7119 w 6100"/>
              <a:gd name="csY1" fmla="*/ -5518 h 10874"/>
              <a:gd name="csX2" fmla="*/ -2998 w 6100"/>
              <a:gd name="csY2" fmla="*/ -985 h 10874"/>
              <a:gd name="csX3" fmla="*/ -6295 w 6100"/>
              <a:gd name="csY3" fmla="*/ 664 h 108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100" h="10874">
                <a:moveTo>
                  <a:pt x="-6295" y="664"/>
                </a:moveTo>
                <a:cubicBezTo>
                  <a:pt x="-7943" y="-1809"/>
                  <a:pt x="-8355" y="-4282"/>
                  <a:pt x="-7119" y="-5518"/>
                </a:cubicBezTo>
                <a:cubicBezTo>
                  <a:pt x="-6295" y="-6755"/>
                  <a:pt x="-4234" y="-4694"/>
                  <a:pt x="-2998" y="-985"/>
                </a:cubicBezTo>
                <a:cubicBezTo>
                  <a:pt x="-114" y="6021"/>
                  <a:pt x="-2586" y="7258"/>
                  <a:pt x="-6295" y="664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3B313C8F-A824-AC74-E453-F69D84972A94}"/>
              </a:ext>
            </a:extLst>
          </p:cNvPr>
          <p:cNvSpPr/>
          <p:nvPr/>
        </p:nvSpPr>
        <p:spPr>
          <a:xfrm flipV="1">
            <a:off x="6986499" y="4044080"/>
            <a:ext cx="11950" cy="18018"/>
          </a:xfrm>
          <a:custGeom>
            <a:avLst/>
            <a:gdLst>
              <a:gd name="csX0" fmla="*/ -13190 w 11950"/>
              <a:gd name="csY0" fmla="*/ 11128 h 18018"/>
              <a:gd name="csX1" fmla="*/ -7421 w 11950"/>
              <a:gd name="csY1" fmla="*/ -824 h 18018"/>
              <a:gd name="csX2" fmla="*/ -1240 w 11950"/>
              <a:gd name="csY2" fmla="*/ -4945 h 18018"/>
              <a:gd name="csX3" fmla="*/ -7421 w 11950"/>
              <a:gd name="csY3" fmla="*/ 7419 h 18018"/>
              <a:gd name="csX4" fmla="*/ -13190 w 11950"/>
              <a:gd name="csY4" fmla="*/ 11128 h 18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950" h="18018">
                <a:moveTo>
                  <a:pt x="-13190" y="11128"/>
                </a:moveTo>
                <a:cubicBezTo>
                  <a:pt x="-13190" y="9068"/>
                  <a:pt x="-10717" y="3298"/>
                  <a:pt x="-7421" y="-824"/>
                </a:cubicBezTo>
                <a:cubicBezTo>
                  <a:pt x="-4124" y="-5357"/>
                  <a:pt x="-1240" y="-7006"/>
                  <a:pt x="-1240" y="-4945"/>
                </a:cubicBezTo>
                <a:cubicBezTo>
                  <a:pt x="-1240" y="-2472"/>
                  <a:pt x="-4124" y="2886"/>
                  <a:pt x="-7421" y="7419"/>
                </a:cubicBezTo>
                <a:cubicBezTo>
                  <a:pt x="-10717" y="11540"/>
                  <a:pt x="-13190" y="13601"/>
                  <a:pt x="-13190" y="11128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53" name="任意多边形: 形状 152">
            <a:extLst>
              <a:ext uri="{FF2B5EF4-FFF2-40B4-BE49-F238E27FC236}">
                <a16:creationId xmlns:a16="http://schemas.microsoft.com/office/drawing/2014/main" id="{EE073FEB-CC69-8BE6-1D94-BC733DE4B156}"/>
              </a:ext>
            </a:extLst>
          </p:cNvPr>
          <p:cNvSpPr/>
          <p:nvPr/>
        </p:nvSpPr>
        <p:spPr>
          <a:xfrm flipV="1">
            <a:off x="6999170" y="4067816"/>
            <a:ext cx="24003" cy="53020"/>
          </a:xfrm>
          <a:custGeom>
            <a:avLst/>
            <a:gdLst>
              <a:gd name="csX0" fmla="*/ -12304 w 24003"/>
              <a:gd name="csY0" fmla="*/ 42363 h 53020"/>
              <a:gd name="csX1" fmla="*/ -5298 w 24003"/>
              <a:gd name="csY1" fmla="*/ 19695 h 53020"/>
              <a:gd name="csX2" fmla="*/ 10773 w 24003"/>
              <a:gd name="csY2" fmla="*/ -2148 h 53020"/>
              <a:gd name="csX3" fmla="*/ -12304 w 24003"/>
              <a:gd name="csY3" fmla="*/ 47309 h 53020"/>
              <a:gd name="csX4" fmla="*/ -12304 w 24003"/>
              <a:gd name="csY4" fmla="*/ 42363 h 530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003" h="53020">
                <a:moveTo>
                  <a:pt x="-12304" y="42363"/>
                </a:moveTo>
                <a:cubicBezTo>
                  <a:pt x="-11479" y="39478"/>
                  <a:pt x="-8183" y="29174"/>
                  <a:pt x="-5298" y="19695"/>
                </a:cubicBezTo>
                <a:cubicBezTo>
                  <a:pt x="-765" y="2385"/>
                  <a:pt x="10773" y="-12864"/>
                  <a:pt x="10773" y="-2148"/>
                </a:cubicBezTo>
                <a:cubicBezTo>
                  <a:pt x="10773" y="4446"/>
                  <a:pt x="-9419" y="47309"/>
                  <a:pt x="-12304" y="47309"/>
                </a:cubicBezTo>
                <a:cubicBezTo>
                  <a:pt x="-13540" y="47309"/>
                  <a:pt x="-13540" y="44836"/>
                  <a:pt x="-12304" y="42363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F1F3D6E9-F3DD-AC6C-5F7E-99F02A5DE46A}"/>
              </a:ext>
            </a:extLst>
          </p:cNvPr>
          <p:cNvSpPr/>
          <p:nvPr/>
        </p:nvSpPr>
        <p:spPr>
          <a:xfrm flipV="1">
            <a:off x="6940758" y="4077444"/>
            <a:ext cx="8241" cy="9593"/>
          </a:xfrm>
          <a:custGeom>
            <a:avLst/>
            <a:gdLst>
              <a:gd name="csX0" fmla="*/ -13086 w 8241"/>
              <a:gd name="csY0" fmla="*/ 1525 h 9593"/>
              <a:gd name="csX1" fmla="*/ -8965 w 8241"/>
              <a:gd name="csY1" fmla="*/ -5069 h 9593"/>
              <a:gd name="csX2" fmla="*/ -4844 w 8241"/>
              <a:gd name="csY2" fmla="*/ -3421 h 9593"/>
              <a:gd name="csX3" fmla="*/ -8965 w 8241"/>
              <a:gd name="csY3" fmla="*/ 3173 h 9593"/>
              <a:gd name="csX4" fmla="*/ -13086 w 8241"/>
              <a:gd name="csY4" fmla="*/ 1525 h 95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241" h="9593">
                <a:moveTo>
                  <a:pt x="-13086" y="1525"/>
                </a:moveTo>
                <a:cubicBezTo>
                  <a:pt x="-13086" y="-536"/>
                  <a:pt x="-11026" y="-3833"/>
                  <a:pt x="-8965" y="-5069"/>
                </a:cubicBezTo>
                <a:cubicBezTo>
                  <a:pt x="-6493" y="-6306"/>
                  <a:pt x="-4844" y="-5894"/>
                  <a:pt x="-4844" y="-3421"/>
                </a:cubicBezTo>
                <a:cubicBezTo>
                  <a:pt x="-4844" y="-1360"/>
                  <a:pt x="-6493" y="1937"/>
                  <a:pt x="-8965" y="3173"/>
                </a:cubicBezTo>
                <a:cubicBezTo>
                  <a:pt x="-11026" y="4410"/>
                  <a:pt x="-13086" y="3998"/>
                  <a:pt x="-13086" y="1525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9B88FB4D-1D56-64EA-AA6A-EA5F92C27C8F}"/>
              </a:ext>
            </a:extLst>
          </p:cNvPr>
          <p:cNvSpPr/>
          <p:nvPr/>
        </p:nvSpPr>
        <p:spPr>
          <a:xfrm flipV="1">
            <a:off x="6958184" y="4105392"/>
            <a:ext cx="6952" cy="10176"/>
          </a:xfrm>
          <a:custGeom>
            <a:avLst/>
            <a:gdLst>
              <a:gd name="csX0" fmla="*/ -11593 w 6952"/>
              <a:gd name="csY0" fmla="*/ -367 h 10176"/>
              <a:gd name="csX1" fmla="*/ -6648 w 6952"/>
              <a:gd name="csY1" fmla="*/ -5313 h 10176"/>
              <a:gd name="csX2" fmla="*/ -9532 w 6952"/>
              <a:gd name="csY2" fmla="*/ 2106 h 10176"/>
              <a:gd name="csX3" fmla="*/ -11593 w 6952"/>
              <a:gd name="csY3" fmla="*/ -367 h 101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952" h="10176">
                <a:moveTo>
                  <a:pt x="-11593" y="-367"/>
                </a:moveTo>
                <a:cubicBezTo>
                  <a:pt x="-10357" y="-4488"/>
                  <a:pt x="-7884" y="-6549"/>
                  <a:pt x="-6648" y="-5313"/>
                </a:cubicBezTo>
                <a:cubicBezTo>
                  <a:pt x="-5412" y="-4076"/>
                  <a:pt x="-6648" y="-779"/>
                  <a:pt x="-9532" y="2106"/>
                </a:cubicBezTo>
                <a:cubicBezTo>
                  <a:pt x="-13653" y="5815"/>
                  <a:pt x="-14065" y="5403"/>
                  <a:pt x="-11593" y="-367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F2067EAE-0909-4F4F-C385-291B71CFF7B5}"/>
              </a:ext>
            </a:extLst>
          </p:cNvPr>
          <p:cNvSpPr/>
          <p:nvPr/>
        </p:nvSpPr>
        <p:spPr>
          <a:xfrm flipV="1">
            <a:off x="4472414" y="4143342"/>
            <a:ext cx="8083" cy="10173"/>
          </a:xfrm>
          <a:custGeom>
            <a:avLst/>
            <a:gdLst>
              <a:gd name="csX0" fmla="*/ -4810 w 8083"/>
              <a:gd name="csY0" fmla="*/ 3062 h 10173"/>
              <a:gd name="csX1" fmla="*/ -7695 w 8083"/>
              <a:gd name="csY1" fmla="*/ -3944 h 10173"/>
              <a:gd name="csX2" fmla="*/ -2750 w 8083"/>
              <a:gd name="csY2" fmla="*/ -3120 h 10173"/>
              <a:gd name="csX3" fmla="*/ 135 w 8083"/>
              <a:gd name="csY3" fmla="*/ 3887 h 10173"/>
              <a:gd name="csX4" fmla="*/ -4810 w 8083"/>
              <a:gd name="csY4" fmla="*/ 3062 h 101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83" h="10173">
                <a:moveTo>
                  <a:pt x="-4810" y="3062"/>
                </a:moveTo>
                <a:cubicBezTo>
                  <a:pt x="-6459" y="1826"/>
                  <a:pt x="-7695" y="-1471"/>
                  <a:pt x="-7695" y="-3944"/>
                </a:cubicBezTo>
                <a:cubicBezTo>
                  <a:pt x="-7695" y="-6417"/>
                  <a:pt x="-5634" y="-6005"/>
                  <a:pt x="-2750" y="-3120"/>
                </a:cubicBezTo>
                <a:cubicBezTo>
                  <a:pt x="-277" y="-647"/>
                  <a:pt x="959" y="2650"/>
                  <a:pt x="135" y="3887"/>
                </a:cubicBezTo>
                <a:cubicBezTo>
                  <a:pt x="-1102" y="5123"/>
                  <a:pt x="-3574" y="4711"/>
                  <a:pt x="-4810" y="3062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DAB0C433-977E-7785-FC40-5E363A8579A2}"/>
              </a:ext>
            </a:extLst>
          </p:cNvPr>
          <p:cNvSpPr/>
          <p:nvPr/>
        </p:nvSpPr>
        <p:spPr>
          <a:xfrm flipV="1">
            <a:off x="4188904" y="4168742"/>
            <a:ext cx="2678" cy="15250"/>
          </a:xfrm>
          <a:custGeom>
            <a:avLst/>
            <a:gdLst>
              <a:gd name="csX0" fmla="*/ -7070 w 2678"/>
              <a:gd name="csY0" fmla="*/ 1467 h 15250"/>
              <a:gd name="csX1" fmla="*/ -5009 w 2678"/>
              <a:gd name="csY1" fmla="*/ -3478 h 15250"/>
              <a:gd name="csX2" fmla="*/ -5009 w 2678"/>
              <a:gd name="csY2" fmla="*/ 8886 h 15250"/>
              <a:gd name="csX3" fmla="*/ -7070 w 2678"/>
              <a:gd name="csY3" fmla="*/ 1467 h 15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78" h="15250">
                <a:moveTo>
                  <a:pt x="-7070" y="1467"/>
                </a:moveTo>
                <a:cubicBezTo>
                  <a:pt x="-7070" y="-5127"/>
                  <a:pt x="-6246" y="-7600"/>
                  <a:pt x="-5009" y="-3478"/>
                </a:cubicBezTo>
                <a:cubicBezTo>
                  <a:pt x="-4185" y="231"/>
                  <a:pt x="-4185" y="6001"/>
                  <a:pt x="-5009" y="8886"/>
                </a:cubicBezTo>
                <a:cubicBezTo>
                  <a:pt x="-6246" y="11359"/>
                  <a:pt x="-7070" y="8474"/>
                  <a:pt x="-7070" y="1467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E83B8A00-2DD8-4A09-FFEF-51E06C4EB9CD}"/>
              </a:ext>
            </a:extLst>
          </p:cNvPr>
          <p:cNvSpPr/>
          <p:nvPr/>
        </p:nvSpPr>
        <p:spPr>
          <a:xfrm flipV="1">
            <a:off x="10992732" y="4208046"/>
            <a:ext cx="19352" cy="8139"/>
          </a:xfrm>
          <a:custGeom>
            <a:avLst/>
            <a:gdLst>
              <a:gd name="csX0" fmla="*/ -19079 w 19352"/>
              <a:gd name="csY0" fmla="*/ -1276 h 8139"/>
              <a:gd name="csX1" fmla="*/ -13722 w 19352"/>
              <a:gd name="csY1" fmla="*/ -5398 h 8139"/>
              <a:gd name="csX2" fmla="*/ -2596 w 19352"/>
              <a:gd name="csY2" fmla="*/ -1276 h 8139"/>
              <a:gd name="csX3" fmla="*/ -19079 w 19352"/>
              <a:gd name="csY3" fmla="*/ -1276 h 8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352" h="8139">
                <a:moveTo>
                  <a:pt x="-19079" y="-1276"/>
                </a:moveTo>
                <a:cubicBezTo>
                  <a:pt x="-24024" y="-4574"/>
                  <a:pt x="-22787" y="-5398"/>
                  <a:pt x="-13722" y="-5398"/>
                </a:cubicBezTo>
                <a:cubicBezTo>
                  <a:pt x="-7541" y="-5398"/>
                  <a:pt x="-2596" y="-3337"/>
                  <a:pt x="-2596" y="-1276"/>
                </a:cubicBezTo>
                <a:cubicBezTo>
                  <a:pt x="-2596" y="4081"/>
                  <a:pt x="-10837" y="4081"/>
                  <a:pt x="-19079" y="-1276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59" name="任意多边形: 形状 158">
            <a:extLst>
              <a:ext uri="{FF2B5EF4-FFF2-40B4-BE49-F238E27FC236}">
                <a16:creationId xmlns:a16="http://schemas.microsoft.com/office/drawing/2014/main" id="{95D296E3-0DFB-3246-1A85-DF50D78E1CFF}"/>
              </a:ext>
            </a:extLst>
          </p:cNvPr>
          <p:cNvSpPr/>
          <p:nvPr/>
        </p:nvSpPr>
        <p:spPr>
          <a:xfrm flipV="1">
            <a:off x="10894334" y="4234180"/>
            <a:ext cx="34374" cy="6734"/>
          </a:xfrm>
          <a:custGeom>
            <a:avLst/>
            <a:gdLst>
              <a:gd name="csX0" fmla="*/ -21441 w 34374"/>
              <a:gd name="csY0" fmla="*/ -1209 h 6734"/>
              <a:gd name="csX1" fmla="*/ -2073 w 34374"/>
              <a:gd name="csY1" fmla="*/ -5330 h 6734"/>
              <a:gd name="csX2" fmla="*/ -6194 w 34374"/>
              <a:gd name="csY2" fmla="*/ 440 h 6734"/>
              <a:gd name="csX3" fmla="*/ -21441 w 34374"/>
              <a:gd name="csY3" fmla="*/ -1209 h 6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374" h="6734">
                <a:moveTo>
                  <a:pt x="-21441" y="-1209"/>
                </a:moveTo>
                <a:cubicBezTo>
                  <a:pt x="-20205" y="-3269"/>
                  <a:pt x="-11139" y="-5330"/>
                  <a:pt x="-2073" y="-5330"/>
                </a:cubicBezTo>
                <a:cubicBezTo>
                  <a:pt x="18942" y="-5330"/>
                  <a:pt x="17294" y="-3269"/>
                  <a:pt x="-6194" y="440"/>
                </a:cubicBezTo>
                <a:cubicBezTo>
                  <a:pt x="-18144" y="2089"/>
                  <a:pt x="-23089" y="1676"/>
                  <a:pt x="-21441" y="-1209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8D620373-CF05-D180-EC60-69B07ED118A4}"/>
              </a:ext>
            </a:extLst>
          </p:cNvPr>
          <p:cNvSpPr/>
          <p:nvPr/>
        </p:nvSpPr>
        <p:spPr>
          <a:xfrm flipV="1">
            <a:off x="11033451" y="4327463"/>
            <a:ext cx="22039" cy="10538"/>
          </a:xfrm>
          <a:custGeom>
            <a:avLst/>
            <a:gdLst>
              <a:gd name="csX0" fmla="*/ -15386 w 22039"/>
              <a:gd name="csY0" fmla="*/ -1132 h 10538"/>
              <a:gd name="csX1" fmla="*/ -1788 w 22039"/>
              <a:gd name="csY1" fmla="*/ -4429 h 10538"/>
              <a:gd name="csX2" fmla="*/ -16622 w 22039"/>
              <a:gd name="csY2" fmla="*/ 5462 h 10538"/>
              <a:gd name="csX3" fmla="*/ -15386 w 22039"/>
              <a:gd name="csY3" fmla="*/ -1132 h 105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039" h="10538">
                <a:moveTo>
                  <a:pt x="-15386" y="-1132"/>
                </a:moveTo>
                <a:cubicBezTo>
                  <a:pt x="-10441" y="-4429"/>
                  <a:pt x="-4260" y="-6078"/>
                  <a:pt x="-1788" y="-4429"/>
                </a:cubicBezTo>
                <a:cubicBezTo>
                  <a:pt x="3982" y="-1132"/>
                  <a:pt x="-5084" y="5462"/>
                  <a:pt x="-16622" y="5462"/>
                </a:cubicBezTo>
                <a:cubicBezTo>
                  <a:pt x="-24040" y="5462"/>
                  <a:pt x="-24040" y="5050"/>
                  <a:pt x="-15386" y="-1132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64" name="任意多边形: 形状 163">
            <a:extLst>
              <a:ext uri="{FF2B5EF4-FFF2-40B4-BE49-F238E27FC236}">
                <a16:creationId xmlns:a16="http://schemas.microsoft.com/office/drawing/2014/main" id="{7AFBDEF8-2088-9590-11E1-241218EA122F}"/>
              </a:ext>
            </a:extLst>
          </p:cNvPr>
          <p:cNvSpPr/>
          <p:nvPr/>
        </p:nvSpPr>
        <p:spPr>
          <a:xfrm flipV="1">
            <a:off x="11191407" y="4339828"/>
            <a:ext cx="18473" cy="11078"/>
          </a:xfrm>
          <a:custGeom>
            <a:avLst/>
            <a:gdLst>
              <a:gd name="csX0" fmla="*/ -21626 w 18473"/>
              <a:gd name="csY0" fmla="*/ -558 h 11078"/>
              <a:gd name="csX1" fmla="*/ -13385 w 18473"/>
              <a:gd name="csY1" fmla="*/ -4680 h 11078"/>
              <a:gd name="csX2" fmla="*/ -5555 w 18473"/>
              <a:gd name="csY2" fmla="*/ -2207 h 11078"/>
              <a:gd name="csX3" fmla="*/ -3907 w 18473"/>
              <a:gd name="csY3" fmla="*/ 1915 h 11078"/>
              <a:gd name="csX4" fmla="*/ -14209 w 18473"/>
              <a:gd name="csY4" fmla="*/ 6036 h 11078"/>
              <a:gd name="csX5" fmla="*/ -21626 w 18473"/>
              <a:gd name="csY5" fmla="*/ -558 h 110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8473" h="11078">
                <a:moveTo>
                  <a:pt x="-21626" y="-558"/>
                </a:moveTo>
                <a:cubicBezTo>
                  <a:pt x="-20390" y="-3855"/>
                  <a:pt x="-16682" y="-5916"/>
                  <a:pt x="-13385" y="-4680"/>
                </a:cubicBezTo>
                <a:cubicBezTo>
                  <a:pt x="-10088" y="-3443"/>
                  <a:pt x="-6380" y="-2207"/>
                  <a:pt x="-5555" y="-2207"/>
                </a:cubicBezTo>
                <a:cubicBezTo>
                  <a:pt x="-4731" y="-2207"/>
                  <a:pt x="-3907" y="-146"/>
                  <a:pt x="-3907" y="1915"/>
                </a:cubicBezTo>
                <a:cubicBezTo>
                  <a:pt x="-3907" y="4388"/>
                  <a:pt x="-8440" y="6036"/>
                  <a:pt x="-14209" y="6036"/>
                </a:cubicBezTo>
                <a:cubicBezTo>
                  <a:pt x="-21626" y="6036"/>
                  <a:pt x="-23687" y="4388"/>
                  <a:pt x="-21626" y="-558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67" name="任意多边形: 形状 166">
            <a:extLst>
              <a:ext uri="{FF2B5EF4-FFF2-40B4-BE49-F238E27FC236}">
                <a16:creationId xmlns:a16="http://schemas.microsoft.com/office/drawing/2014/main" id="{51FB7101-DB25-E936-E2E0-91B56509F435}"/>
              </a:ext>
            </a:extLst>
          </p:cNvPr>
          <p:cNvSpPr/>
          <p:nvPr/>
        </p:nvSpPr>
        <p:spPr>
          <a:xfrm flipV="1">
            <a:off x="11080135" y="4352192"/>
            <a:ext cx="30847" cy="8139"/>
          </a:xfrm>
          <a:custGeom>
            <a:avLst/>
            <a:gdLst>
              <a:gd name="csX0" fmla="*/ -20149 w 30847"/>
              <a:gd name="csY0" fmla="*/ -995 h 8139"/>
              <a:gd name="csX1" fmla="*/ 8696 w 30847"/>
              <a:gd name="csY1" fmla="*/ -995 h 8139"/>
              <a:gd name="csX2" fmla="*/ -8611 w 30847"/>
              <a:gd name="csY2" fmla="*/ 3127 h 8139"/>
              <a:gd name="csX3" fmla="*/ -20149 w 30847"/>
              <a:gd name="csY3" fmla="*/ -995 h 81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0847" h="8139">
                <a:moveTo>
                  <a:pt x="-20149" y="-995"/>
                </a:moveTo>
                <a:cubicBezTo>
                  <a:pt x="-11908" y="-6353"/>
                  <a:pt x="8696" y="-6353"/>
                  <a:pt x="8696" y="-995"/>
                </a:cubicBezTo>
                <a:cubicBezTo>
                  <a:pt x="8696" y="1478"/>
                  <a:pt x="866" y="3127"/>
                  <a:pt x="-8611" y="3127"/>
                </a:cubicBezTo>
                <a:cubicBezTo>
                  <a:pt x="-21798" y="3127"/>
                  <a:pt x="-24682" y="1890"/>
                  <a:pt x="-20149" y="-995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184FA4B5-082C-8AC2-4B9D-FFDE3CA42D58}"/>
              </a:ext>
            </a:extLst>
          </p:cNvPr>
          <p:cNvSpPr/>
          <p:nvPr/>
        </p:nvSpPr>
        <p:spPr>
          <a:xfrm flipV="1">
            <a:off x="10867857" y="4465085"/>
            <a:ext cx="23964" cy="6627"/>
          </a:xfrm>
          <a:custGeom>
            <a:avLst/>
            <a:gdLst>
              <a:gd name="csX0" fmla="*/ -21680 w 23964"/>
              <a:gd name="csY0" fmla="*/ -592 h 6627"/>
              <a:gd name="csX1" fmla="*/ -8494 w 23964"/>
              <a:gd name="csY1" fmla="*/ -4714 h 6627"/>
              <a:gd name="csX2" fmla="*/ -10142 w 23964"/>
              <a:gd name="csY2" fmla="*/ 1056 h 6627"/>
              <a:gd name="csX3" fmla="*/ -21680 w 23964"/>
              <a:gd name="csY3" fmla="*/ -592 h 66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964" h="6627">
                <a:moveTo>
                  <a:pt x="-21680" y="-592"/>
                </a:moveTo>
                <a:cubicBezTo>
                  <a:pt x="-21680" y="-2653"/>
                  <a:pt x="-15911" y="-4714"/>
                  <a:pt x="-8494" y="-4714"/>
                </a:cubicBezTo>
                <a:cubicBezTo>
                  <a:pt x="6341" y="-4714"/>
                  <a:pt x="5929" y="-3065"/>
                  <a:pt x="-10142" y="1056"/>
                </a:cubicBezTo>
                <a:cubicBezTo>
                  <a:pt x="-17147" y="2705"/>
                  <a:pt x="-21680" y="1880"/>
                  <a:pt x="-21680" y="-592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77" name="任意多边形: 形状 176">
            <a:extLst>
              <a:ext uri="{FF2B5EF4-FFF2-40B4-BE49-F238E27FC236}">
                <a16:creationId xmlns:a16="http://schemas.microsoft.com/office/drawing/2014/main" id="{0F62F639-20B0-07C4-ED04-A6DBA69E3A07}"/>
              </a:ext>
            </a:extLst>
          </p:cNvPr>
          <p:cNvSpPr/>
          <p:nvPr/>
        </p:nvSpPr>
        <p:spPr>
          <a:xfrm flipV="1">
            <a:off x="10917306" y="4463687"/>
            <a:ext cx="36579" cy="15259"/>
          </a:xfrm>
          <a:custGeom>
            <a:avLst/>
            <a:gdLst>
              <a:gd name="csX0" fmla="*/ -21802 w 36579"/>
              <a:gd name="csY0" fmla="*/ 7473 h 15259"/>
              <a:gd name="csX1" fmla="*/ 14461 w 36579"/>
              <a:gd name="csY1" fmla="*/ -4067 h 15259"/>
              <a:gd name="csX2" fmla="*/ 8692 w 36579"/>
              <a:gd name="csY2" fmla="*/ 4588 h 15259"/>
              <a:gd name="csX3" fmla="*/ -21802 w 36579"/>
              <a:gd name="csY3" fmla="*/ 7473 h 152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579" h="15259">
                <a:moveTo>
                  <a:pt x="-21802" y="7473"/>
                </a:moveTo>
                <a:cubicBezTo>
                  <a:pt x="-21802" y="2940"/>
                  <a:pt x="11164" y="-7364"/>
                  <a:pt x="14461" y="-4067"/>
                </a:cubicBezTo>
                <a:cubicBezTo>
                  <a:pt x="15697" y="-2418"/>
                  <a:pt x="13225" y="1291"/>
                  <a:pt x="8692" y="4588"/>
                </a:cubicBezTo>
                <a:cubicBezTo>
                  <a:pt x="450" y="10770"/>
                  <a:pt x="-21802" y="12831"/>
                  <a:pt x="-21802" y="7473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4EFB3156-54E5-12B0-B27A-1BEBBB12B4D3}"/>
              </a:ext>
            </a:extLst>
          </p:cNvPr>
          <p:cNvSpPr/>
          <p:nvPr/>
        </p:nvSpPr>
        <p:spPr>
          <a:xfrm flipV="1">
            <a:off x="3932767" y="4710788"/>
            <a:ext cx="12186" cy="20571"/>
          </a:xfrm>
          <a:custGeom>
            <a:avLst/>
            <a:gdLst>
              <a:gd name="csX0" fmla="*/ -3811 w 12186"/>
              <a:gd name="csY0" fmla="*/ 13683 h 20571"/>
              <a:gd name="csX1" fmla="*/ -2987 w 12186"/>
              <a:gd name="csY1" fmla="*/ -4039 h 20571"/>
              <a:gd name="csX2" fmla="*/ 5666 w 12186"/>
              <a:gd name="csY2" fmla="*/ 12858 h 20571"/>
              <a:gd name="csX3" fmla="*/ -3811 w 12186"/>
              <a:gd name="csY3" fmla="*/ 13683 h 20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86" h="20571">
                <a:moveTo>
                  <a:pt x="-3811" y="13683"/>
                </a:moveTo>
                <a:cubicBezTo>
                  <a:pt x="-7932" y="9561"/>
                  <a:pt x="-7108" y="-4039"/>
                  <a:pt x="-2987" y="-4039"/>
                </a:cubicBezTo>
                <a:cubicBezTo>
                  <a:pt x="721" y="-4039"/>
                  <a:pt x="5666" y="5852"/>
                  <a:pt x="5666" y="12858"/>
                </a:cubicBezTo>
                <a:cubicBezTo>
                  <a:pt x="5666" y="17392"/>
                  <a:pt x="-103" y="17804"/>
                  <a:pt x="-3811" y="13683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AC357E45-918B-6D53-85B3-1E97CDB98ABF}"/>
              </a:ext>
            </a:extLst>
          </p:cNvPr>
          <p:cNvSpPr/>
          <p:nvPr/>
        </p:nvSpPr>
        <p:spPr>
          <a:xfrm flipV="1">
            <a:off x="3085411" y="4756547"/>
            <a:ext cx="51674" cy="48387"/>
          </a:xfrm>
          <a:custGeom>
            <a:avLst/>
            <a:gdLst>
              <a:gd name="csX0" fmla="*/ 181 w 51674"/>
              <a:gd name="csY0" fmla="*/ 34251 h 48387"/>
              <a:gd name="csX1" fmla="*/ 594 w 51674"/>
              <a:gd name="csY1" fmla="*/ 10759 h 48387"/>
              <a:gd name="csX2" fmla="*/ 22022 w 51674"/>
              <a:gd name="csY2" fmla="*/ -3666 h 48387"/>
              <a:gd name="csX3" fmla="*/ 36032 w 51674"/>
              <a:gd name="csY3" fmla="*/ 33426 h 48387"/>
              <a:gd name="csX4" fmla="*/ 181 w 51674"/>
              <a:gd name="csY4" fmla="*/ 34251 h 483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1674" h="48387">
                <a:moveTo>
                  <a:pt x="181" y="34251"/>
                </a:moveTo>
                <a:cubicBezTo>
                  <a:pt x="-6412" y="24359"/>
                  <a:pt x="-6412" y="23123"/>
                  <a:pt x="594" y="10759"/>
                </a:cubicBezTo>
                <a:cubicBezTo>
                  <a:pt x="6363" y="867"/>
                  <a:pt x="11720" y="-2842"/>
                  <a:pt x="22022" y="-3666"/>
                </a:cubicBezTo>
                <a:cubicBezTo>
                  <a:pt x="47982" y="-6139"/>
                  <a:pt x="55400" y="13231"/>
                  <a:pt x="36032" y="33426"/>
                </a:cubicBezTo>
                <a:cubicBezTo>
                  <a:pt x="22434" y="47851"/>
                  <a:pt x="8835" y="48263"/>
                  <a:pt x="181" y="34251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51AACF2D-DBB0-4217-39D5-419D9863CDA8}"/>
              </a:ext>
            </a:extLst>
          </p:cNvPr>
          <p:cNvSpPr/>
          <p:nvPr/>
        </p:nvSpPr>
        <p:spPr>
          <a:xfrm flipV="1">
            <a:off x="3960282" y="4889879"/>
            <a:ext cx="25127" cy="43287"/>
          </a:xfrm>
          <a:custGeom>
            <a:avLst/>
            <a:gdLst>
              <a:gd name="csX0" fmla="*/ 9807 w 25127"/>
              <a:gd name="csY0" fmla="*/ 38366 h 43287"/>
              <a:gd name="csX1" fmla="*/ 4862 w 25127"/>
              <a:gd name="csY1" fmla="*/ 28886 h 43287"/>
              <a:gd name="csX2" fmla="*/ -1319 w 25127"/>
              <a:gd name="csY2" fmla="*/ 8692 h 43287"/>
              <a:gd name="csX3" fmla="*/ 4450 w 25127"/>
              <a:gd name="csY3" fmla="*/ 4158 h 43287"/>
              <a:gd name="csX4" fmla="*/ 18049 w 25127"/>
              <a:gd name="csY4" fmla="*/ 39602 h 43287"/>
              <a:gd name="csX5" fmla="*/ 9807 w 25127"/>
              <a:gd name="csY5" fmla="*/ 38366 h 432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5127" h="43287">
                <a:moveTo>
                  <a:pt x="9807" y="38366"/>
                </a:moveTo>
                <a:cubicBezTo>
                  <a:pt x="4862" y="37541"/>
                  <a:pt x="3214" y="34656"/>
                  <a:pt x="4862" y="28886"/>
                </a:cubicBezTo>
                <a:cubicBezTo>
                  <a:pt x="6511" y="24353"/>
                  <a:pt x="4038" y="16110"/>
                  <a:pt x="-1319" y="8692"/>
                </a:cubicBezTo>
                <a:cubicBezTo>
                  <a:pt x="-10797" y="-4909"/>
                  <a:pt x="-6676" y="-8206"/>
                  <a:pt x="4450" y="4158"/>
                </a:cubicBezTo>
                <a:cubicBezTo>
                  <a:pt x="10219" y="10752"/>
                  <a:pt x="20933" y="37953"/>
                  <a:pt x="18049" y="39602"/>
                </a:cubicBezTo>
                <a:cubicBezTo>
                  <a:pt x="17637" y="40014"/>
                  <a:pt x="13928" y="39602"/>
                  <a:pt x="9807" y="38366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207" name="任意多边形: 形状 206">
            <a:extLst>
              <a:ext uri="{FF2B5EF4-FFF2-40B4-BE49-F238E27FC236}">
                <a16:creationId xmlns:a16="http://schemas.microsoft.com/office/drawing/2014/main" id="{4D507A5E-DF72-7CE0-0174-309757B93E37}"/>
              </a:ext>
            </a:extLst>
          </p:cNvPr>
          <p:cNvSpPr/>
          <p:nvPr/>
        </p:nvSpPr>
        <p:spPr>
          <a:xfrm flipV="1">
            <a:off x="5802567" y="2730160"/>
            <a:ext cx="390581" cy="414463"/>
          </a:xfrm>
          <a:custGeom>
            <a:avLst/>
            <a:gdLst>
              <a:gd name="csX0" fmla="*/ 320233 w 390581"/>
              <a:gd name="csY0" fmla="*/ 409672 h 414463"/>
              <a:gd name="csX1" fmla="*/ 284794 w 390581"/>
              <a:gd name="csY1" fmla="*/ 370106 h 414463"/>
              <a:gd name="csX2" fmla="*/ 281085 w 390581"/>
              <a:gd name="csY2" fmla="*/ 358979 h 414463"/>
              <a:gd name="csX3" fmla="*/ 272844 w 390581"/>
              <a:gd name="csY3" fmla="*/ 342081 h 414463"/>
              <a:gd name="csX4" fmla="*/ 281085 w 390581"/>
              <a:gd name="csY4" fmla="*/ 330129 h 414463"/>
              <a:gd name="csX5" fmla="*/ 289327 w 390581"/>
              <a:gd name="csY5" fmla="*/ 328480 h 414463"/>
              <a:gd name="csX6" fmla="*/ 276552 w 390581"/>
              <a:gd name="csY6" fmla="*/ 322710 h 414463"/>
              <a:gd name="csX7" fmla="*/ 241526 w 390581"/>
              <a:gd name="csY7" fmla="*/ 304576 h 414463"/>
              <a:gd name="csX8" fmla="*/ 227927 w 390581"/>
              <a:gd name="csY8" fmla="*/ 302928 h 414463"/>
              <a:gd name="csX9" fmla="*/ 206087 w 390581"/>
              <a:gd name="csY9" fmla="*/ 308698 h 414463"/>
              <a:gd name="csX10" fmla="*/ 181362 w 390581"/>
              <a:gd name="csY10" fmla="*/ 302928 h 414463"/>
              <a:gd name="csX11" fmla="*/ 165704 w 390581"/>
              <a:gd name="csY11" fmla="*/ 329717 h 414463"/>
              <a:gd name="csX12" fmla="*/ 163643 w 390581"/>
              <a:gd name="csY12" fmla="*/ 344554 h 414463"/>
              <a:gd name="csX13" fmla="*/ 147160 w 390581"/>
              <a:gd name="csY13" fmla="*/ 336311 h 414463"/>
              <a:gd name="csX14" fmla="*/ 121199 w 390581"/>
              <a:gd name="csY14" fmla="*/ 328068 h 414463"/>
              <a:gd name="csX15" fmla="*/ 84524 w 390581"/>
              <a:gd name="csY15" fmla="*/ 285206 h 414463"/>
              <a:gd name="csX16" fmla="*/ 76695 w 390581"/>
              <a:gd name="csY16" fmla="*/ 271605 h 414463"/>
              <a:gd name="csX17" fmla="*/ 67629 w 390581"/>
              <a:gd name="csY17" fmla="*/ 250174 h 414463"/>
              <a:gd name="csX18" fmla="*/ 43729 w 390581"/>
              <a:gd name="csY18" fmla="*/ 222973 h 414463"/>
              <a:gd name="csX19" fmla="*/ 15295 w 390581"/>
              <a:gd name="csY19" fmla="*/ 187941 h 414463"/>
              <a:gd name="csX20" fmla="*/ -776 w 390581"/>
              <a:gd name="csY20" fmla="*/ 161976 h 414463"/>
              <a:gd name="csX21" fmla="*/ 7878 w 390581"/>
              <a:gd name="csY21" fmla="*/ 140545 h 414463"/>
              <a:gd name="csX22" fmla="*/ 27658 w 390581"/>
              <a:gd name="csY22" fmla="*/ 121586 h 414463"/>
              <a:gd name="csX23" fmla="*/ 40020 w 390581"/>
              <a:gd name="csY23" fmla="*/ 109634 h 414463"/>
              <a:gd name="csX24" fmla="*/ 45789 w 390581"/>
              <a:gd name="csY24" fmla="*/ 86555 h 414463"/>
              <a:gd name="csX25" fmla="*/ 33839 w 390581"/>
              <a:gd name="csY25" fmla="*/ 53996 h 414463"/>
              <a:gd name="csX26" fmla="*/ 25597 w 390581"/>
              <a:gd name="csY26" fmla="*/ 36274 h 414463"/>
              <a:gd name="csX27" fmla="*/ 13235 w 390581"/>
              <a:gd name="csY27" fmla="*/ 19376 h 414463"/>
              <a:gd name="csX28" fmla="*/ 33839 w 390581"/>
              <a:gd name="csY28" fmla="*/ 25146 h 414463"/>
              <a:gd name="csX29" fmla="*/ 72986 w 390581"/>
              <a:gd name="csY29" fmla="*/ 26382 h 414463"/>
              <a:gd name="csX30" fmla="*/ 103068 w 390581"/>
              <a:gd name="csY30" fmla="*/ 16079 h 414463"/>
              <a:gd name="csX31" fmla="*/ 149220 w 390581"/>
              <a:gd name="csY31" fmla="*/ 27619 h 414463"/>
              <a:gd name="csX32" fmla="*/ 161995 w 390581"/>
              <a:gd name="csY32" fmla="*/ 37922 h 414463"/>
              <a:gd name="csX33" fmla="*/ 184247 w 390581"/>
              <a:gd name="csY33" fmla="*/ 15667 h 414463"/>
              <a:gd name="csX34" fmla="*/ 194137 w 390581"/>
              <a:gd name="csY34" fmla="*/ -2468 h 414463"/>
              <a:gd name="csX35" fmla="*/ 211444 w 390581"/>
              <a:gd name="csY35" fmla="*/ 4951 h 414463"/>
              <a:gd name="csX36" fmla="*/ 234933 w 390581"/>
              <a:gd name="csY36" fmla="*/ 10309 h 414463"/>
              <a:gd name="csX37" fmla="*/ 273256 w 390581"/>
              <a:gd name="csY37" fmla="*/ 38334 h 414463"/>
              <a:gd name="csX38" fmla="*/ 314051 w 390581"/>
              <a:gd name="csY38" fmla="*/ 61002 h 414463"/>
              <a:gd name="csX39" fmla="*/ 330535 w 390581"/>
              <a:gd name="csY39" fmla="*/ 82845 h 414463"/>
              <a:gd name="csX40" fmla="*/ 344545 w 390581"/>
              <a:gd name="csY40" fmla="*/ 114992 h 414463"/>
              <a:gd name="csX41" fmla="*/ 353199 w 390581"/>
              <a:gd name="csY41" fmla="*/ 133538 h 414463"/>
              <a:gd name="csX42" fmla="*/ 353199 w 390581"/>
              <a:gd name="csY42" fmla="*/ 163212 h 414463"/>
              <a:gd name="csX43" fmla="*/ 364325 w 390581"/>
              <a:gd name="csY43" fmla="*/ 171455 h 414463"/>
              <a:gd name="csX44" fmla="*/ 384105 w 390581"/>
              <a:gd name="csY44" fmla="*/ 193711 h 414463"/>
              <a:gd name="csX45" fmla="*/ 379572 w 390581"/>
              <a:gd name="csY45" fmla="*/ 202778 h 414463"/>
              <a:gd name="csX46" fmla="*/ 377511 w 390581"/>
              <a:gd name="csY46" fmla="*/ 225033 h 414463"/>
              <a:gd name="csX47" fmla="*/ 369682 w 390581"/>
              <a:gd name="csY47" fmla="*/ 247289 h 414463"/>
              <a:gd name="csX48" fmla="*/ 354435 w 390581"/>
              <a:gd name="csY48" fmla="*/ 247289 h 414463"/>
              <a:gd name="csX49" fmla="*/ 352375 w 390581"/>
              <a:gd name="csY49" fmla="*/ 250586 h 414463"/>
              <a:gd name="csX50" fmla="*/ 333419 w 390581"/>
              <a:gd name="csY50" fmla="*/ 270369 h 414463"/>
              <a:gd name="csX51" fmla="*/ 324353 w 390581"/>
              <a:gd name="csY51" fmla="*/ 274490 h 414463"/>
              <a:gd name="csX52" fmla="*/ 326002 w 390581"/>
              <a:gd name="csY52" fmla="*/ 278612 h 414463"/>
              <a:gd name="csX53" fmla="*/ 330535 w 390581"/>
              <a:gd name="csY53" fmla="*/ 284794 h 414463"/>
              <a:gd name="csX54" fmla="*/ 316936 w 390581"/>
              <a:gd name="csY54" fmla="*/ 286030 h 414463"/>
              <a:gd name="csX55" fmla="*/ 308694 w 390581"/>
              <a:gd name="csY55" fmla="*/ 286442 h 414463"/>
              <a:gd name="csX56" fmla="*/ 295508 w 390581"/>
              <a:gd name="csY56" fmla="*/ 286854 h 414463"/>
              <a:gd name="csX57" fmla="*/ 289327 w 390581"/>
              <a:gd name="csY57" fmla="*/ 276139 h 414463"/>
              <a:gd name="csX58" fmla="*/ 286030 w 390581"/>
              <a:gd name="csY58" fmla="*/ 270369 h 414463"/>
              <a:gd name="csX59" fmla="*/ 285206 w 390581"/>
              <a:gd name="csY59" fmla="*/ 288091 h 414463"/>
              <a:gd name="csX60" fmla="*/ 290975 w 390581"/>
              <a:gd name="csY60" fmla="*/ 304164 h 414463"/>
              <a:gd name="csX61" fmla="*/ 299629 w 390581"/>
              <a:gd name="csY61" fmla="*/ 303340 h 414463"/>
              <a:gd name="csX62" fmla="*/ 309931 w 390581"/>
              <a:gd name="csY62" fmla="*/ 299218 h 414463"/>
              <a:gd name="csX63" fmla="*/ 300865 w 390581"/>
              <a:gd name="csY63" fmla="*/ 311995 h 414463"/>
              <a:gd name="csX64" fmla="*/ 299217 w 390581"/>
              <a:gd name="csY64" fmla="*/ 329717 h 414463"/>
              <a:gd name="csX65" fmla="*/ 334655 w 390581"/>
              <a:gd name="csY65" fmla="*/ 368458 h 414463"/>
              <a:gd name="csX66" fmla="*/ 327238 w 390581"/>
              <a:gd name="csY66" fmla="*/ 372167 h 414463"/>
              <a:gd name="csX67" fmla="*/ 301689 w 390581"/>
              <a:gd name="csY67" fmla="*/ 369694 h 414463"/>
              <a:gd name="csX68" fmla="*/ 305398 w 390581"/>
              <a:gd name="csY68" fmla="*/ 371343 h 414463"/>
              <a:gd name="csX69" fmla="*/ 314876 w 390581"/>
              <a:gd name="csY69" fmla="*/ 375464 h 414463"/>
              <a:gd name="csX70" fmla="*/ 329298 w 390581"/>
              <a:gd name="csY70" fmla="*/ 391126 h 414463"/>
              <a:gd name="csX71" fmla="*/ 333007 w 390581"/>
              <a:gd name="csY71" fmla="*/ 407199 h 414463"/>
              <a:gd name="csX72" fmla="*/ 320233 w 390581"/>
              <a:gd name="csY72" fmla="*/ 409672 h 414463"/>
              <a:gd name="csX73" fmla="*/ 173945 w 390581"/>
              <a:gd name="csY73" fmla="*/ 274490 h 414463"/>
              <a:gd name="csX74" fmla="*/ 165291 w 390581"/>
              <a:gd name="csY74" fmla="*/ 257592 h 414463"/>
              <a:gd name="csX75" fmla="*/ 150869 w 390581"/>
              <a:gd name="csY75" fmla="*/ 254295 h 414463"/>
              <a:gd name="csX76" fmla="*/ 154577 w 390581"/>
              <a:gd name="csY76" fmla="*/ 278612 h 414463"/>
              <a:gd name="csX77" fmla="*/ 173945 w 390581"/>
              <a:gd name="csY77" fmla="*/ 274490 h 4144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</a:cxnLst>
            <a:rect l="l" t="t" r="r" b="b"/>
            <a:pathLst>
              <a:path w="390581" h="414463">
                <a:moveTo>
                  <a:pt x="320233" y="409672"/>
                </a:moveTo>
                <a:cubicBezTo>
                  <a:pt x="307870" y="403078"/>
                  <a:pt x="279849" y="371755"/>
                  <a:pt x="284794" y="370106"/>
                </a:cubicBezTo>
                <a:cubicBezTo>
                  <a:pt x="292211" y="367634"/>
                  <a:pt x="290151" y="361864"/>
                  <a:pt x="281085" y="358979"/>
                </a:cubicBezTo>
                <a:cubicBezTo>
                  <a:pt x="274904" y="356918"/>
                  <a:pt x="272844" y="352797"/>
                  <a:pt x="272844" y="342081"/>
                </a:cubicBezTo>
                <a:cubicBezTo>
                  <a:pt x="272844" y="329305"/>
                  <a:pt x="274080" y="327656"/>
                  <a:pt x="281085" y="330129"/>
                </a:cubicBezTo>
                <a:cubicBezTo>
                  <a:pt x="285618" y="331365"/>
                  <a:pt x="289327" y="330953"/>
                  <a:pt x="289327" y="328480"/>
                </a:cubicBezTo>
                <a:cubicBezTo>
                  <a:pt x="289327" y="322298"/>
                  <a:pt x="280673" y="318589"/>
                  <a:pt x="276552" y="322710"/>
                </a:cubicBezTo>
                <a:cubicBezTo>
                  <a:pt x="270371" y="328893"/>
                  <a:pt x="244410" y="315292"/>
                  <a:pt x="241526" y="304576"/>
                </a:cubicBezTo>
                <a:cubicBezTo>
                  <a:pt x="238641" y="293036"/>
                  <a:pt x="233284" y="292624"/>
                  <a:pt x="227927" y="302928"/>
                </a:cubicBezTo>
                <a:cubicBezTo>
                  <a:pt x="224631" y="308698"/>
                  <a:pt x="220098" y="309934"/>
                  <a:pt x="206087" y="308698"/>
                </a:cubicBezTo>
                <a:cubicBezTo>
                  <a:pt x="196609" y="307873"/>
                  <a:pt x="185483" y="304988"/>
                  <a:pt x="181362" y="302928"/>
                </a:cubicBezTo>
                <a:cubicBezTo>
                  <a:pt x="172297" y="297982"/>
                  <a:pt x="165704" y="309110"/>
                  <a:pt x="165704" y="329717"/>
                </a:cubicBezTo>
                <a:cubicBezTo>
                  <a:pt x="165704" y="337960"/>
                  <a:pt x="164879" y="344554"/>
                  <a:pt x="163643" y="344554"/>
                </a:cubicBezTo>
                <a:cubicBezTo>
                  <a:pt x="162819" y="344554"/>
                  <a:pt x="155402" y="340845"/>
                  <a:pt x="147160" y="336311"/>
                </a:cubicBezTo>
                <a:cubicBezTo>
                  <a:pt x="138918" y="331777"/>
                  <a:pt x="127380" y="328068"/>
                  <a:pt x="121199" y="328068"/>
                </a:cubicBezTo>
                <a:cubicBezTo>
                  <a:pt x="102244" y="327656"/>
                  <a:pt x="78755" y="300043"/>
                  <a:pt x="84524" y="285206"/>
                </a:cubicBezTo>
                <a:cubicBezTo>
                  <a:pt x="86173" y="281084"/>
                  <a:pt x="83288" y="276139"/>
                  <a:pt x="76695" y="271605"/>
                </a:cubicBezTo>
                <a:cubicBezTo>
                  <a:pt x="68041" y="266247"/>
                  <a:pt x="66393" y="262126"/>
                  <a:pt x="67629" y="250174"/>
                </a:cubicBezTo>
                <a:cubicBezTo>
                  <a:pt x="68865" y="235749"/>
                  <a:pt x="68041" y="234925"/>
                  <a:pt x="43729" y="222973"/>
                </a:cubicBezTo>
                <a:cubicBezTo>
                  <a:pt x="12823" y="208136"/>
                  <a:pt x="5405" y="198656"/>
                  <a:pt x="15295" y="187941"/>
                </a:cubicBezTo>
                <a:cubicBezTo>
                  <a:pt x="22713" y="179698"/>
                  <a:pt x="21888" y="178049"/>
                  <a:pt x="-776" y="161976"/>
                </a:cubicBezTo>
                <a:cubicBezTo>
                  <a:pt x="-11078" y="154558"/>
                  <a:pt x="-6957" y="144254"/>
                  <a:pt x="7878" y="140545"/>
                </a:cubicBezTo>
                <a:cubicBezTo>
                  <a:pt x="23537" y="136836"/>
                  <a:pt x="30130" y="130241"/>
                  <a:pt x="27658" y="121586"/>
                </a:cubicBezTo>
                <a:cubicBezTo>
                  <a:pt x="26009" y="116229"/>
                  <a:pt x="28894" y="113344"/>
                  <a:pt x="40020" y="109634"/>
                </a:cubicBezTo>
                <a:cubicBezTo>
                  <a:pt x="56503" y="104277"/>
                  <a:pt x="58151" y="97682"/>
                  <a:pt x="45789" y="86555"/>
                </a:cubicBezTo>
                <a:cubicBezTo>
                  <a:pt x="33839" y="75839"/>
                  <a:pt x="28482" y="60590"/>
                  <a:pt x="33839" y="53996"/>
                </a:cubicBezTo>
                <a:cubicBezTo>
                  <a:pt x="37135" y="49874"/>
                  <a:pt x="35075" y="45341"/>
                  <a:pt x="25597" y="36274"/>
                </a:cubicBezTo>
                <a:cubicBezTo>
                  <a:pt x="19004" y="29267"/>
                  <a:pt x="13235" y="21849"/>
                  <a:pt x="13235" y="19376"/>
                </a:cubicBezTo>
                <a:cubicBezTo>
                  <a:pt x="13235" y="11545"/>
                  <a:pt x="23949" y="14430"/>
                  <a:pt x="33839" y="25146"/>
                </a:cubicBezTo>
                <a:cubicBezTo>
                  <a:pt x="46201" y="38334"/>
                  <a:pt x="63920" y="38746"/>
                  <a:pt x="72986" y="26382"/>
                </a:cubicBezTo>
                <a:cubicBezTo>
                  <a:pt x="77931" y="18964"/>
                  <a:pt x="83700" y="16903"/>
                  <a:pt x="103068" y="16079"/>
                </a:cubicBezTo>
                <a:cubicBezTo>
                  <a:pt x="126144" y="14842"/>
                  <a:pt x="149220" y="20612"/>
                  <a:pt x="149220" y="27619"/>
                </a:cubicBezTo>
                <a:cubicBezTo>
                  <a:pt x="149220" y="29679"/>
                  <a:pt x="154990" y="34213"/>
                  <a:pt x="161995" y="37922"/>
                </a:cubicBezTo>
                <a:cubicBezTo>
                  <a:pt x="178890" y="46577"/>
                  <a:pt x="184247" y="41219"/>
                  <a:pt x="184247" y="15667"/>
                </a:cubicBezTo>
                <a:cubicBezTo>
                  <a:pt x="184247" y="-2468"/>
                  <a:pt x="185071" y="-3704"/>
                  <a:pt x="194137" y="-2468"/>
                </a:cubicBezTo>
                <a:cubicBezTo>
                  <a:pt x="199906" y="-2055"/>
                  <a:pt x="207735" y="1242"/>
                  <a:pt x="211444" y="4951"/>
                </a:cubicBezTo>
                <a:cubicBezTo>
                  <a:pt x="215565" y="8660"/>
                  <a:pt x="224631" y="10721"/>
                  <a:pt x="234933" y="10309"/>
                </a:cubicBezTo>
                <a:cubicBezTo>
                  <a:pt x="255124" y="9072"/>
                  <a:pt x="263366" y="14842"/>
                  <a:pt x="273256" y="38334"/>
                </a:cubicBezTo>
                <a:cubicBezTo>
                  <a:pt x="281085" y="56468"/>
                  <a:pt x="285618" y="58941"/>
                  <a:pt x="314051" y="61002"/>
                </a:cubicBezTo>
                <a:cubicBezTo>
                  <a:pt x="328062" y="62238"/>
                  <a:pt x="328474" y="62650"/>
                  <a:pt x="330535" y="82845"/>
                </a:cubicBezTo>
                <a:cubicBezTo>
                  <a:pt x="332183" y="98094"/>
                  <a:pt x="335479" y="106337"/>
                  <a:pt x="344545" y="114992"/>
                </a:cubicBezTo>
                <a:cubicBezTo>
                  <a:pt x="352375" y="122823"/>
                  <a:pt x="355259" y="128593"/>
                  <a:pt x="353199" y="133538"/>
                </a:cubicBezTo>
                <a:cubicBezTo>
                  <a:pt x="346193" y="150024"/>
                  <a:pt x="346193" y="155794"/>
                  <a:pt x="353199" y="163212"/>
                </a:cubicBezTo>
                <a:cubicBezTo>
                  <a:pt x="357320" y="167746"/>
                  <a:pt x="362265" y="171455"/>
                  <a:pt x="364325" y="171455"/>
                </a:cubicBezTo>
                <a:cubicBezTo>
                  <a:pt x="369682" y="171455"/>
                  <a:pt x="384105" y="187529"/>
                  <a:pt x="384105" y="193711"/>
                </a:cubicBezTo>
                <a:cubicBezTo>
                  <a:pt x="384105" y="197008"/>
                  <a:pt x="382044" y="201129"/>
                  <a:pt x="379572" y="202778"/>
                </a:cubicBezTo>
                <a:cubicBezTo>
                  <a:pt x="376687" y="204426"/>
                  <a:pt x="375863" y="212669"/>
                  <a:pt x="377511" y="225033"/>
                </a:cubicBezTo>
                <a:cubicBezTo>
                  <a:pt x="379984" y="243580"/>
                  <a:pt x="379572" y="244816"/>
                  <a:pt x="369682" y="247289"/>
                </a:cubicBezTo>
                <a:cubicBezTo>
                  <a:pt x="363913" y="248937"/>
                  <a:pt x="356908" y="248525"/>
                  <a:pt x="354435" y="247289"/>
                </a:cubicBezTo>
                <a:cubicBezTo>
                  <a:pt x="351551" y="245228"/>
                  <a:pt x="350726" y="246465"/>
                  <a:pt x="352375" y="250586"/>
                </a:cubicBezTo>
                <a:cubicBezTo>
                  <a:pt x="355259" y="258005"/>
                  <a:pt x="343309" y="270369"/>
                  <a:pt x="333419" y="270369"/>
                </a:cubicBezTo>
                <a:cubicBezTo>
                  <a:pt x="329710" y="270369"/>
                  <a:pt x="325590" y="272429"/>
                  <a:pt x="324353" y="274490"/>
                </a:cubicBezTo>
                <a:cubicBezTo>
                  <a:pt x="323117" y="276963"/>
                  <a:pt x="323941" y="278612"/>
                  <a:pt x="326002" y="278612"/>
                </a:cubicBezTo>
                <a:cubicBezTo>
                  <a:pt x="328474" y="278612"/>
                  <a:pt x="330535" y="281496"/>
                  <a:pt x="330535" y="284794"/>
                </a:cubicBezTo>
                <a:cubicBezTo>
                  <a:pt x="330535" y="292212"/>
                  <a:pt x="319408" y="293036"/>
                  <a:pt x="316936" y="286030"/>
                </a:cubicBezTo>
                <a:cubicBezTo>
                  <a:pt x="315700" y="281909"/>
                  <a:pt x="314051" y="281909"/>
                  <a:pt x="308694" y="286442"/>
                </a:cubicBezTo>
                <a:cubicBezTo>
                  <a:pt x="302925" y="290976"/>
                  <a:pt x="300453" y="290976"/>
                  <a:pt x="295508" y="286854"/>
                </a:cubicBezTo>
                <a:cubicBezTo>
                  <a:pt x="292211" y="283969"/>
                  <a:pt x="289327" y="279024"/>
                  <a:pt x="289327" y="276139"/>
                </a:cubicBezTo>
                <a:cubicBezTo>
                  <a:pt x="289327" y="272842"/>
                  <a:pt x="287678" y="270369"/>
                  <a:pt x="286030" y="270369"/>
                </a:cubicBezTo>
                <a:cubicBezTo>
                  <a:pt x="278201" y="270369"/>
                  <a:pt x="277789" y="276139"/>
                  <a:pt x="285206" y="288091"/>
                </a:cubicBezTo>
                <a:cubicBezTo>
                  <a:pt x="289739" y="295097"/>
                  <a:pt x="292211" y="302103"/>
                  <a:pt x="290975" y="304164"/>
                </a:cubicBezTo>
                <a:cubicBezTo>
                  <a:pt x="289739" y="305813"/>
                  <a:pt x="293448" y="305813"/>
                  <a:pt x="299629" y="303340"/>
                </a:cubicBezTo>
                <a:lnTo>
                  <a:pt x="309931" y="299218"/>
                </a:lnTo>
                <a:lnTo>
                  <a:pt x="300865" y="311995"/>
                </a:lnTo>
                <a:cubicBezTo>
                  <a:pt x="291799" y="324771"/>
                  <a:pt x="291799" y="325183"/>
                  <a:pt x="299217" y="329717"/>
                </a:cubicBezTo>
                <a:cubicBezTo>
                  <a:pt x="319408" y="341669"/>
                  <a:pt x="334655" y="358154"/>
                  <a:pt x="334655" y="368458"/>
                </a:cubicBezTo>
                <a:cubicBezTo>
                  <a:pt x="334655" y="378349"/>
                  <a:pt x="334243" y="378349"/>
                  <a:pt x="327238" y="372167"/>
                </a:cubicBezTo>
                <a:cubicBezTo>
                  <a:pt x="318584" y="364337"/>
                  <a:pt x="301689" y="362688"/>
                  <a:pt x="301689" y="369694"/>
                </a:cubicBezTo>
                <a:cubicBezTo>
                  <a:pt x="301689" y="371755"/>
                  <a:pt x="303337" y="372991"/>
                  <a:pt x="305398" y="371343"/>
                </a:cubicBezTo>
                <a:cubicBezTo>
                  <a:pt x="307870" y="370106"/>
                  <a:pt x="311991" y="372167"/>
                  <a:pt x="314876" y="375464"/>
                </a:cubicBezTo>
                <a:cubicBezTo>
                  <a:pt x="317760" y="379174"/>
                  <a:pt x="324353" y="386180"/>
                  <a:pt x="329298" y="391126"/>
                </a:cubicBezTo>
                <a:cubicBezTo>
                  <a:pt x="336716" y="398544"/>
                  <a:pt x="337540" y="401429"/>
                  <a:pt x="333007" y="407199"/>
                </a:cubicBezTo>
                <a:cubicBezTo>
                  <a:pt x="329298" y="412145"/>
                  <a:pt x="326414" y="412969"/>
                  <a:pt x="320233" y="409672"/>
                </a:cubicBezTo>
                <a:close/>
                <a:moveTo>
                  <a:pt x="173945" y="274490"/>
                </a:moveTo>
                <a:cubicBezTo>
                  <a:pt x="173945" y="269957"/>
                  <a:pt x="170236" y="262538"/>
                  <a:pt x="165291" y="257592"/>
                </a:cubicBezTo>
                <a:cubicBezTo>
                  <a:pt x="158698" y="250998"/>
                  <a:pt x="155814" y="250174"/>
                  <a:pt x="150869" y="254295"/>
                </a:cubicBezTo>
                <a:cubicBezTo>
                  <a:pt x="142215" y="261302"/>
                  <a:pt x="143863" y="274078"/>
                  <a:pt x="154577" y="278612"/>
                </a:cubicBezTo>
                <a:cubicBezTo>
                  <a:pt x="169000" y="284381"/>
                  <a:pt x="173945" y="283557"/>
                  <a:pt x="173945" y="27449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412" cap="flat">
            <a:noFill/>
            <a:prstDash val="solid"/>
            <a:miter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</p:sp>
      <p:sp>
        <p:nvSpPr>
          <p:cNvPr id="211" name="任意多边形: 形状 210">
            <a:extLst>
              <a:ext uri="{FF2B5EF4-FFF2-40B4-BE49-F238E27FC236}">
                <a16:creationId xmlns:a16="http://schemas.microsoft.com/office/drawing/2014/main" id="{D263836E-19D6-5759-9098-48A34C62EAB3}"/>
              </a:ext>
            </a:extLst>
          </p:cNvPr>
          <p:cNvSpPr/>
          <p:nvPr/>
        </p:nvSpPr>
        <p:spPr>
          <a:xfrm flipV="1">
            <a:off x="3759238" y="5080142"/>
            <a:ext cx="28895" cy="23142"/>
          </a:xfrm>
          <a:custGeom>
            <a:avLst/>
            <a:gdLst>
              <a:gd name="csX0" fmla="*/ 5248 w 28895"/>
              <a:gd name="csY0" fmla="*/ 14435 h 23142"/>
              <a:gd name="csX1" fmla="*/ 6896 w 28895"/>
              <a:gd name="csY1" fmla="*/ -1226 h 23142"/>
              <a:gd name="csX2" fmla="*/ 20082 w 28895"/>
              <a:gd name="csY2" fmla="*/ 18968 h 23142"/>
              <a:gd name="csX3" fmla="*/ 5248 w 28895"/>
              <a:gd name="csY3" fmla="*/ 14435 h 23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895" h="23142">
                <a:moveTo>
                  <a:pt x="5248" y="14435"/>
                </a:moveTo>
                <a:cubicBezTo>
                  <a:pt x="-10823" y="1659"/>
                  <a:pt x="-9587" y="-6996"/>
                  <a:pt x="6896" y="-1226"/>
                </a:cubicBezTo>
                <a:cubicBezTo>
                  <a:pt x="20495" y="3307"/>
                  <a:pt x="26676" y="12374"/>
                  <a:pt x="20082" y="18968"/>
                </a:cubicBezTo>
                <a:cubicBezTo>
                  <a:pt x="17610" y="21441"/>
                  <a:pt x="12253" y="19793"/>
                  <a:pt x="5248" y="14435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C072637A-004A-7DA8-E43A-84BB75855CDE}"/>
              </a:ext>
            </a:extLst>
          </p:cNvPr>
          <p:cNvSpPr/>
          <p:nvPr/>
        </p:nvSpPr>
        <p:spPr>
          <a:xfrm flipV="1">
            <a:off x="3580554" y="5106345"/>
            <a:ext cx="55248" cy="27780"/>
          </a:xfrm>
          <a:custGeom>
            <a:avLst/>
            <a:gdLst>
              <a:gd name="csX0" fmla="*/ 14517 w 55248"/>
              <a:gd name="csY0" fmla="*/ 11556 h 27780"/>
              <a:gd name="csX1" fmla="*/ -5262 w 55248"/>
              <a:gd name="csY1" fmla="*/ -2869 h 27780"/>
              <a:gd name="csX2" fmla="*/ 47483 w 55248"/>
              <a:gd name="csY2" fmla="*/ 21035 h 27780"/>
              <a:gd name="csX3" fmla="*/ 14517 w 55248"/>
              <a:gd name="csY3" fmla="*/ 11556 h 277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5248" h="27780">
                <a:moveTo>
                  <a:pt x="14517" y="11556"/>
                </a:moveTo>
                <a:cubicBezTo>
                  <a:pt x="919" y="4550"/>
                  <a:pt x="-8147" y="-2044"/>
                  <a:pt x="-5262" y="-2869"/>
                </a:cubicBezTo>
                <a:cubicBezTo>
                  <a:pt x="-317" y="-4517"/>
                  <a:pt x="39654" y="13617"/>
                  <a:pt x="47483" y="21035"/>
                </a:cubicBezTo>
                <a:cubicBezTo>
                  <a:pt x="55313" y="28866"/>
                  <a:pt x="38830" y="23920"/>
                  <a:pt x="14517" y="11556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F8DDAEFF-B8C4-1E02-5CC8-AB3CFA41C220}"/>
              </a:ext>
            </a:extLst>
          </p:cNvPr>
          <p:cNvSpPr/>
          <p:nvPr/>
        </p:nvSpPr>
        <p:spPr>
          <a:xfrm flipV="1">
            <a:off x="3628856" y="5250647"/>
            <a:ext cx="50153" cy="35573"/>
          </a:xfrm>
          <a:custGeom>
            <a:avLst/>
            <a:gdLst>
              <a:gd name="csX0" fmla="*/ 19273 w 50153"/>
              <a:gd name="csY0" fmla="*/ 21447 h 35573"/>
              <a:gd name="csX1" fmla="*/ -2979 w 50153"/>
              <a:gd name="csY1" fmla="*/ 2076 h 35573"/>
              <a:gd name="csX2" fmla="*/ 7323 w 50153"/>
              <a:gd name="csY2" fmla="*/ 3313 h 35573"/>
              <a:gd name="csX3" fmla="*/ 36168 w 50153"/>
              <a:gd name="csY3" fmla="*/ 22271 h 35573"/>
              <a:gd name="csX4" fmla="*/ 19273 w 50153"/>
              <a:gd name="csY4" fmla="*/ 21447 h 35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153" h="35573">
                <a:moveTo>
                  <a:pt x="19273" y="21447"/>
                </a:moveTo>
                <a:cubicBezTo>
                  <a:pt x="10620" y="14853"/>
                  <a:pt x="318" y="6198"/>
                  <a:pt x="-2979" y="2076"/>
                </a:cubicBezTo>
                <a:cubicBezTo>
                  <a:pt x="-8336" y="-4518"/>
                  <a:pt x="-7100" y="-4106"/>
                  <a:pt x="7323" y="3313"/>
                </a:cubicBezTo>
                <a:cubicBezTo>
                  <a:pt x="16389" y="8258"/>
                  <a:pt x="29575" y="16501"/>
                  <a:pt x="36168" y="22271"/>
                </a:cubicBezTo>
                <a:cubicBezTo>
                  <a:pt x="53888" y="37108"/>
                  <a:pt x="39877" y="36284"/>
                  <a:pt x="19273" y="21447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85C65107-C8C9-FCFC-8362-C7D0ACF7084F}"/>
              </a:ext>
            </a:extLst>
          </p:cNvPr>
          <p:cNvSpPr/>
          <p:nvPr/>
        </p:nvSpPr>
        <p:spPr>
          <a:xfrm flipV="1">
            <a:off x="3400043" y="5349671"/>
            <a:ext cx="38056" cy="24626"/>
          </a:xfrm>
          <a:custGeom>
            <a:avLst/>
            <a:gdLst>
              <a:gd name="csX0" fmla="*/ 7946 w 38056"/>
              <a:gd name="csY0" fmla="*/ 10035 h 24626"/>
              <a:gd name="csX1" fmla="*/ -4416 w 38056"/>
              <a:gd name="csY1" fmla="*/ -2329 h 24626"/>
              <a:gd name="csX2" fmla="*/ 32671 w 38056"/>
              <a:gd name="csY2" fmla="*/ 20339 h 24626"/>
              <a:gd name="csX3" fmla="*/ 7946 w 38056"/>
              <a:gd name="csY3" fmla="*/ 10035 h 24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8056" h="24626">
                <a:moveTo>
                  <a:pt x="7946" y="10035"/>
                </a:moveTo>
                <a:cubicBezTo>
                  <a:pt x="-2356" y="3441"/>
                  <a:pt x="-7713" y="-2329"/>
                  <a:pt x="-4416" y="-2329"/>
                </a:cubicBezTo>
                <a:cubicBezTo>
                  <a:pt x="1765" y="-2329"/>
                  <a:pt x="32671" y="16630"/>
                  <a:pt x="32671" y="20339"/>
                </a:cubicBezTo>
                <a:cubicBezTo>
                  <a:pt x="32671" y="24872"/>
                  <a:pt x="25665" y="21575"/>
                  <a:pt x="7946" y="10035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217" name="任意多边形: 形状 216">
            <a:extLst>
              <a:ext uri="{FF2B5EF4-FFF2-40B4-BE49-F238E27FC236}">
                <a16:creationId xmlns:a16="http://schemas.microsoft.com/office/drawing/2014/main" id="{CBFEB71E-BECB-9ACC-989B-F506CC6DEF4E}"/>
              </a:ext>
            </a:extLst>
          </p:cNvPr>
          <p:cNvSpPr/>
          <p:nvPr/>
        </p:nvSpPr>
        <p:spPr>
          <a:xfrm flipV="1">
            <a:off x="3472767" y="5453170"/>
            <a:ext cx="22599" cy="20040"/>
          </a:xfrm>
          <a:custGeom>
            <a:avLst/>
            <a:gdLst>
              <a:gd name="csX0" fmla="*/ 3073 w 22599"/>
              <a:gd name="csY0" fmla="*/ 8245 h 20040"/>
              <a:gd name="csX1" fmla="*/ -4757 w 22599"/>
              <a:gd name="csY1" fmla="*/ -2059 h 20040"/>
              <a:gd name="csX2" fmla="*/ 9254 w 22599"/>
              <a:gd name="csY2" fmla="*/ 8245 h 20040"/>
              <a:gd name="csX3" fmla="*/ 3073 w 22599"/>
              <a:gd name="csY3" fmla="*/ 8245 h 2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599" h="20040">
                <a:moveTo>
                  <a:pt x="3073" y="8245"/>
                </a:moveTo>
                <a:cubicBezTo>
                  <a:pt x="-3521" y="2475"/>
                  <a:pt x="-7229" y="-2059"/>
                  <a:pt x="-4757" y="-2059"/>
                </a:cubicBezTo>
                <a:cubicBezTo>
                  <a:pt x="-2284" y="-2059"/>
                  <a:pt x="3897" y="2475"/>
                  <a:pt x="9254" y="8245"/>
                </a:cubicBezTo>
                <a:cubicBezTo>
                  <a:pt x="21616" y="21433"/>
                  <a:pt x="19144" y="21021"/>
                  <a:pt x="3073" y="8245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9DA75AEF-11F1-85FA-61C1-0E506F5E7737}"/>
              </a:ext>
            </a:extLst>
          </p:cNvPr>
          <p:cNvSpPr/>
          <p:nvPr/>
        </p:nvSpPr>
        <p:spPr>
          <a:xfrm flipV="1">
            <a:off x="3513780" y="5526901"/>
            <a:ext cx="39700" cy="27625"/>
          </a:xfrm>
          <a:custGeom>
            <a:avLst/>
            <a:gdLst>
              <a:gd name="csX0" fmla="*/ 10165 w 39700"/>
              <a:gd name="csY0" fmla="*/ 13109 h 27625"/>
              <a:gd name="csX1" fmla="*/ -5494 w 39700"/>
              <a:gd name="csY1" fmla="*/ -1728 h 27625"/>
              <a:gd name="csX2" fmla="*/ 34065 w 39700"/>
              <a:gd name="csY2" fmla="*/ 23825 h 27625"/>
              <a:gd name="csX3" fmla="*/ 10165 w 39700"/>
              <a:gd name="csY3" fmla="*/ 13109 h 276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700" h="27625">
                <a:moveTo>
                  <a:pt x="10165" y="13109"/>
                </a:moveTo>
                <a:cubicBezTo>
                  <a:pt x="275" y="6103"/>
                  <a:pt x="-6730" y="-492"/>
                  <a:pt x="-5494" y="-1728"/>
                </a:cubicBezTo>
                <a:cubicBezTo>
                  <a:pt x="-3434" y="-3789"/>
                  <a:pt x="34065" y="20527"/>
                  <a:pt x="34065" y="23825"/>
                </a:cubicBezTo>
                <a:cubicBezTo>
                  <a:pt x="34065" y="28358"/>
                  <a:pt x="27060" y="25061"/>
                  <a:pt x="10165" y="13109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696D31DA-AF26-F684-5EF0-990E8A43DC24}"/>
              </a:ext>
            </a:extLst>
          </p:cNvPr>
          <p:cNvSpPr/>
          <p:nvPr/>
        </p:nvSpPr>
        <p:spPr>
          <a:xfrm flipV="1">
            <a:off x="3773927" y="5530911"/>
            <a:ext cx="33900" cy="36463"/>
          </a:xfrm>
          <a:custGeom>
            <a:avLst/>
            <a:gdLst>
              <a:gd name="csX0" fmla="*/ 7416 w 33900"/>
              <a:gd name="csY0" fmla="*/ 17736 h 36463"/>
              <a:gd name="csX1" fmla="*/ 8652 w 33900"/>
              <a:gd name="csY1" fmla="*/ 8257 h 36463"/>
              <a:gd name="csX2" fmla="*/ 26372 w 33900"/>
              <a:gd name="csY2" fmla="*/ 34634 h 36463"/>
              <a:gd name="csX3" fmla="*/ 7416 w 33900"/>
              <a:gd name="csY3" fmla="*/ 17736 h 364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900" h="36463">
                <a:moveTo>
                  <a:pt x="7416" y="17736"/>
                </a:moveTo>
                <a:cubicBezTo>
                  <a:pt x="-11539" y="-1634"/>
                  <a:pt x="-10303" y="-9877"/>
                  <a:pt x="8652" y="8257"/>
                </a:cubicBezTo>
                <a:cubicBezTo>
                  <a:pt x="21839" y="20621"/>
                  <a:pt x="31317" y="34634"/>
                  <a:pt x="26372" y="34634"/>
                </a:cubicBezTo>
                <a:cubicBezTo>
                  <a:pt x="25136" y="34634"/>
                  <a:pt x="16482" y="27215"/>
                  <a:pt x="7416" y="17736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220" name="任意多边形: 形状 219">
            <a:extLst>
              <a:ext uri="{FF2B5EF4-FFF2-40B4-BE49-F238E27FC236}">
                <a16:creationId xmlns:a16="http://schemas.microsoft.com/office/drawing/2014/main" id="{A941F5A6-64F6-26D0-9959-FCD271C5488D}"/>
              </a:ext>
            </a:extLst>
          </p:cNvPr>
          <p:cNvSpPr/>
          <p:nvPr/>
        </p:nvSpPr>
        <p:spPr>
          <a:xfrm flipV="1">
            <a:off x="3875477" y="5568259"/>
            <a:ext cx="39718" cy="65686"/>
          </a:xfrm>
          <a:custGeom>
            <a:avLst/>
            <a:gdLst>
              <a:gd name="csX0" fmla="*/ 16899 w 39718"/>
              <a:gd name="csY0" fmla="*/ 49002 h 65686"/>
              <a:gd name="csX1" fmla="*/ -2881 w 39718"/>
              <a:gd name="csY1" fmla="*/ -1691 h 65686"/>
              <a:gd name="csX2" fmla="*/ 32146 w 39718"/>
              <a:gd name="csY2" fmla="*/ 53124 h 65686"/>
              <a:gd name="csX3" fmla="*/ 16899 w 39718"/>
              <a:gd name="csY3" fmla="*/ 49002 h 656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718" h="65686">
                <a:moveTo>
                  <a:pt x="16899" y="49002"/>
                </a:moveTo>
                <a:cubicBezTo>
                  <a:pt x="-4117" y="17268"/>
                  <a:pt x="-11535" y="-1691"/>
                  <a:pt x="-2881" y="-1691"/>
                </a:cubicBezTo>
                <a:cubicBezTo>
                  <a:pt x="7009" y="-1691"/>
                  <a:pt x="25964" y="27983"/>
                  <a:pt x="32146" y="53124"/>
                </a:cubicBezTo>
                <a:cubicBezTo>
                  <a:pt x="36266" y="69197"/>
                  <a:pt x="28849" y="67137"/>
                  <a:pt x="16899" y="49002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221" name="任意多边形: 形状 220">
            <a:extLst>
              <a:ext uri="{FF2B5EF4-FFF2-40B4-BE49-F238E27FC236}">
                <a16:creationId xmlns:a16="http://schemas.microsoft.com/office/drawing/2014/main" id="{A708C031-B778-6FD9-1B2D-0C98C5BEBC76}"/>
              </a:ext>
            </a:extLst>
          </p:cNvPr>
          <p:cNvSpPr/>
          <p:nvPr/>
        </p:nvSpPr>
        <p:spPr>
          <a:xfrm flipV="1">
            <a:off x="3302033" y="5580757"/>
            <a:ext cx="37393" cy="28459"/>
          </a:xfrm>
          <a:custGeom>
            <a:avLst/>
            <a:gdLst>
              <a:gd name="csX0" fmla="*/ 12629 w 37393"/>
              <a:gd name="csY0" fmla="*/ 15603 h 28459"/>
              <a:gd name="csX1" fmla="*/ -1793 w 37393"/>
              <a:gd name="csY1" fmla="*/ -1707 h 28459"/>
              <a:gd name="csX2" fmla="*/ 31997 w 37393"/>
              <a:gd name="csY2" fmla="*/ 26731 h 28459"/>
              <a:gd name="csX3" fmla="*/ 12629 w 37393"/>
              <a:gd name="csY3" fmla="*/ 15603 h 28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7393" h="28459">
                <a:moveTo>
                  <a:pt x="12629" y="15603"/>
                </a:moveTo>
                <a:cubicBezTo>
                  <a:pt x="-3442" y="5299"/>
                  <a:pt x="-9623" y="-1707"/>
                  <a:pt x="-1793" y="-1707"/>
                </a:cubicBezTo>
                <a:cubicBezTo>
                  <a:pt x="1503" y="-1707"/>
                  <a:pt x="35294" y="26731"/>
                  <a:pt x="31997" y="26731"/>
                </a:cubicBezTo>
                <a:cubicBezTo>
                  <a:pt x="30761" y="27143"/>
                  <a:pt x="22107" y="21785"/>
                  <a:pt x="12629" y="15603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222" name="任意多边形: 形状 221">
            <a:extLst>
              <a:ext uri="{FF2B5EF4-FFF2-40B4-BE49-F238E27FC236}">
                <a16:creationId xmlns:a16="http://schemas.microsoft.com/office/drawing/2014/main" id="{A6779E41-E1E1-F6E8-ACBD-09E174DD1559}"/>
              </a:ext>
            </a:extLst>
          </p:cNvPr>
          <p:cNvSpPr/>
          <p:nvPr/>
        </p:nvSpPr>
        <p:spPr>
          <a:xfrm flipV="1">
            <a:off x="3431629" y="5617885"/>
            <a:ext cx="101041" cy="92885"/>
          </a:xfrm>
          <a:custGeom>
            <a:avLst/>
            <a:gdLst>
              <a:gd name="csX0" fmla="*/ 73060 w 101041"/>
              <a:gd name="csY0" fmla="*/ 83958 h 92885"/>
              <a:gd name="csX1" fmla="*/ 534 w 101041"/>
              <a:gd name="csY1" fmla="*/ 19252 h 92885"/>
              <a:gd name="csX2" fmla="*/ 15369 w 101041"/>
              <a:gd name="csY2" fmla="*/ 1530 h 92885"/>
              <a:gd name="csX3" fmla="*/ 80065 w 101041"/>
              <a:gd name="csY3" fmla="*/ 60466 h 92885"/>
              <a:gd name="csX4" fmla="*/ 73060 w 101041"/>
              <a:gd name="csY4" fmla="*/ 83958 h 9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1041" h="92885">
                <a:moveTo>
                  <a:pt x="73060" y="83958"/>
                </a:moveTo>
                <a:cubicBezTo>
                  <a:pt x="52456" y="74479"/>
                  <a:pt x="12897" y="39035"/>
                  <a:pt x="534" y="19252"/>
                </a:cubicBezTo>
                <a:cubicBezTo>
                  <a:pt x="-11004" y="293"/>
                  <a:pt x="-6059" y="-5889"/>
                  <a:pt x="15369" y="1530"/>
                </a:cubicBezTo>
                <a:cubicBezTo>
                  <a:pt x="36797" y="9361"/>
                  <a:pt x="61522" y="31616"/>
                  <a:pt x="80065" y="60466"/>
                </a:cubicBezTo>
                <a:cubicBezTo>
                  <a:pt x="101905" y="94673"/>
                  <a:pt x="101493" y="97146"/>
                  <a:pt x="73060" y="83958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sp>
        <p:nvSpPr>
          <p:cNvPr id="223" name="任意多边形: 形状 222">
            <a:extLst>
              <a:ext uri="{FF2B5EF4-FFF2-40B4-BE49-F238E27FC236}">
                <a16:creationId xmlns:a16="http://schemas.microsoft.com/office/drawing/2014/main" id="{DC901DC7-1B6C-8379-97F6-5D17A43EE594}"/>
              </a:ext>
            </a:extLst>
          </p:cNvPr>
          <p:cNvSpPr/>
          <p:nvPr/>
        </p:nvSpPr>
        <p:spPr>
          <a:xfrm flipV="1">
            <a:off x="3358197" y="5737331"/>
            <a:ext cx="51056" cy="47229"/>
          </a:xfrm>
          <a:custGeom>
            <a:avLst/>
            <a:gdLst>
              <a:gd name="csX0" fmla="*/ 22672 w 51056"/>
              <a:gd name="csY0" fmla="*/ 31892 h 47229"/>
              <a:gd name="csX1" fmla="*/ -816 w 51056"/>
              <a:gd name="csY1" fmla="*/ 7576 h 47229"/>
              <a:gd name="csX2" fmla="*/ 420 w 51056"/>
              <a:gd name="csY2" fmla="*/ -255 h 47229"/>
              <a:gd name="csX3" fmla="*/ 45748 w 51056"/>
              <a:gd name="csY3" fmla="*/ 42607 h 47229"/>
              <a:gd name="csX4" fmla="*/ 22672 w 51056"/>
              <a:gd name="csY4" fmla="*/ 31892 h 472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1056" h="47229">
                <a:moveTo>
                  <a:pt x="22672" y="31892"/>
                </a:moveTo>
                <a:cubicBezTo>
                  <a:pt x="13194" y="24061"/>
                  <a:pt x="2892" y="13346"/>
                  <a:pt x="-816" y="7576"/>
                </a:cubicBezTo>
                <a:cubicBezTo>
                  <a:pt x="-6998" y="-1904"/>
                  <a:pt x="-6998" y="-2316"/>
                  <a:pt x="420" y="-255"/>
                </a:cubicBezTo>
                <a:cubicBezTo>
                  <a:pt x="9074" y="2218"/>
                  <a:pt x="45748" y="36837"/>
                  <a:pt x="45748" y="42607"/>
                </a:cubicBezTo>
                <a:cubicBezTo>
                  <a:pt x="45748" y="49202"/>
                  <a:pt x="39979" y="46317"/>
                  <a:pt x="22672" y="31892"/>
                </a:cubicBezTo>
                <a:close/>
              </a:path>
            </a:pathLst>
          </a:custGeom>
          <a:solidFill>
            <a:srgbClr val="000000"/>
          </a:solidFill>
          <a:ln w="412" cap="flat">
            <a:noFill/>
            <a:prstDash val="solid"/>
            <a:miter/>
          </a:ln>
        </p:spPr>
      </p:sp>
      <p:pic>
        <p:nvPicPr>
          <p:cNvPr id="225" name="图片 224">
            <a:extLst>
              <a:ext uri="{FF2B5EF4-FFF2-40B4-BE49-F238E27FC236}">
                <a16:creationId xmlns:a16="http://schemas.microsoft.com/office/drawing/2014/main" id="{7ED04345-4259-9E95-54D7-3ADD37E961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052" y="3794654"/>
            <a:ext cx="8209967" cy="1325575"/>
          </a:xfrm>
          <a:prstGeom prst="rect">
            <a:avLst/>
          </a:prstGeom>
        </p:spPr>
      </p:pic>
      <p:sp>
        <p:nvSpPr>
          <p:cNvPr id="226" name="文本框 225">
            <a:extLst>
              <a:ext uri="{FF2B5EF4-FFF2-40B4-BE49-F238E27FC236}">
                <a16:creationId xmlns:a16="http://schemas.microsoft.com/office/drawing/2014/main" id="{51C95AFD-44B5-51E5-7585-85099ACA2230}"/>
              </a:ext>
            </a:extLst>
          </p:cNvPr>
          <p:cNvSpPr txBox="1"/>
          <p:nvPr/>
        </p:nvSpPr>
        <p:spPr>
          <a:xfrm>
            <a:off x="3684484" y="4098439"/>
            <a:ext cx="6495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C000"/>
                </a:solidFill>
                <a:latin typeface="方正粗金陵简体" panose="02000000000000000000" pitchFamily="2" charset="-122"/>
                <a:ea typeface="方正粗金陵简体" panose="02000000000000000000" pitchFamily="2" charset="-122"/>
              </a:rPr>
              <a:t>恳请各位评委老师批评指正</a:t>
            </a:r>
          </a:p>
        </p:txBody>
      </p:sp>
      <p:pic>
        <p:nvPicPr>
          <p:cNvPr id="228" name="图片 227">
            <a:extLst>
              <a:ext uri="{FF2B5EF4-FFF2-40B4-BE49-F238E27FC236}">
                <a16:creationId xmlns:a16="http://schemas.microsoft.com/office/drawing/2014/main" id="{32C27287-1BE0-56CD-AAE7-9DE9E3F88F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621" y="3730976"/>
            <a:ext cx="1244378" cy="1016001"/>
          </a:xfrm>
          <a:prstGeom prst="rect">
            <a:avLst/>
          </a:prstGeom>
          <a:effectLst>
            <a:outerShdw blurRad="50800" dist="50800" dir="5400000" algn="ctr" rotWithShape="0">
              <a:srgbClr val="F9E184"/>
            </a:outerShdw>
          </a:effectLst>
        </p:spPr>
      </p:pic>
      <p:pic>
        <p:nvPicPr>
          <p:cNvPr id="230" name="图片 229">
            <a:extLst>
              <a:ext uri="{FF2B5EF4-FFF2-40B4-BE49-F238E27FC236}">
                <a16:creationId xmlns:a16="http://schemas.microsoft.com/office/drawing/2014/main" id="{5D16103C-04C5-2AF8-0F5E-A94C70F449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266" y="3873878"/>
            <a:ext cx="905981" cy="1016001"/>
          </a:xfrm>
          <a:prstGeom prst="rect">
            <a:avLst/>
          </a:prstGeom>
          <a:effectLst>
            <a:outerShdw blurRad="50800" dist="50800" dir="5400000" algn="ctr" rotWithShape="0">
              <a:srgbClr val="F9E184"/>
            </a:outerShdw>
          </a:effectLst>
        </p:spPr>
      </p:pic>
    </p:spTree>
    <p:extLst>
      <p:ext uri="{BB962C8B-B14F-4D97-AF65-F5344CB8AC3E}">
        <p14:creationId xmlns:p14="http://schemas.microsoft.com/office/powerpoint/2010/main" val="18820975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tretch>
            <a:fillRect/>
          </a:stretch>
        </a:blipFill>
        <a:ln w="649" cap="flat">
          <a:noFill/>
          <a:prstDash val="solid"/>
          <a:miter/>
        </a:ln>
        <a:effectLst>
          <a:outerShdw blurRad="50800" dist="50800" dir="5400000" algn="ctr" rotWithShape="0">
            <a:schemeClr val="accent2">
              <a:lumMod val="50000"/>
            </a:schemeClr>
          </a:outerShdw>
        </a:effectLst>
      </a:spPr>
      <a:bodyPr/>
      <a:lstStyle/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1275</Words>
  <Application>Microsoft Office PowerPoint</Application>
  <PresentationFormat>宽屏</PresentationFormat>
  <Paragraphs>121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等线 Light</vt:lpstr>
      <vt:lpstr>方正粗金陵简体</vt:lpstr>
      <vt:lpstr>仿宋</vt:lpstr>
      <vt:lpstr>华文楷体</vt:lpstr>
      <vt:lpstr>即墨体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方水 吴</dc:creator>
  <cp:lastModifiedBy>方水 吴</cp:lastModifiedBy>
  <cp:revision>11</cp:revision>
  <dcterms:created xsi:type="dcterms:W3CDTF">2026-10-11T05:47:21Z</dcterms:created>
  <dcterms:modified xsi:type="dcterms:W3CDTF">2026-10-14T03:31:27Z</dcterms:modified>
</cp:coreProperties>
</file>